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19e9efc03f54d1d" /><Relationship Type="http://schemas.openxmlformats.org/officeDocument/2006/relationships/extended-properties" Target="/docProps/app.xml" Id="Rd36995420fa74cbf" /><Relationship Type="http://schemas.openxmlformats.org/officeDocument/2006/relationships/officeDocument" Target="/ppt/presentation.xml" Id="Re00cab600e054962" /></Relationships>
</file>

<file path=ppt/presentation.xml><?xml version="1.0" encoding="utf-8"?>
<p:presentation xmlns:p="http://schemas.openxmlformats.org/presentationml/2006/main">
  <p:sldMasterIdLst>
    <p:sldMasterId xmlns:r="http://schemas.openxmlformats.org/officeDocument/2006/relationships" id="2147483648" r:id="Rf6f5e50ed79c4995"/>
  </p:sldMasterIdLst>
  <p:notesMasterIdLst>
    <p:notesMasterId xmlns:r="http://schemas.openxmlformats.org/officeDocument/2006/relationships" r:id="R84ea027f4a4e47cd"/>
  </p:notesMasterIdLst>
  <p:sldIdLst>
    <p:sldId xmlns:r="http://schemas.openxmlformats.org/officeDocument/2006/relationships" id="256" r:id="Rba40653927ac42b2"/>
    <p:sldId xmlns:r="http://schemas.openxmlformats.org/officeDocument/2006/relationships" id="257" r:id="R7c9251c7918c4e3d"/>
    <p:sldId xmlns:r="http://schemas.openxmlformats.org/officeDocument/2006/relationships" id="258" r:id="R4b70010c83794bd0"/>
    <p:sldId xmlns:r="http://schemas.openxmlformats.org/officeDocument/2006/relationships" id="259" r:id="R8d01cab14b5143cd"/>
    <p:sldId xmlns:r="http://schemas.openxmlformats.org/officeDocument/2006/relationships" id="260" r:id="R9a903a0e44f8416a"/>
    <p:sldId xmlns:r="http://schemas.openxmlformats.org/officeDocument/2006/relationships" id="261" r:id="Rf17be924029d4fc2"/>
    <p:sldId xmlns:r="http://schemas.openxmlformats.org/officeDocument/2006/relationships" id="262" r:id="R796e933b862c4851"/>
    <p:sldId xmlns:r="http://schemas.openxmlformats.org/officeDocument/2006/relationships" id="263" r:id="R75dd287b7d4c4690"/>
    <p:sldId xmlns:r="http://schemas.openxmlformats.org/officeDocument/2006/relationships" id="264" r:id="R5e36e2e9c7bb4182"/>
    <p:sldId xmlns:r="http://schemas.openxmlformats.org/officeDocument/2006/relationships" id="265" r:id="Rdfa31007a4b84e7d"/>
    <p:sldId xmlns:r="http://schemas.openxmlformats.org/officeDocument/2006/relationships" id="266" r:id="Rc7857e6e6a664414"/>
    <p:sldId xmlns:r="http://schemas.openxmlformats.org/officeDocument/2006/relationships" id="267" r:id="Ra2e5f9467ebc4889"/>
    <p:sldId xmlns:r="http://schemas.openxmlformats.org/officeDocument/2006/relationships" id="268" r:id="R8cb4326cc9074a9e"/>
    <p:sldId xmlns:r="http://schemas.openxmlformats.org/officeDocument/2006/relationships" id="269" r:id="R24fa26389be64cc3"/>
    <p:sldId xmlns:r="http://schemas.openxmlformats.org/officeDocument/2006/relationships" id="270" r:id="R3558d9bec1f641d4"/>
    <p:sldId xmlns:r="http://schemas.openxmlformats.org/officeDocument/2006/relationships" id="271" r:id="Rd8e72c81ee1e4d82"/>
    <p:sldId xmlns:r="http://schemas.openxmlformats.org/officeDocument/2006/relationships" id="272" r:id="Re765d22a635f4fa6"/>
    <p:sldId xmlns:r="http://schemas.openxmlformats.org/officeDocument/2006/relationships" id="273" r:id="Rfe6580a1b1f34837"/>
    <p:sldId xmlns:r="http://schemas.openxmlformats.org/officeDocument/2006/relationships" id="274" r:id="R3bd97db8c11f4c79"/>
    <p:sldId xmlns:r="http://schemas.openxmlformats.org/officeDocument/2006/relationships" id="275" r:id="R77d6a4efa8d94a94"/>
    <p:sldId xmlns:r="http://schemas.openxmlformats.org/officeDocument/2006/relationships" id="276" r:id="Rd74155b390eb4400"/>
    <p:sldId xmlns:r="http://schemas.openxmlformats.org/officeDocument/2006/relationships" id="277" r:id="R2ed443cab3464703"/>
    <p:sldId xmlns:r="http://schemas.openxmlformats.org/officeDocument/2006/relationships" id="278" r:id="R7007e1c078e347ae"/>
    <p:sldId xmlns:r="http://schemas.openxmlformats.org/officeDocument/2006/relationships" id="279" r:id="R315f540def1d4d35"/>
    <p:sldId xmlns:r="http://schemas.openxmlformats.org/officeDocument/2006/relationships" id="280" r:id="Rfb418e598ee647d1"/>
    <p:sldId xmlns:r="http://schemas.openxmlformats.org/officeDocument/2006/relationships" id="281" r:id="R3c56285fa96c4a87"/>
    <p:sldId xmlns:r="http://schemas.openxmlformats.org/officeDocument/2006/relationships" id="282" r:id="R085197667d794fbc"/>
    <p:sldId xmlns:r="http://schemas.openxmlformats.org/officeDocument/2006/relationships" id="283" r:id="Rd51b795e71a94240"/>
    <p:sldId xmlns:r="http://schemas.openxmlformats.org/officeDocument/2006/relationships" id="284" r:id="R6ea5f28fe8824930"/>
    <p:sldId xmlns:r="http://schemas.openxmlformats.org/officeDocument/2006/relationships" id="285" r:id="R0de37286f50a421b"/>
    <p:sldId xmlns:r="http://schemas.openxmlformats.org/officeDocument/2006/relationships" id="286" r:id="R42b48a614d274ca6"/>
    <p:sldId xmlns:r="http://schemas.openxmlformats.org/officeDocument/2006/relationships" id="287" r:id="Ra937d6b6f2ef4a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a3d17930f9400b" /><Relationship Type="http://schemas.openxmlformats.org/officeDocument/2006/relationships/slideMaster" Target="/ppt/slideMasters/slideMaster1.xml" Id="Rf6f5e50ed79c4995" /><Relationship Type="http://schemas.openxmlformats.org/officeDocument/2006/relationships/notesMaster" Target="/ppt/notesMasters/notesMaster1.xml" Id="R84ea027f4a4e47cd" /><Relationship Type="http://schemas.openxmlformats.org/officeDocument/2006/relationships/presProps" Target="/ppt/presProps.xml" Id="R6e7e0a5a46244b82" /><Relationship Type="http://schemas.openxmlformats.org/officeDocument/2006/relationships/tableStyles" Target="/ppt/tableStyles.xml" Id="Rfb03ff34b3ee4763" /><Relationship Type="http://schemas.openxmlformats.org/officeDocument/2006/relationships/slide" Target="/ppt/slides/slide1.xml" Id="Rba40653927ac42b2" /><Relationship Type="http://schemas.openxmlformats.org/officeDocument/2006/relationships/slide" Target="/ppt/slides/slide2.xml" Id="R7c9251c7918c4e3d" /><Relationship Type="http://schemas.openxmlformats.org/officeDocument/2006/relationships/slide" Target="/ppt/slides/slide3.xml" Id="R4b70010c83794bd0" /><Relationship Type="http://schemas.openxmlformats.org/officeDocument/2006/relationships/slide" Target="/ppt/slides/slide4.xml" Id="R8d01cab14b5143cd" /><Relationship Type="http://schemas.openxmlformats.org/officeDocument/2006/relationships/slide" Target="/ppt/slides/slide5.xml" Id="R9a903a0e44f8416a" /><Relationship Type="http://schemas.openxmlformats.org/officeDocument/2006/relationships/slide" Target="/ppt/slides/slide6.xml" Id="Rf17be924029d4fc2" /><Relationship Type="http://schemas.openxmlformats.org/officeDocument/2006/relationships/slide" Target="/ppt/slides/slide7.xml" Id="R796e933b862c4851" /><Relationship Type="http://schemas.openxmlformats.org/officeDocument/2006/relationships/slide" Target="/ppt/slides/slide8.xml" Id="R75dd287b7d4c4690" /><Relationship Type="http://schemas.openxmlformats.org/officeDocument/2006/relationships/slide" Target="/ppt/slides/slide9.xml" Id="R5e36e2e9c7bb4182" /><Relationship Type="http://schemas.openxmlformats.org/officeDocument/2006/relationships/slide" Target="/ppt/slides/slide10.xml" Id="Rdfa31007a4b84e7d" /><Relationship Type="http://schemas.openxmlformats.org/officeDocument/2006/relationships/slide" Target="/ppt/slides/slide11.xml" Id="Rc7857e6e6a664414" /><Relationship Type="http://schemas.openxmlformats.org/officeDocument/2006/relationships/slide" Target="/ppt/slides/slide12.xml" Id="Ra2e5f9467ebc4889" /><Relationship Type="http://schemas.openxmlformats.org/officeDocument/2006/relationships/slide" Target="/ppt/slides/slide13.xml" Id="R8cb4326cc9074a9e" /><Relationship Type="http://schemas.openxmlformats.org/officeDocument/2006/relationships/slide" Target="/ppt/slides/slide14.xml" Id="R24fa26389be64cc3" /><Relationship Type="http://schemas.openxmlformats.org/officeDocument/2006/relationships/slide" Target="/ppt/slides/slide15.xml" Id="R3558d9bec1f641d4" /><Relationship Type="http://schemas.openxmlformats.org/officeDocument/2006/relationships/slide" Target="/ppt/slides/slide16.xml" Id="Rd8e72c81ee1e4d82" /><Relationship Type="http://schemas.openxmlformats.org/officeDocument/2006/relationships/slide" Target="/ppt/slides/slide17.xml" Id="Re765d22a635f4fa6" /><Relationship Type="http://schemas.openxmlformats.org/officeDocument/2006/relationships/slide" Target="/ppt/slides/slide18.xml" Id="Rfe6580a1b1f34837" /><Relationship Type="http://schemas.openxmlformats.org/officeDocument/2006/relationships/slide" Target="/ppt/slides/slide19.xml" Id="R3bd97db8c11f4c79" /><Relationship Type="http://schemas.openxmlformats.org/officeDocument/2006/relationships/slide" Target="/ppt/slides/slide20.xml" Id="R77d6a4efa8d94a94" /><Relationship Type="http://schemas.openxmlformats.org/officeDocument/2006/relationships/slide" Target="/ppt/slides/slide21.xml" Id="Rd74155b390eb4400" /><Relationship Type="http://schemas.openxmlformats.org/officeDocument/2006/relationships/slide" Target="/ppt/slides/slide22.xml" Id="R2ed443cab3464703" /><Relationship Type="http://schemas.openxmlformats.org/officeDocument/2006/relationships/slide" Target="/ppt/slides/slide23.xml" Id="R7007e1c078e347ae" /><Relationship Type="http://schemas.openxmlformats.org/officeDocument/2006/relationships/slide" Target="/ppt/slides/slide24.xml" Id="R315f540def1d4d35" /><Relationship Type="http://schemas.openxmlformats.org/officeDocument/2006/relationships/slide" Target="/ppt/slides/slide25.xml" Id="Rfb418e598ee647d1" /><Relationship Type="http://schemas.openxmlformats.org/officeDocument/2006/relationships/slide" Target="/ppt/slides/slide26.xml" Id="R3c56285fa96c4a87" /><Relationship Type="http://schemas.openxmlformats.org/officeDocument/2006/relationships/slide" Target="/ppt/slides/slide27.xml" Id="R085197667d794fbc" /><Relationship Type="http://schemas.openxmlformats.org/officeDocument/2006/relationships/slide" Target="/ppt/slides/slide28.xml" Id="Rd51b795e71a94240" /><Relationship Type="http://schemas.openxmlformats.org/officeDocument/2006/relationships/slide" Target="/ppt/slides/slide29.xml" Id="R6ea5f28fe8824930" /><Relationship Type="http://schemas.openxmlformats.org/officeDocument/2006/relationships/slide" Target="/ppt/slides/slide30.xml" Id="R0de37286f50a421b" /><Relationship Type="http://schemas.openxmlformats.org/officeDocument/2006/relationships/slide" Target="/ppt/slides/slide31.xml" Id="R42b48a614d274ca6" /><Relationship Type="http://schemas.openxmlformats.org/officeDocument/2006/relationships/slide" Target="/ppt/slides/slide32.xml" Id="Ra937d6b6f2ef4a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f74927a66d46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19cf08292a43fb" /><Relationship Type="http://schemas.openxmlformats.org/officeDocument/2006/relationships/notesMaster" Target="/ppt/notesMasters/notesMaster1.xml" Id="Rb2acf775a60447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91133ab9fe4cdf" /><Relationship Type="http://schemas.openxmlformats.org/officeDocument/2006/relationships/notesMaster" Target="/ppt/notesMasters/notesMaster1.xml" Id="R22910eb0ccee4f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c3fced58064e68" /><Relationship Type="http://schemas.openxmlformats.org/officeDocument/2006/relationships/notesMaster" Target="/ppt/notesMasters/notesMaster1.xml" Id="Rd611dbdedee040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d07267551b4c5d" /><Relationship Type="http://schemas.openxmlformats.org/officeDocument/2006/relationships/notesMaster" Target="/ppt/notesMasters/notesMaster1.xml" Id="R1dbc6afca49341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d823bfdabe47c4" /><Relationship Type="http://schemas.openxmlformats.org/officeDocument/2006/relationships/notesMaster" Target="/ppt/notesMasters/notesMaster1.xml" Id="R1e9aec9560ca46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c616550d5b4bf1" /><Relationship Type="http://schemas.openxmlformats.org/officeDocument/2006/relationships/notesMaster" Target="/ppt/notesMasters/notesMaster1.xml" Id="R3a5d767ac82e47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6ec3c95bd048f2" /><Relationship Type="http://schemas.openxmlformats.org/officeDocument/2006/relationships/notesMaster" Target="/ppt/notesMasters/notesMaster1.xml" Id="R30414e94d9a24e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6b9d02225341f6" /><Relationship Type="http://schemas.openxmlformats.org/officeDocument/2006/relationships/notesMaster" Target="/ppt/notesMasters/notesMaster1.xml" Id="R35827d6b526f43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b8a4380bef4181" /><Relationship Type="http://schemas.openxmlformats.org/officeDocument/2006/relationships/notesMaster" Target="/ppt/notesMasters/notesMaster1.xml" Id="R6e55f289ea2f45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df25e977844c68" /><Relationship Type="http://schemas.openxmlformats.org/officeDocument/2006/relationships/notesMaster" Target="/ppt/notesMasters/notesMaster1.xml" Id="R19bf89e8f9f04e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da5889d139476e" /><Relationship Type="http://schemas.openxmlformats.org/officeDocument/2006/relationships/notesMaster" Target="/ppt/notesMasters/notesMaster1.xml" Id="Rfcbb7fbe510c42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acdd6ab7f8412a" /><Relationship Type="http://schemas.openxmlformats.org/officeDocument/2006/relationships/notesMaster" Target="/ppt/notesMasters/notesMaster1.xml" Id="Rccb96d9355c44b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f4aa3a49164818" /><Relationship Type="http://schemas.openxmlformats.org/officeDocument/2006/relationships/notesMaster" Target="/ppt/notesMasters/notesMaster1.xml" Id="R87509a479f4c44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31eb10bed94242" /><Relationship Type="http://schemas.openxmlformats.org/officeDocument/2006/relationships/notesMaster" Target="/ppt/notesMasters/notesMaster1.xml" Id="Rc05fa502557241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bf5734469e41e7" /><Relationship Type="http://schemas.openxmlformats.org/officeDocument/2006/relationships/notesMaster" Target="/ppt/notesMasters/notesMaster1.xml" Id="R3acfa6cf8c6841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baf247ae824050" /><Relationship Type="http://schemas.openxmlformats.org/officeDocument/2006/relationships/notesMaster" Target="/ppt/notesMasters/notesMaster1.xml" Id="R68e28704aa024e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7b2be366be41b1" /><Relationship Type="http://schemas.openxmlformats.org/officeDocument/2006/relationships/notesMaster" Target="/ppt/notesMasters/notesMaster1.xml" Id="R8229e17febb747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f3018010b146f1" /><Relationship Type="http://schemas.openxmlformats.org/officeDocument/2006/relationships/notesMaster" Target="/ppt/notesMasters/notesMaster1.xml" Id="Rdc99862d5bd342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8cb7886e274633" /><Relationship Type="http://schemas.openxmlformats.org/officeDocument/2006/relationships/notesMaster" Target="/ppt/notesMasters/notesMaster1.xml" Id="R86335d3a21854b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7a1a46460d41a8" /><Relationship Type="http://schemas.openxmlformats.org/officeDocument/2006/relationships/notesMaster" Target="/ppt/notesMasters/notesMaster1.xml" Id="R0e05d03bb7884a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a9b27f6a2b74065" /><Relationship Type="http://schemas.openxmlformats.org/officeDocument/2006/relationships/notesMaster" Target="/ppt/notesMasters/notesMaster1.xml" Id="R1f60598a301842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a1db92a5b7448c6" /><Relationship Type="http://schemas.openxmlformats.org/officeDocument/2006/relationships/notesMaster" Target="/ppt/notesMasters/notesMaster1.xml" Id="R2435b83f270849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b511c477424c9c" /><Relationship Type="http://schemas.openxmlformats.org/officeDocument/2006/relationships/notesMaster" Target="/ppt/notesMasters/notesMaster1.xml" Id="R94ff488ad22b460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15c8a5e21f74bdb" /><Relationship Type="http://schemas.openxmlformats.org/officeDocument/2006/relationships/notesMaster" Target="/ppt/notesMasters/notesMaster1.xml" Id="Rf64d972b112e45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67791c4377420e" /><Relationship Type="http://schemas.openxmlformats.org/officeDocument/2006/relationships/notesMaster" Target="/ppt/notesMasters/notesMaster1.xml" Id="R06f4fc3321044fd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3ba78410ab4f4d" /><Relationship Type="http://schemas.openxmlformats.org/officeDocument/2006/relationships/notesMaster" Target="/ppt/notesMasters/notesMaster1.xml" Id="Rf68711371ebf465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9edd2240083440b" /><Relationship Type="http://schemas.openxmlformats.org/officeDocument/2006/relationships/notesMaster" Target="/ppt/notesMasters/notesMaster1.xml" Id="R8f95d73108864d1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f5622fac6a4728" /><Relationship Type="http://schemas.openxmlformats.org/officeDocument/2006/relationships/notesMaster" Target="/ppt/notesMasters/notesMaster1.xml" Id="R99d2ee53b9c949c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b740fb362874ad7" /><Relationship Type="http://schemas.openxmlformats.org/officeDocument/2006/relationships/notesMaster" Target="/ppt/notesMasters/notesMaster1.xml" Id="R00d7ffa333f743b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0ff4a625eed4649" /><Relationship Type="http://schemas.openxmlformats.org/officeDocument/2006/relationships/notesMaster" Target="/ppt/notesMasters/notesMaster1.xml" Id="R198402c9555440a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4f538ae0f74478d" /><Relationship Type="http://schemas.openxmlformats.org/officeDocument/2006/relationships/notesMaster" Target="/ppt/notesMasters/notesMaster1.xml" Id="R63f2478f008a429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92ea4d4da54d88" /><Relationship Type="http://schemas.openxmlformats.org/officeDocument/2006/relationships/notesMaster" Target="/ppt/notesMasters/notesMaster1.xml" Id="R88f8bb39bd014c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0–0.5 minutes (0.5 minutes)</a:t>
            </a:r>
          </a:p>
          <a:p xmlns:a="http://schemas.openxmlformats.org/drawingml/2006/main">
            <a:r>
              <a:t/>
            </a:r>
          </a:p>
          <a:p xmlns:a="http://schemas.openxmlformats.org/drawingml/2006/main">
            <a:r>
              <a:t>This 50-minute lesson teaches only the concepts and operations needed to acquire and analyze Lab 1 sound signals. Unrelated general examples from the source decks have been removed. Have the course notebook open before class. The pre-lab uses a simulated 320 Hz microphone tone and the same five rate multipliers as the laboratory; the classroom also uses a separate two-tone example to explain spectra.</a:t>
            </a:r>
          </a:p>
          <a:p xmlns:a="http://schemas.openxmlformats.org/drawingml/2006/main">
            <a:r>
              <a:t/>
            </a:r>
          </a:p>
          <a:p xmlns:a="http://schemas.openxmlformats.org/drawingml/2006/main">
            <a:r>
              <a:t>SOURCE: 2_Fundamentals.pdf; 3_Lab1_Theory.pdf; 4_Lab1_Exp.pdf.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0.5–1.5 minutes (1 minutes)</a:t>
            </a:r>
          </a:p>
          <a:p xmlns:a="http://schemas.openxmlformats.org/drawingml/2006/main">
            <a:r>
              <a:t/>
            </a:r>
          </a:p>
          <a:p xmlns:a="http://schemas.openxmlformats.org/drawingml/2006/main">
            <a:r>
              <a:t>A variable is a physical quantity or setting that influences the test. In this lab we intentionally vary sampling rate and examine its effect on the recorded sound. The microphone voltage is the measured response. Distance, gain, and source strength affect amplitude, so changing them along with sample rate would confuse our interpretation. Repeatable microphone position matters. Separate random noise, which increases scatter, from a repeatable interfering tone such as electrical hum. A tuning fork strike decays and two snaps are never identical; acknowledge these limits when comparing recordings.</a:t>
            </a:r>
          </a:p>
          <a:p xmlns:a="http://schemas.openxmlformats.org/drawingml/2006/main">
            <a:r>
              <a:t/>
            </a:r>
          </a:p>
          <a:p xmlns:a="http://schemas.openxmlformats.org/drawingml/2006/main">
            <a:r>
              <a:t>SOURCE: 2_Fundamentals.pdf p. 7; 3_Lab1_Theory.pdf p. 6.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1.5–3 minutes (1.5 minutes)</a:t>
            </a:r>
          </a:p>
          <a:p xmlns:a="http://schemas.openxmlformats.org/drawingml/2006/main">
            <a:r>
              <a:t/>
            </a:r>
          </a:p>
          <a:p xmlns:a="http://schemas.openxmlformats.org/drawingml/2006/main">
            <a:r>
              <a:t>Define signal as information about a measured physical quantity, waveform as its shape in time, magnitude as its size, and frequency as cycles per second for a periodic component. A complex periodic signal can contain harmonics at integer multiples of a fundamental f0. A whistle may be approximately periodic; a tuning fork produces a nearly sinusoidal oscillation with a decaying envelope, so the full record is not perfectly periodic. A finger snap is aperiodic and broadband. Do not assign a unique signal frequency to every transient merely because the FFT has a maximum.</a:t>
            </a:r>
          </a:p>
          <a:p xmlns:a="http://schemas.openxmlformats.org/drawingml/2006/main">
            <a:r>
              <a:t/>
            </a:r>
          </a:p>
          <a:p xmlns:a="http://schemas.openxmlformats.org/drawingml/2006/main">
            <a:r>
              <a:t>SOURCE: 2_Fundamentals.pdf p. 8; 3_Lab1_Theory.pdf p. 4.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3–4 minutes (1 minutes)</a:t>
            </a:r>
          </a:p>
          <a:p xmlns:a="http://schemas.openxmlformats.org/drawingml/2006/main">
            <a:r>
              <a:t/>
            </a:r>
          </a:p>
          <a:p xmlns:a="http://schemas.openxmlformats.org/drawingml/2006/main">
            <a:r>
              <a:t>An analog signal is continuous in time. Sampling alone makes time discrete; quantization makes the possible numerical amplitudes discrete. Together they produce a digital record. The stair-step sample-and-hold picture is not proof that the physical sound is stepped. More bits give finer voltage increments for a fixed input span; more samples per second give finer time spacing. These are independent choices. For an ideal B-bit ADC, the step is approximately voltage span divided by 2^B. Avoid claiming a device bit depth here because it is not given in these source slides. Without microphone sensitivity calibration, report volts, not pascals or sound-pressure level.</a:t>
            </a:r>
          </a:p>
          <a:p xmlns:a="http://schemas.openxmlformats.org/drawingml/2006/main">
            <a:r>
              <a:t/>
            </a:r>
          </a:p>
          <a:p xmlns:a="http://schemas.openxmlformats.org/drawingml/2006/main">
            <a:r>
              <a:t>SOURCE: 3_Lab1_Theory.pdf p. 3; 4_Lab1_Exp.pdf p. 10.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4–5.5 minutes (1.5 minutes)</a:t>
            </a:r>
          </a:p>
          <a:p xmlns:a="http://schemas.openxmlformats.org/drawingml/2006/main">
            <a:r>
              <a:t/>
            </a:r>
          </a:p>
          <a:p xmlns:a="http://schemas.openxmlformats.org/drawingml/2006/main">
            <a:r>
              <a:t>Start with one physical voltage tone before showing Python. Point vertically from zero to a crest for amplitude. Point between two neighboring crests for the period and connect period to frequency. Explain that phase sets the wave's starting position at t = 0; it does not change amplitude or frequency. Ask students for the units: volts, hertz, and degrees. Write x(t)=A0+A sin(2π f_signal t+φ). A0 is the vertical DC offset; amplitude is measured from that offset, not necessarily from zero. Angular frequency ω=2πf has units rad/s. The chart uses A0=0. T_signal=1/f_signal, and peak-to-peak amplitude is 2A.</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5.5–6.5 minutes (1 minutes)</a:t>
            </a:r>
          </a:p>
          <a:p xmlns:a="http://schemas.openxmlformats.org/drawingml/2006/main">
            <a:r>
              <a:t/>
            </a:r>
          </a:p>
          <a:p xmlns:a="http://schemas.openxmlformats.org/drawingml/2006/main">
            <a:r>
              <a:t>Compare identical amplitudes and frequencies. The gray reference peaks at 13.889 ms, while the blue wave peaks at 10.031 ms. Their separation is 3.858 ms, equal to 25/360 of a 55.556 ms cycle. Positive phase advances a sine wave. Phase is an angle, not a time: convert using the frequency. At time zero the blue voltage is 1.2 sin(25 degrees) = 0.507 V. NumPy takes radians, so phi1_deg is converted with deg2rad.</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6.5–7.5 minutes (1 minutes)</a:t>
            </a:r>
          </a:p>
          <a:p xmlns:a="http://schemas.openxmlformats.org/drawingml/2006/main">
            <a:r>
              <a:t/>
            </a:r>
          </a:p>
          <a:p xmlns:a="http://schemas.openxmlformats.org/drawingml/2006/main">
            <a:r>
              <a:t>Subscript one identifies the first component, not the sample number. f_signal means a physical component frequency; for this signal there are two such frequencies. Sine and cosine differ in phase reference, so interpret each phase with its stated function. Time t is measured in seconds. The shorthand degrees in the written phase must be converted to radians before numerical evaluation; the prepared notebook already does this. Frequency controls how fast the wave repeats, amplitude controls voltage size, and phase controls its starting position. None is the recorder sample rate. This 18/42 Hz mixture illustrates the concepts; the aligned pre-lab instead starts from a 320 Hz pure-tone reference and the laboratory rate multipliers.</a:t>
            </a:r>
          </a:p>
          <a:p xmlns:a="http://schemas.openxmlformats.org/drawingml/2006/main">
            <a:r>
              <a:t/>
            </a:r>
          </a:p>
          <a:p xmlns:a="http://schemas.openxmlformats.org/drawingml/2006/main">
            <a:r>
              <a:t>SOURCE: 3_Lab1_Theory.pdf p. 4; Fall 2026 Pre-Lab 1.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7.5–9.5 minutes (2 minutes)</a:t>
            </a:r>
          </a:p>
          <a:p xmlns:a="http://schemas.openxmlformats.org/drawingml/2006/main">
            <a:r>
              <a:t/>
            </a:r>
          </a:p>
          <a:p xmlns:a="http://schemas.openxmlformats.org/drawingml/2006/main">
            <a:r>
              <a:t>Both integrals run over the chosen record, from t0 to t0+T; sums run from n=0 to N−1. Mean is signed, so a large alternating signal can average to zero. RMS squares each value, averages, then square roots to return the original unit. Over complete cycles, distinct orthogonal tones add in mean square; this pre-lab gives sqrt((1.2²+0.45²)/2)=0.9062 V. This result assumes the full cycles and stated zero offset. A short or transient record depends on where recording starts and ends. RMS in volts cannot be compared directly with a reference frequency in hertz; compare frequency with frequency and voltage statistics with appropriate voltage references.</a:t>
            </a:r>
          </a:p>
          <a:p xmlns:a="http://schemas.openxmlformats.org/drawingml/2006/main">
            <a:r>
              <a:t/>
            </a:r>
          </a:p>
          <a:p xmlns:a="http://schemas.openxmlformats.org/drawingml/2006/main">
            <a:r>
              <a:t>SOURCE: 3_Lab1_Theory.pdf p. 5.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9.5–11 minutes (1.5 minutes)</a:t>
            </a:r>
          </a:p>
          <a:p xmlns:a="http://schemas.openxmlformats.org/drawingml/2006/main">
            <a:r>
              <a:t/>
            </a:r>
          </a:p>
          <a:p xmlns:a="http://schemas.openxmlformats.org/drawingml/2006/main">
            <a:r>
              <a:t>Say: We have two different clocks. The first belongs to the wave: how often does the voltage complete a cycle? That is f_signal. The second belongs to the recorder: how often do we store a voltage reading? That is f_s. The letter s means sampling, not signal. In the notebook, fs is the sampling rate, while f1 and f2 belong to the two tones. There is no single f_signal for a two-tone signal; we apply the term to each component. Ask: If I change fs from 126 to 336, does the 42 Hz tone become a 336 Hz tone? No. We get more readings of the same 42 Hz wave. Transition: We can now count how many readings fall within one cycle.</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11–12 minutes (1 minutes)</a:t>
            </a:r>
          </a:p>
          <a:p xmlns:a="http://schemas.openxmlformats.org/drawingml/2006/main">
            <a:r>
              <a:t/>
            </a:r>
          </a:p>
          <a:p xmlns:a="http://schemas.openxmlformats.org/drawingml/2006/main">
            <a:r>
              <a:t>Distinguish the signal period from the record duration. The signal may repeat hundreds of times while we record two seconds. In the example the last time is 1.999 s relative to the first, but the DFT record duration is 2 s. The Moku export includes time values: inspect their spacing and use the achieved rate, especially if a requested setting is rounded. Number of samples is dimensionless; sample rate is samples per second. This distinction matters later for audio playback.</a:t>
            </a:r>
          </a:p>
          <a:p xmlns:a="http://schemas.openxmlformats.org/drawingml/2006/main">
            <a:r>
              <a:t/>
            </a:r>
          </a:p>
          <a:p xmlns:a="http://schemas.openxmlformats.org/drawingml/2006/main">
            <a:r>
              <a:t>SOURCE: 3_Lab1_Theory.pdf p. 5; 4_Lab1_Exp.pdf p. 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12–13 minutes (1 minutes)</a:t>
            </a:r>
          </a:p>
          <a:p xmlns:a="http://schemas.openxmlformats.org/drawingml/2006/main">
            <a:r>
              <a:t/>
            </a:r>
          </a:p>
          <a:p xmlns:a="http://schemas.openxmlformats.org/drawingml/2006/main">
            <a:r>
              <a:t>Use the chart to distinguish the physical signal from its samples. The gray curve represents a dense numerical reference. Blue markers are the only values available to the data acquisition system at 48 Hz. Ask whether the connecting line proves what happened between samples. It does not.</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13–14.5 minutes (1.5 minutes)</a:t>
            </a:r>
          </a:p>
          <a:p xmlns:a="http://schemas.openxmlformats.org/drawingml/2006/main">
            <a:r>
              <a:t/>
            </a:r>
          </a:p>
          <a:p xmlns:a="http://schemas.openxmlformats.org/drawingml/2006/main">
            <a:r>
              <a:t>Say: f_max belongs to the signal. f_N belongs to the selected sampling rate. They are not two names for the same quantity. The sampling theorem tells us that a signal confined to frequencies below half the sampling rate can, in principle, be recovered from ideal uniform samples. For our ordinary real-valued voltage measurement starting at low frequency, we require fs greater than twice the highest frequency present. We use a strict inequality and leave margin in practice. The 42 Hz component is smaller in amplitude than the 18 Hz component, but it still determines the requirement. Ask: At fs = 126, what is f_N? Answer: 63 Hz. Is 42 below it? Yes. Transition: Why do we avoid exactly two samples per cycle?</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14.5–15.5 minutes (1 minutes)</a:t>
            </a:r>
          </a:p>
          <a:p xmlns:a="http://schemas.openxmlformats.org/drawingml/2006/main">
            <a:r>
              <a:t/>
            </a:r>
          </a:p>
          <a:p xmlns:a="http://schemas.openxmlformats.org/drawingml/2006/main">
            <a:r>
              <a:t>Say: This example uses a 42 Hz sine wave with zero phase, rather than our assigned two-tone waveform. Sample at exactly 84 samples per second. Every reading lands on a zero crossing, so all stored values are zero. A different starting phase gives different values, which is precisely why the boundary is unsafe for recovering an arbitrary sinusoid. The curve has not disappeared; the recording has missed it. This is a direct reason to write greater than, not equal to, twice the maximum frequency. Meeting the ideal theorem with three samples per cycle also does not mean straight lines between the readings reproduce the waveform. Reconstruction and a visually smooth connected plot are different tasks.</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15.5–17 minutes (1.5 minutes)</a:t>
            </a:r>
          </a:p>
          <a:p xmlns:a="http://schemas.openxmlformats.org/drawingml/2006/main">
            <a:r>
              <a:t/>
            </a:r>
          </a:p>
          <a:p xmlns:a="http://schemas.openxmlformats.org/drawingml/2006/main">
            <a:r>
              <a:t>Say: Look only at the red points first. These are the readings available to the recorder. The gray 42 Hz wave passes through every red point. The blue 6 Hz wave also passes through every red point. If I give you only these readings, you cannot decide which of these two waves produced them. That ambiguity is aliasing. At fs = 48, the displayed low-frequency interpretation is 6 Hz because 42 exceeds the 24 Hz Nyquist frequency. The source still oscillates at 42 Hz; sampling has lost the information needed to identify it. This plot isolates the second component of our signal. The 18 Hz component remains distinguishable in this case. The alias phase is chosen so both curves agree exactly at the sample times. Taking an FFT cannot recreate the missing information.</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17–18 minutes (1 minutes)</a:t>
            </a:r>
          </a:p>
          <a:p xmlns:a="http://schemas.openxmlformats.org/drawingml/2006/main">
            <a:r>
              <a:t/>
            </a:r>
          </a:p>
          <a:p xmlns:a="http://schemas.openxmlformats.org/drawingml/2006/main">
            <a:r>
              <a:t>At fs equal to f_signal, an ideal sinusoid is sampled at the same point of each cycle. Depending on starting phase, the samples form a nonzero constant or all zeros: the result looks like DC rather than the original oscillation. For more distant frequencies, do not apply a single subtraction blindly; fold into zero through fs/2 using the appropriate integer. Real multi-tone signals can have several aliases and overlaps. A smaller observed peak can be a filter effect instead of a clean unattenuated alias. Separate the ideal prediction from the instrument observation.</a:t>
            </a:r>
          </a:p>
          <a:p xmlns:a="http://schemas.openxmlformats.org/drawingml/2006/main">
            <a:r>
              <a:t/>
            </a:r>
          </a:p>
          <a:p xmlns:a="http://schemas.openxmlformats.org/drawingml/2006/main">
            <a:r>
              <a:t>SOURCE: 4_Lab1_Exp.pdf p. 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18–19.5 minutes (1.5 minutes)</a:t>
            </a:r>
          </a:p>
          <a:p xmlns:a="http://schemas.openxmlformats.org/drawingml/2006/main">
            <a:r>
              <a:t/>
            </a:r>
          </a:p>
          <a:p xmlns:a="http://schemas.openxmlformats.org/drawingml/2006/main">
            <a:r>
              <a:t>The prism analogy in the source separates a mixture into components. For sound, the components are sinusoidal frequencies rather than colors. A Fourier series uses discrete harmonics of a repeating waveform. A continuous transform describes a broader class of signals; it is not literally an ordinary integral that converges for every possible function. The DFT uses a finite record and a discrete frequency grid. Its definition is X[k]=sum from n=0 to N−1 of x[n] exp(−i2πkn/N), where k indexes frequency bins, n indexes time samples, and i²=−1. Students do not implement the formula; the prepared FFT calculates it. The complex coefficient carries amplitude and phase.</a:t>
            </a:r>
          </a:p>
          <a:p xmlns:a="http://schemas.openxmlformats.org/drawingml/2006/main">
            <a:r>
              <a:t/>
            </a:r>
          </a:p>
          <a:p xmlns:a="http://schemas.openxmlformats.org/drawingml/2006/main">
            <a:r>
              <a:t>SOURCE: 4_Lab1_Exp.pdf p. 7; 3_Lab1_Theory.pdf p. 4.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19.5–21 minutes (1.5 minutes)</a:t>
            </a:r>
          </a:p>
          <a:p xmlns:a="http://schemas.openxmlformats.org/drawingml/2006/main">
            <a:r>
              <a:t/>
            </a:r>
          </a:p>
          <a:p xmlns:a="http://schemas.openxmlformats.org/drawingml/2006/main">
            <a:r>
              <a:t>Say: The waveform answers what the voltage is doing as time passes. The frequency spectrum answers which repeating components are present. The FFT is an efficient calculation of the discrete Fourier transform. It compares the recorded samples with a set of sinusoidal patterns and returns their contributions. This plot is calculated from the same two-tone signal using 336 samples in one second, with no window taper in this particular teaching example. Both tones complete whole cycles and lie exactly on FFT bins. Therefore the one-sided amplitude spectrum has peaks at 18 and 42 Hz with amplitudes 1.20 and 0.45 V. The graph is not new data; it is another description of the same samples. We will discuss the notebook's Hann window after students can read the axes.</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21–22 minutes (1 minutes)</a:t>
            </a:r>
          </a:p>
          <a:p xmlns:a="http://schemas.openxmlformats.org/drawingml/2006/main">
            <a:r>
              <a:t/>
            </a:r>
          </a:p>
          <a:p xmlns:a="http://schemas.openxmlformats.org/drawingml/2006/main">
            <a:r>
              <a:t>Point to the 18 Hz peak on the previous figure and ask two separate questions: Where is it? How tall is it? Location gives frequency; height estimates amplitude using the chosen spectrum normalization. This lecture uses a one-sided amplitude spectrum, not a power spectral density. Power density would have different units such as volts squared per hertz. One-sided means showing the nonnegative frequencies for a real-valued time signal; the negative-frequency half contains matching information. The prepared code handles the scaling. Do not ask students to implement the FFT. A wrong sample-rate value used in analysis gives a wrong horizontal frequency axis, so always retain the actual recording rate.</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22–23.5 minutes (1.5 minutes)</a:t>
            </a:r>
          </a:p>
          <a:p xmlns:a="http://schemas.openxmlformats.org/drawingml/2006/main">
            <a:r>
              <a:t/>
            </a:r>
          </a:p>
          <a:p xmlns:a="http://schemas.openxmlformats.org/drawingml/2006/main">
            <a:r>
              <a:t>Say: The word bin simply means a position on the FFT frequency grid. For a one-second record the frequencies are zero, one, two, three hertz and so on up to the Nyquist boundary. For a quarter-second record they are zero, four, eight, twelve hertz and so on. Define N, fs and T_record before substituting numbers. Distinguish T_record from T_signal: one is how long we record, the other is how long the wave takes to repeat. N samples at times 0 through (N-1)/fs still correspond to an N/fs FFT record duration. We do not add a duplicate endpoint. Ask: Which change gives finer bin spacing, longer recording at fixed fs or only raising fs while keeping record duration fixed? Longer recording.</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23.5–25 minutes (1.5 minutes)</a:t>
            </a:r>
          </a:p>
          <a:p xmlns:a="http://schemas.openxmlformats.org/drawingml/2006/main">
            <a:r>
              <a:t/>
            </a:r>
          </a:p>
          <a:p xmlns:a="http://schemas.openxmlformats.org/drawingml/2006/main">
            <a:r>
              <a:t>Say: Here is a separate teaching example with a single 18.5 Hz tone recorded for one second at 128 samples per second. Its frequency is halfway between the 18 and 19 Hz FFT bins. The transform needs several bins to describe the finite record, so one physical tone produces a spread of spectral values. This is spectral leakage. The blue and gray curves are calculated from identical samples with two different windows. Do not interpret every neighboring nonzero bin as a separate physical tone. The notebook's quarter-second case has a similar issue: 18 and 42 Hz fall between four-hertz bins. Leakage is different from aliasing: leakage spreads a finite-record peak, while aliasing makes distinct input frequencies share the same samples.</a:t>
            </a:r>
          </a:p>
          <a:p xmlns:a="http://schemas.openxmlformats.org/drawingml/2006/main">
            <a:r>
              <a:t/>
            </a:r>
          </a:p>
          <a:p xmlns:a="http://schemas.openxmlformats.org/drawingml/2006/main">
            <a:r>
              <a:t>SOURCE: Earlier Lecture 02 teaching example; 4_Lab1_Exp.pdf pp. 7–8.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25–26 minutes (1 minutes)</a:t>
            </a:r>
          </a:p>
          <a:p xmlns:a="http://schemas.openxmlformats.org/drawingml/2006/main">
            <a:r>
              <a:t/>
            </a:r>
          </a:p>
          <a:p xmlns:a="http://schemas.openxmlformats.org/drawingml/2006/main">
            <a:r>
              <a:t>For an unwindowed pure tone, coherent sampling means f_signal=N_cycles*fs/N for integer N_cycles. This is the proper whole-cycle condition; the source board statement fs ≠ Nf is not a general leakage criterion. A longer record reduces bin spacing but does not guarantee zero leakage for every frequency. The Hann window reduces discontinuity effects at record boundaries, yet broader peaks can merge. Its coherent gain is the mean window weight. Real logger modes may filter or average, so record the acquisition mode and do not claim a low-rate result is solely aliasing without considering the signal path. Five to ten samples per highest-frequency cycle is a useful plotting rule of thumb from the source, not a universal guarantee of accuracy.</a:t>
            </a:r>
          </a:p>
          <a:p xmlns:a="http://schemas.openxmlformats.org/drawingml/2006/main">
            <a:r>
              <a:t/>
            </a:r>
          </a:p>
          <a:p xmlns:a="http://schemas.openxmlformats.org/drawingml/2006/main">
            <a:r>
              <a:t>SOURCE: 4_Lab1_Exp.pdf p. 8.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26–28.5 minutes (2.5 minutes)</a:t>
            </a:r>
          </a:p>
          <a:p xmlns:a="http://schemas.openxmlformats.org/drawingml/2006/main">
            <a:r>
              <a:t/>
            </a:r>
          </a:p>
          <a:p xmlns:a="http://schemas.openxmlformats.org/drawingml/2006/main">
            <a:r>
              <a:t>Point to the photographs from the supplied experiment deck: Moku:Go, microphone, and BNC plug. The accompanying local lab procedure identifies the two left connectors as inputs; verify the panel labels, not just the visual order. Select Data Logger after connecting to the correct serial-number device. Do not attach the microphone to an output. The microphone converts acoustic pressure variations into voltage; the DAQ records voltage. Tell students to verify a changing signal before collecting the full matrix. This is also the place to point out where the saved data will go.</a:t>
            </a:r>
          </a:p>
          <a:p xmlns:a="http://schemas.openxmlformats.org/drawingml/2006/main">
            <a:r>
              <a:t/>
            </a:r>
          </a:p>
          <a:p xmlns:a="http://schemas.openxmlformats.org/drawingml/2006/main">
            <a:r>
              <a:t>SOURCE: 4_Lab1_Exp.pdf p. 10; LAB1_MIE402.pdf p. 2.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28.5–30 minutes (1.5 minutes)</a:t>
            </a:r>
          </a:p>
          <a:p xmlns:a="http://schemas.openxmlformats.org/drawingml/2006/main">
            <a:r>
              <a:t/>
            </a:r>
          </a:p>
          <a:p xmlns:a="http://schemas.openxmlformats.org/drawingml/2006/main">
            <a:r>
              <a:t>Use the tuning-fork photo from the actual source file. Avoid touching the vibrating tines while recording. A fork mainly gives a decaying tone; a whistle can drift and contain harmonics; a snap is transient with energy over a broad range. Begin acquisition before a snap or use the available delayed start so the event falls inside the saved segment. A one-second record of silence with the event just outside it is not useful data. The original slides also show hand whistling; students can use an attainable sound source rather than spending lab time mastering a trick.</a:t>
            </a:r>
          </a:p>
          <a:p xmlns:a="http://schemas.openxmlformats.org/drawingml/2006/main">
            <a:r>
              <a:t/>
            </a:r>
          </a:p>
          <a:p xmlns:a="http://schemas.openxmlformats.org/drawingml/2006/main">
            <a:r>
              <a:t>SOURCE: 4_Lab1_Exp.pdf pp. 11–14.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30–31.5 minutes (1.5 minutes)</a:t>
            </a:r>
          </a:p>
          <a:p xmlns:a="http://schemas.openxmlformats.org/drawingml/2006/main">
            <a:r>
              <a:t/>
            </a:r>
          </a:p>
          <a:p xmlns:a="http://schemas.openxmlformats.org/drawingml/2006/main">
            <a:r>
              <a:t>The source task uses 100f, 10f, 3f, 1.4f, and 1f but does not define f for a broadband snap. Make this limitation explicit. For a snap, agree with the GTA on a reference from a high-rate pilot spectrum and record that choice; do not assert the dominant peak equals the highest frequency present. A whistle also has harmonics above its fundamental. Thus fs=3f_ref satisfies the theorem for an isolated reference tone, but might not capture all harmonics or transient bandwidth. Students must distinguish the intentionally chosen comparison reference from the actual highest significant input frequency.</a:t>
            </a:r>
          </a:p>
          <a:p xmlns:a="http://schemas.openxmlformats.org/drawingml/2006/main">
            <a:r>
              <a:t/>
            </a:r>
          </a:p>
          <a:p xmlns:a="http://schemas.openxmlformats.org/drawingml/2006/main">
            <a:r>
              <a:t>SOURCE: 4_Lab1_Exp.pdf p. 9; LAB1_MIE402.pdf p. 1.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31.5–34.5 minutes (3 minutes)</a:t>
            </a:r>
          </a:p>
          <a:p xmlns:a="http://schemas.openxmlformats.org/drawingml/2006/main">
            <a:r>
              <a:t/>
            </a:r>
          </a:p>
          <a:p xmlns:a="http://schemas.openxmlformats.org/drawingml/2006/main">
            <a:r>
              <a:t>Three sources times five rates gives a minimum of fifteen recordings. Extra repeats are useful if a recording is clipped, too noisy, or misses the event. For a single 256 Hz component at 358.4 samples per second, Nyquist is 179.2 Hz and the ideal alias is 102.4 Hz. At 256 samples per second, the ideal tone appears constant, with value determined by phase. The logger may round a requested rate; record achieved sample spacing and recalculate predictions from that. High multipliers are the assigned comparison cases, not guarantees that every possible broadband component is captured.</a:t>
            </a:r>
          </a:p>
          <a:p xmlns:a="http://schemas.openxmlformats.org/drawingml/2006/main">
            <a:r>
              <a:t/>
            </a:r>
          </a:p>
          <a:p xmlns:a="http://schemas.openxmlformats.org/drawingml/2006/main">
            <a:r>
              <a:t>SOURCE: 4_Lab1_Exp.pdf p. 9; LAB1_MIE402.pdf pp. 1–2.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34.5–37.5 minutes (3 minutes)</a:t>
            </a:r>
          </a:p>
          <a:p xmlns:a="http://schemas.openxmlformats.org/drawingml/2006/main">
            <a:r>
              <a:t/>
            </a:r>
          </a:p>
          <a:p xmlns:a="http://schemas.openxmlformats.org/drawingml/2006/main">
            <a:r>
              <a:t>Demonstrate the labels from the supplied Data Collection Procedure. The exact app layout can differ, so follow its labels and the GTA setup rather than inventing unverified button positions. Activate the correct input slider. Choose Immediate for recording as soon as the red button is pressed or Delayed to allow time to excite the source. Example prefix: fork256_fs2560_trial01. Keep raw recordings, not just screenshots. Flat-topped peaks suggest input clipping; a flat trace could mean an inactive input, loose connection, silence, or the special undersampled case, so use a known high-rate recording to troubleshoot.</a:t>
            </a:r>
          </a:p>
          <a:p xmlns:a="http://schemas.openxmlformats.org/drawingml/2006/main">
            <a:r>
              <a:t/>
            </a:r>
          </a:p>
          <a:p xmlns:a="http://schemas.openxmlformats.org/drawingml/2006/main">
            <a:r>
              <a:t>SOURCE: 4_Lab1_Exp.pdf pp. 9–10; LAB1_MIE402.pdf p. 2.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37.5–39.5 minutes (2 minutes)</a:t>
            </a:r>
          </a:p>
          <a:p xmlns:a="http://schemas.openxmlformats.org/drawingml/2006/main">
            <a:r>
              <a:t/>
            </a:r>
          </a:p>
          <a:p xmlns:a="http://schemas.openxmlformats.org/drawingml/2006/main">
            <a:r>
              <a:t>The local MATLAB script expects exp.moku.data(:,1) as time and column 2 as voltage for the active channel. Check the exported structure and channel rather than assuming every export is identical. MAT is a MATLAB data container; converting the file format does not repair poor sampling. Inspect adjacent time differences to estimate fs=1/Δt and check uniform spacing. Record N and T_record=N/fs. Confirm that the sound is visible within the recording window. Save rate, mode, duration, source identity, source frequency, input, distance, and trial notes with the file. The source explicitly asks students to take notes and measure everything needed for later analysis.</a:t>
            </a:r>
          </a:p>
          <a:p xmlns:a="http://schemas.openxmlformats.org/drawingml/2006/main">
            <a:r>
              <a:t/>
            </a:r>
          </a:p>
          <a:p xmlns:a="http://schemas.openxmlformats.org/drawingml/2006/main">
            <a:r>
              <a:t>SOURCE: 4_Lab1_Exp.pdf pp. 9, 16–17; LAB1_MIE402.pdf p. 3.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39.5–41.5 minutes (2 minutes)</a:t>
            </a:r>
          </a:p>
          <a:p xmlns:a="http://schemas.openxmlformats.org/drawingml/2006/main">
            <a:r>
              <a:t/>
            </a:r>
          </a:p>
          <a:p xmlns:a="http://schemas.openxmlformats.org/drawingml/2006/main">
            <a:r>
              <a:t>Explain a concrete case: 2000 samples recorded at 1000 samples per second last two seconds. Playing them at 2000 samples per second compresses them to one second and doubles perceived frequencies. The old helper calls sound(20*x,length(x)); its second argument is correct only for an exactly one-second record. Use the actual sample rate when running a corrected instructor-provided workflow. Do not assign students new code writing. The 20-times gain can also clip audio; use controlled gain and do not compare loudness across separately normalized files as if it were calibrated amplitude. Audio devices may reject low or unusual rates: document this and use approved resampling for listening. Resampling cannot restore frequencies already aliased during acquisition.</a:t>
            </a:r>
          </a:p>
          <a:p xmlns:a="http://schemas.openxmlformats.org/drawingml/2006/main">
            <a:r>
              <a:t/>
            </a:r>
          </a:p>
          <a:p xmlns:a="http://schemas.openxmlformats.org/drawingml/2006/main">
            <a:r>
              <a:t>SOURCE: 4_Lab1_Exp.pdf p. 16; LAB1_PlotSignal_PlaySound.m.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41.5–44 minutes (2.5 minutes)</a:t>
            </a:r>
          </a:p>
          <a:p xmlns:a="http://schemas.openxmlformats.org/drawingml/2006/main">
            <a:r>
              <a:t/>
            </a:r>
          </a:p>
          <a:p xmlns:a="http://schemas.openxmlformats.org/drawingml/2006/main">
            <a:r>
              <a:t>For a tuning fork, compare the spectral frequency with its stamped value and express relative error only against a valid nonzero reference. For RMS, use an appropriate voltage reference or the high-rate measurement, not the fork frequency. A decaying fork or snap has record-dependent RMS; compare matching windows where possible and state that separate strikes differ. The strongest FFT peak is not automatically the fundamental. Look for harmonics, noise, leakage, and clipping effects. A correct-looking RMS does not guarantee correct frequencies. A good report states the settings, predicts a result, reports a measured value with units, and explains any mismatch.</a:t>
            </a:r>
          </a:p>
          <a:p xmlns:a="http://schemas.openxmlformats.org/drawingml/2006/main">
            <a:r>
              <a:t/>
            </a:r>
          </a:p>
          <a:p xmlns:a="http://schemas.openxmlformats.org/drawingml/2006/main">
            <a:r>
              <a:t>SOURCE: 4_Lab1_Exp.pdf p. 16; LAB1_MIE402.pdf p. 1.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44–45.5 minutes (1.5 minutes)</a:t>
            </a:r>
          </a:p>
          <a:p xmlns:a="http://schemas.openxmlformats.org/drawingml/2006/main">
            <a:r>
              <a:t/>
            </a:r>
          </a:p>
          <a:p xmlns:a="http://schemas.openxmlformats.org/drawingml/2006/main">
            <a:r>
              <a:t>The local lab sheet explicitly requires GTA verification of one valid dataset and corresponding spectrum. Check that students can explain the peak rather than only display a plot. Keep the report concise using the current course template: the source outline includes a short abstract, introduction, method, results, comparison, discussion, conclusions, references, and appendices. Place long raw data and supporting detail in appendices rather than hiding the main evidence there. Report differences honestly: aliasing shifts represented frequencies, leakage spreads finite-record peaks, clipping changes waveform shape, and repeated sources can vary in amplitude. </a:t>
            </a:r>
          </a:p>
          <a:p xmlns:a="http://schemas.openxmlformats.org/drawingml/2006/main">
            <a:r>
              <a:t/>
            </a:r>
          </a:p>
          <a:p xmlns:a="http://schemas.openxmlformats.org/drawingml/2006/main">
            <a:r>
              <a:t>SOURCE: 4_Lab1_Exp.pdf pp. 17–18; LAB1_MIE402.pdf p. 1.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45.5–49 minutes (3.5 minutes)</a:t>
            </a:r>
          </a:p>
          <a:p xmlns:a="http://schemas.openxmlformats.org/drawingml/2006/main">
            <a:r>
              <a:t/>
            </a:r>
          </a:p>
          <a:p xmlns:a="http://schemas.openxmlformats.org/drawingml/2006/main">
            <a:r>
              <a:t>Open the aligned Pre-Lab 1 Colab notebook. The reference is a simulated clean 320 Hz tone with 0.80 V peak amplitude and 30 degree phase. Its frequency is a teaching value, not an assertion about a specific fork in the lab. The five rate multipliers exactly match the laboratory task. Point to the prediction table before running the FFT. Demonstrate running a code cell and editing a Markdown response with Shift+Enter. Students compare observed mean, RMS, and spectra with their predictions, then examine a second harmonic, record duration, and a playback-rate mistake. The last task is an acquisition checklist for a fork, whistle, and snap. No programming or missing-code completion is assigned. Do not fill their response tables during the demonstration. Use the instructor notes to discuss how a small RMS error can coexist with a wrong spectrum.</a:t>
            </a:r>
          </a:p>
          <a:p xmlns:a="http://schemas.openxmlformats.org/drawingml/2006/main">
            <a:r>
              <a:t/>
            </a:r>
          </a:p>
          <a:p xmlns:a="http://schemas.openxmlformats.org/drawingml/2006/main">
            <a:r>
              <a:t>SOURCE: Fall 2026 Pre-Lab 1; course Colab notebook.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49–50 minutes (1 minutes)</a:t>
            </a:r>
          </a:p>
          <a:p xmlns:a="http://schemas.openxmlformats.org/drawingml/2006/main">
            <a:r>
              <a:t/>
            </a:r>
          </a:p>
          <a:p xmlns:a="http://schemas.openxmlformats.org/drawingml/2006/main">
            <a:r>
              <a:t>Ask for short answers: the first is cycles per second of a physical component; the second is stored samples per second. Aliasing occurs because different input waves can share the same sample values. Students need MAT files, achieved rate, duration, channel and mode, source information, and notes, plus one GTA-checked result. The pre-lab is data analysis with provided code. Run all cells, keep figures visible, complete the explanations, and submit the requested HTML or PDF to Canvas before the student’s own section begins. Late pre-labs are not accepted. Finish by pointing to the clickable lecture, report template, and Colab links on the course website.</a:t>
            </a:r>
          </a:p>
          <a:p xmlns:a="http://schemas.openxmlformats.org/drawingml/2006/main">
            <a:r>
              <a:t/>
            </a:r>
          </a:p>
          <a:p xmlns:a="http://schemas.openxmlformats.org/drawingml/2006/main">
            <a:r>
              <a:t>SOURCE: Current Fall 2026 course policy. Adapted from supplied prior-course source materials and rewritten for Fall 2026. Native charts are calculated teaching examples, not measured laboratory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690b7ecb840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bdc70ebb7c46bd" /><Relationship Type="http://schemas.openxmlformats.org/officeDocument/2006/relationships/slideLayout" Target="/ppt/slideLayouts/slideLayout1.xml" Id="R35d5980b684347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d5980b684347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55cc8cb89c4f97" /><Relationship Type="http://schemas.openxmlformats.org/officeDocument/2006/relationships/notesSlide" Target="/ppt/notesSlides/notesSlide1.xml" Id="R388433cd3a9b48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4c0171b0da4d5c" /><Relationship Type="http://schemas.openxmlformats.org/officeDocument/2006/relationships/notesSlide" Target="/ppt/notesSlides/notesSlide2.xml" Id="R026ce87ec88e49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e5807aee3e44cb" /><Relationship Type="http://schemas.openxmlformats.org/officeDocument/2006/relationships/notesSlide" Target="/ppt/notesSlides/notesSlide3.xml" Id="R4d53f5dc3d6842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09c9bd690b439a" /><Relationship Type="http://schemas.openxmlformats.org/officeDocument/2006/relationships/notesSlide" Target="/ppt/notesSlides/notesSlide4.xml" Id="Ra3738a6143214c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619503258b4ace" /><Relationship Type="http://schemas.openxmlformats.org/officeDocument/2006/relationships/chart" Target="/ppt/slides/charts/chart1.xml" Id="R5dc4ef3b554b4126" /><Relationship Type="http://schemas.openxmlformats.org/officeDocument/2006/relationships/notesSlide" Target="/ppt/notesSlides/notesSlide5.xml" Id="R2492aeee047c4c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3eb6567fd94cea" /><Relationship Type="http://schemas.openxmlformats.org/officeDocument/2006/relationships/chart" Target="/ppt/slides/charts/chart2.xml" Id="Rcbae659d0d1348ef" /><Relationship Type="http://schemas.openxmlformats.org/officeDocument/2006/relationships/notesSlide" Target="/ppt/notesSlides/notesSlide6.xml" Id="R3f251df3f8d042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9f662e5f54464e" /><Relationship Type="http://schemas.openxmlformats.org/officeDocument/2006/relationships/notesSlide" Target="/ppt/notesSlides/notesSlide7.xml" Id="R382a431ad99f48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46e2c215fe43b6" /><Relationship Type="http://schemas.openxmlformats.org/officeDocument/2006/relationships/notesSlide" Target="/ppt/notesSlides/notesSlide8.xml" Id="R78718f503ee248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56d3b709c34a5f" /><Relationship Type="http://schemas.openxmlformats.org/officeDocument/2006/relationships/notesSlide" Target="/ppt/notesSlides/notesSlide9.xml" Id="Rf0413280dfef49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765c5d984e4990" /><Relationship Type="http://schemas.openxmlformats.org/officeDocument/2006/relationships/notesSlide" Target="/ppt/notesSlides/notesSlide10.xml" Id="R6cde256bc05345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43fd706a1d41bc" /><Relationship Type="http://schemas.openxmlformats.org/officeDocument/2006/relationships/chart" Target="/ppt/slides/charts/chart3.xml" Id="R83d8779cd01d4c6a" /><Relationship Type="http://schemas.openxmlformats.org/officeDocument/2006/relationships/notesSlide" Target="/ppt/notesSlides/notesSlide11.xml" Id="Rff1d65a2d19141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800c47940846bb" /><Relationship Type="http://schemas.openxmlformats.org/officeDocument/2006/relationships/notesSlide" Target="/ppt/notesSlides/notesSlide12.xml" Id="R1479ea1aa2c640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bea2c8f840243af" /><Relationship Type="http://schemas.openxmlformats.org/officeDocument/2006/relationships/chart" Target="/ppt/slides/charts/chart4.xml" Id="R02c80b8378c642a3" /><Relationship Type="http://schemas.openxmlformats.org/officeDocument/2006/relationships/notesSlide" Target="/ppt/notesSlides/notesSlide13.xml" Id="R559e02c6c7bb44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20a8ab3eac429d" /><Relationship Type="http://schemas.openxmlformats.org/officeDocument/2006/relationships/chart" Target="/ppt/slides/charts/chart5.xml" Id="Rf950a960cbc6428a" /><Relationship Type="http://schemas.openxmlformats.org/officeDocument/2006/relationships/notesSlide" Target="/ppt/notesSlides/notesSlide14.xml" Id="R989aefb7d33b42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1a4fb2c58944cd" /><Relationship Type="http://schemas.openxmlformats.org/officeDocument/2006/relationships/notesSlide" Target="/ppt/notesSlides/notesSlide15.xml" Id="Ra8b0b0ecf62e4e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8b9c44639e4844" /><Relationship Type="http://schemas.openxmlformats.org/officeDocument/2006/relationships/notesSlide" Target="/ppt/notesSlides/notesSlide16.xml" Id="Rb5060301c44043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acb8773a77844d4" /><Relationship Type="http://schemas.openxmlformats.org/officeDocument/2006/relationships/chart" Target="/ppt/slides/charts/chart6.xml" Id="R590ae0df9c8c44ca" /><Relationship Type="http://schemas.openxmlformats.org/officeDocument/2006/relationships/notesSlide" Target="/ppt/notesSlides/notesSlide17.xml" Id="Re9fd2c66b03543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bd8c7e2ed024ec1" /><Relationship Type="http://schemas.openxmlformats.org/officeDocument/2006/relationships/notesSlide" Target="/ppt/notesSlides/notesSlide18.xml" Id="R274b3b191dc145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ef5e98436c34d4a" /><Relationship Type="http://schemas.openxmlformats.org/officeDocument/2006/relationships/notesSlide" Target="/ppt/notesSlides/notesSlide19.xml" Id="Rd6e3bb641b1545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a29f8b6a36e4ecb" /><Relationship Type="http://schemas.openxmlformats.org/officeDocument/2006/relationships/chart" Target="/ppt/slides/charts/chart7.xml" Id="R86976c561ca244c7" /><Relationship Type="http://schemas.openxmlformats.org/officeDocument/2006/relationships/notesSlide" Target="/ppt/notesSlides/notesSlide20.xml" Id="R9755b761e48f42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4c41ea4d7ad43e9" /><Relationship Type="http://schemas.openxmlformats.org/officeDocument/2006/relationships/notesSlide" Target="/ppt/notesSlides/notesSlide21.xml" Id="Reff108c5cd0d44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a648c0e7f29410c" /><Relationship Type="http://schemas.openxmlformats.org/officeDocument/2006/relationships/image" Target="/ppt/media/image.jpeg" Id="R3d656f47640c4076" /><Relationship Type="http://schemas.openxmlformats.org/officeDocument/2006/relationships/notesSlide" Target="/ppt/notesSlides/notesSlide22.xml" Id="R5174fac94dca4a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230acb3e85141e2" /><Relationship Type="http://schemas.openxmlformats.org/officeDocument/2006/relationships/image" Target="/ppt/media/image2.jpeg" Id="R703b0f081f57470f" /><Relationship Type="http://schemas.openxmlformats.org/officeDocument/2006/relationships/notesSlide" Target="/ppt/notesSlides/notesSlide23.xml" Id="R0b24eedc2b9542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c9ef54931f549ac" /><Relationship Type="http://schemas.openxmlformats.org/officeDocument/2006/relationships/notesSlide" Target="/ppt/notesSlides/notesSlide24.xml" Id="R9be05b34b83f4f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ed254d801364944" /><Relationship Type="http://schemas.openxmlformats.org/officeDocument/2006/relationships/notesSlide" Target="/ppt/notesSlides/notesSlide25.xml" Id="R86d4b0652ade4a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82e92fc302540bc" /><Relationship Type="http://schemas.openxmlformats.org/officeDocument/2006/relationships/notesSlide" Target="/ppt/notesSlides/notesSlide26.xml" Id="R799e93cb49ef495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0f8b6213d844163" /><Relationship Type="http://schemas.openxmlformats.org/officeDocument/2006/relationships/notesSlide" Target="/ppt/notesSlides/notesSlide27.xml" Id="Ra34bcc4685a3470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066eb6cd0f247b3" /><Relationship Type="http://schemas.openxmlformats.org/officeDocument/2006/relationships/notesSlide" Target="/ppt/notesSlides/notesSlide28.xml" Id="Rea5f5a95d00a4c5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df506ef724e4bf4" /><Relationship Type="http://schemas.openxmlformats.org/officeDocument/2006/relationships/notesSlide" Target="/ppt/notesSlides/notesSlide29.xml" Id="R021e6600e78d44b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ed93aad5ee847ea" /><Relationship Type="http://schemas.openxmlformats.org/officeDocument/2006/relationships/notesSlide" Target="/ppt/notesSlides/notesSlide30.xml" Id="R7a2d5e55dff448f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d87d9fda4744ad5" /><Relationship Type="http://schemas.openxmlformats.org/officeDocument/2006/relationships/notesSlide" Target="/ppt/notesSlides/notesSlide31.xml" Id="R00a744555142452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097404914704abe" /><Relationship Type="http://schemas.openxmlformats.org/officeDocument/2006/relationships/notesSlide" Target="/ppt/notesSlides/notesSlide32.xml" Id="R52558fa9895e4a1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er>
          <c:idx val="0"/>
          <c:order val="0"/>
          <c:tx>
            <c:v>25 degree phase</c:v>
          </c:tx>
          <c:spPr>
            <a:ln xmlns:a="http://schemas.openxmlformats.org/drawingml/2006/main" w="28575">
              <a:solidFill>
                <a:srgbClr val="286BB0"/>
              </a:solidFill>
            </a:ln>
          </c:spPr>
          <c:marker>
            <c:symbol val="none"/>
            <c:size val="7"/>
            <c:spPr>
              <a:solidFill xmlns:a="http://schemas.openxmlformats.org/drawingml/2006/main">
                <a:srgbClr val="286BB0"/>
              </a:solidFill>
            </c:spPr>
          </c:marker>
          <c:xVal>
            <c:numRef>
              <c:f>'Chart Data'!$A$2:$A$402</c:f>
              <c:numCache>
                <c:formatCode>General</c:formatCode>
                <c:ptCount val="401"/>
                <c:pt idx="0">
                  <c:v>0</c:v>
                </c:pt>
                <c:pt idx="1">
                  <c:v>0.275</c:v>
                </c:pt>
                <c:pt idx="2">
                  <c:v>0.55</c:v>
                </c:pt>
                <c:pt idx="3">
                  <c:v>0.825</c:v>
                </c:pt>
                <c:pt idx="4">
                  <c:v>1.1</c:v>
                </c:pt>
                <c:pt idx="5">
                  <c:v>1.375</c:v>
                </c:pt>
                <c:pt idx="6">
                  <c:v>1.65</c:v>
                </c:pt>
                <c:pt idx="7">
                  <c:v>1.925</c:v>
                </c:pt>
                <c:pt idx="8">
                  <c:v>2.2</c:v>
                </c:pt>
                <c:pt idx="9">
                  <c:v>2.475</c:v>
                </c:pt>
                <c:pt idx="10">
                  <c:v>2.75</c:v>
                </c:pt>
                <c:pt idx="11">
                  <c:v>3.025</c:v>
                </c:pt>
                <c:pt idx="12">
                  <c:v>3.3</c:v>
                </c:pt>
                <c:pt idx="13">
                  <c:v>3.575</c:v>
                </c:pt>
                <c:pt idx="14">
                  <c:v>3.85</c:v>
                </c:pt>
                <c:pt idx="15">
                  <c:v>4.125</c:v>
                </c:pt>
                <c:pt idx="16">
                  <c:v>4.4</c:v>
                </c:pt>
                <c:pt idx="17">
                  <c:v>4.675</c:v>
                </c:pt>
                <c:pt idx="18">
                  <c:v>4.95</c:v>
                </c:pt>
                <c:pt idx="19">
                  <c:v>5.225</c:v>
                </c:pt>
                <c:pt idx="20">
                  <c:v>5.5</c:v>
                </c:pt>
                <c:pt idx="21">
                  <c:v>5.775</c:v>
                </c:pt>
                <c:pt idx="22">
                  <c:v>6.05</c:v>
                </c:pt>
                <c:pt idx="23">
                  <c:v>6.325</c:v>
                </c:pt>
                <c:pt idx="24">
                  <c:v>6.6</c:v>
                </c:pt>
                <c:pt idx="25">
                  <c:v>6.875</c:v>
                </c:pt>
                <c:pt idx="26">
                  <c:v>7.15</c:v>
                </c:pt>
                <c:pt idx="27">
                  <c:v>7.425</c:v>
                </c:pt>
                <c:pt idx="28">
                  <c:v>7.7</c:v>
                </c:pt>
                <c:pt idx="29">
                  <c:v>7.975</c:v>
                </c:pt>
                <c:pt idx="30">
                  <c:v>8.25</c:v>
                </c:pt>
                <c:pt idx="31">
                  <c:v>8.525</c:v>
                </c:pt>
                <c:pt idx="32">
                  <c:v>8.8</c:v>
                </c:pt>
                <c:pt idx="33">
                  <c:v>9.075</c:v>
                </c:pt>
                <c:pt idx="34">
                  <c:v>9.35</c:v>
                </c:pt>
                <c:pt idx="35">
                  <c:v>9.625</c:v>
                </c:pt>
                <c:pt idx="36">
                  <c:v>9.9</c:v>
                </c:pt>
                <c:pt idx="37">
                  <c:v>10.175</c:v>
                </c:pt>
                <c:pt idx="38">
                  <c:v>10.45</c:v>
                </c:pt>
                <c:pt idx="39">
                  <c:v>10.725</c:v>
                </c:pt>
                <c:pt idx="40">
                  <c:v>11</c:v>
                </c:pt>
                <c:pt idx="41">
                  <c:v>11.275</c:v>
                </c:pt>
                <c:pt idx="42">
                  <c:v>11.55</c:v>
                </c:pt>
                <c:pt idx="43">
                  <c:v>11.825</c:v>
                </c:pt>
                <c:pt idx="44">
                  <c:v>12.1</c:v>
                </c:pt>
                <c:pt idx="45">
                  <c:v>12.375</c:v>
                </c:pt>
                <c:pt idx="46">
                  <c:v>12.65</c:v>
                </c:pt>
                <c:pt idx="47">
                  <c:v>12.925</c:v>
                </c:pt>
                <c:pt idx="48">
                  <c:v>13.2</c:v>
                </c:pt>
                <c:pt idx="49">
                  <c:v>13.475</c:v>
                </c:pt>
                <c:pt idx="50">
                  <c:v>13.75</c:v>
                </c:pt>
                <c:pt idx="51">
                  <c:v>14.025</c:v>
                </c:pt>
                <c:pt idx="52">
                  <c:v>14.3</c:v>
                </c:pt>
                <c:pt idx="53">
                  <c:v>14.575</c:v>
                </c:pt>
                <c:pt idx="54">
                  <c:v>14.85</c:v>
                </c:pt>
                <c:pt idx="55">
                  <c:v>15.125</c:v>
                </c:pt>
                <c:pt idx="56">
                  <c:v>15.4</c:v>
                </c:pt>
                <c:pt idx="57">
                  <c:v>15.675</c:v>
                </c:pt>
                <c:pt idx="58">
                  <c:v>15.95</c:v>
                </c:pt>
                <c:pt idx="59">
                  <c:v>16.225</c:v>
                </c:pt>
                <c:pt idx="60">
                  <c:v>16.5</c:v>
                </c:pt>
                <c:pt idx="61">
                  <c:v>16.775</c:v>
                </c:pt>
                <c:pt idx="62">
                  <c:v>17.05</c:v>
                </c:pt>
                <c:pt idx="63">
                  <c:v>17.325</c:v>
                </c:pt>
                <c:pt idx="64">
                  <c:v>17.6</c:v>
                </c:pt>
                <c:pt idx="65">
                  <c:v>17.875</c:v>
                </c:pt>
                <c:pt idx="66">
                  <c:v>18.15</c:v>
                </c:pt>
                <c:pt idx="67">
                  <c:v>18.425</c:v>
                </c:pt>
                <c:pt idx="68">
                  <c:v>18.7</c:v>
                </c:pt>
                <c:pt idx="69">
                  <c:v>18.975</c:v>
                </c:pt>
                <c:pt idx="70">
                  <c:v>19.25</c:v>
                </c:pt>
                <c:pt idx="71">
                  <c:v>19.525</c:v>
                </c:pt>
                <c:pt idx="72">
                  <c:v>19.8</c:v>
                </c:pt>
                <c:pt idx="73">
                  <c:v>20.075</c:v>
                </c:pt>
                <c:pt idx="74">
                  <c:v>20.35</c:v>
                </c:pt>
                <c:pt idx="75">
                  <c:v>20.625</c:v>
                </c:pt>
                <c:pt idx="76">
                  <c:v>20.9</c:v>
                </c:pt>
                <c:pt idx="77">
                  <c:v>21.175</c:v>
                </c:pt>
                <c:pt idx="78">
                  <c:v>21.45</c:v>
                </c:pt>
                <c:pt idx="79">
                  <c:v>21.725</c:v>
                </c:pt>
                <c:pt idx="80">
                  <c:v>22</c:v>
                </c:pt>
                <c:pt idx="81">
                  <c:v>22.275</c:v>
                </c:pt>
                <c:pt idx="82">
                  <c:v>22.55</c:v>
                </c:pt>
                <c:pt idx="83">
                  <c:v>22.825</c:v>
                </c:pt>
                <c:pt idx="84">
                  <c:v>23.1</c:v>
                </c:pt>
                <c:pt idx="85">
                  <c:v>23.375</c:v>
                </c:pt>
                <c:pt idx="86">
                  <c:v>23.65</c:v>
                </c:pt>
                <c:pt idx="87">
                  <c:v>23.925</c:v>
                </c:pt>
                <c:pt idx="88">
                  <c:v>24.2</c:v>
                </c:pt>
                <c:pt idx="89">
                  <c:v>24.475</c:v>
                </c:pt>
                <c:pt idx="90">
                  <c:v>24.75</c:v>
                </c:pt>
                <c:pt idx="91">
                  <c:v>25.025</c:v>
                </c:pt>
                <c:pt idx="92">
                  <c:v>25.3</c:v>
                </c:pt>
                <c:pt idx="93">
                  <c:v>25.575</c:v>
                </c:pt>
                <c:pt idx="94">
                  <c:v>25.85</c:v>
                </c:pt>
                <c:pt idx="95">
                  <c:v>26.125</c:v>
                </c:pt>
                <c:pt idx="96">
                  <c:v>26.4</c:v>
                </c:pt>
                <c:pt idx="97">
                  <c:v>26.675</c:v>
                </c:pt>
                <c:pt idx="98">
                  <c:v>26.95</c:v>
                </c:pt>
                <c:pt idx="99">
                  <c:v>27.225</c:v>
                </c:pt>
                <c:pt idx="100">
                  <c:v>27.5</c:v>
                </c:pt>
                <c:pt idx="101">
                  <c:v>27.775</c:v>
                </c:pt>
                <c:pt idx="102">
                  <c:v>28.05</c:v>
                </c:pt>
                <c:pt idx="103">
                  <c:v>28.325</c:v>
                </c:pt>
                <c:pt idx="104">
                  <c:v>28.6</c:v>
                </c:pt>
                <c:pt idx="105">
                  <c:v>28.875</c:v>
                </c:pt>
                <c:pt idx="106">
                  <c:v>29.15</c:v>
                </c:pt>
                <c:pt idx="107">
                  <c:v>29.425</c:v>
                </c:pt>
                <c:pt idx="108">
                  <c:v>29.7</c:v>
                </c:pt>
                <c:pt idx="109">
                  <c:v>29.975</c:v>
                </c:pt>
                <c:pt idx="110">
                  <c:v>30.25</c:v>
                </c:pt>
                <c:pt idx="111">
                  <c:v>30.525</c:v>
                </c:pt>
                <c:pt idx="112">
                  <c:v>30.8</c:v>
                </c:pt>
                <c:pt idx="113">
                  <c:v>31.075</c:v>
                </c:pt>
                <c:pt idx="114">
                  <c:v>31.35</c:v>
                </c:pt>
                <c:pt idx="115">
                  <c:v>31.625</c:v>
                </c:pt>
                <c:pt idx="116">
                  <c:v>31.9</c:v>
                </c:pt>
                <c:pt idx="117">
                  <c:v>32.175</c:v>
                </c:pt>
                <c:pt idx="118">
                  <c:v>32.45</c:v>
                </c:pt>
                <c:pt idx="119">
                  <c:v>32.725</c:v>
                </c:pt>
                <c:pt idx="120">
                  <c:v>33</c:v>
                </c:pt>
                <c:pt idx="121">
                  <c:v>33.275</c:v>
                </c:pt>
                <c:pt idx="122">
                  <c:v>33.55</c:v>
                </c:pt>
                <c:pt idx="123">
                  <c:v>33.825</c:v>
                </c:pt>
                <c:pt idx="124">
                  <c:v>34.1</c:v>
                </c:pt>
                <c:pt idx="125">
                  <c:v>34.375</c:v>
                </c:pt>
                <c:pt idx="126">
                  <c:v>34.65</c:v>
                </c:pt>
                <c:pt idx="127">
                  <c:v>34.925</c:v>
                </c:pt>
                <c:pt idx="128">
                  <c:v>35.2</c:v>
                </c:pt>
                <c:pt idx="129">
                  <c:v>35.475</c:v>
                </c:pt>
                <c:pt idx="130">
                  <c:v>35.75</c:v>
                </c:pt>
                <c:pt idx="131">
                  <c:v>36.025</c:v>
                </c:pt>
                <c:pt idx="132">
                  <c:v>36.3</c:v>
                </c:pt>
                <c:pt idx="133">
                  <c:v>36.575</c:v>
                </c:pt>
                <c:pt idx="134">
                  <c:v>36.85</c:v>
                </c:pt>
                <c:pt idx="135">
                  <c:v>37.125</c:v>
                </c:pt>
                <c:pt idx="136">
                  <c:v>37.4</c:v>
                </c:pt>
                <c:pt idx="137">
                  <c:v>37.675</c:v>
                </c:pt>
                <c:pt idx="138">
                  <c:v>37.95</c:v>
                </c:pt>
                <c:pt idx="139">
                  <c:v>38.225</c:v>
                </c:pt>
                <c:pt idx="140">
                  <c:v>38.5</c:v>
                </c:pt>
                <c:pt idx="141">
                  <c:v>38.775</c:v>
                </c:pt>
                <c:pt idx="142">
                  <c:v>39.05</c:v>
                </c:pt>
                <c:pt idx="143">
                  <c:v>39.325</c:v>
                </c:pt>
                <c:pt idx="144">
                  <c:v>39.6</c:v>
                </c:pt>
                <c:pt idx="145">
                  <c:v>39.875</c:v>
                </c:pt>
                <c:pt idx="146">
                  <c:v>40.15</c:v>
                </c:pt>
                <c:pt idx="147">
                  <c:v>40.425</c:v>
                </c:pt>
                <c:pt idx="148">
                  <c:v>40.7</c:v>
                </c:pt>
                <c:pt idx="149">
                  <c:v>40.975</c:v>
                </c:pt>
                <c:pt idx="150">
                  <c:v>41.25</c:v>
                </c:pt>
                <c:pt idx="151">
                  <c:v>41.525</c:v>
                </c:pt>
                <c:pt idx="152">
                  <c:v>41.8</c:v>
                </c:pt>
                <c:pt idx="153">
                  <c:v>42.075</c:v>
                </c:pt>
                <c:pt idx="154">
                  <c:v>42.35</c:v>
                </c:pt>
                <c:pt idx="155">
                  <c:v>42.625</c:v>
                </c:pt>
                <c:pt idx="156">
                  <c:v>42.9</c:v>
                </c:pt>
                <c:pt idx="157">
                  <c:v>43.175</c:v>
                </c:pt>
                <c:pt idx="158">
                  <c:v>43.45</c:v>
                </c:pt>
                <c:pt idx="159">
                  <c:v>43.725</c:v>
                </c:pt>
                <c:pt idx="160">
                  <c:v>44</c:v>
                </c:pt>
                <c:pt idx="161">
                  <c:v>44.275</c:v>
                </c:pt>
                <c:pt idx="162">
                  <c:v>44.55</c:v>
                </c:pt>
                <c:pt idx="163">
                  <c:v>44.825</c:v>
                </c:pt>
                <c:pt idx="164">
                  <c:v>45.1</c:v>
                </c:pt>
                <c:pt idx="165">
                  <c:v>45.375</c:v>
                </c:pt>
                <c:pt idx="166">
                  <c:v>45.65</c:v>
                </c:pt>
                <c:pt idx="167">
                  <c:v>45.925</c:v>
                </c:pt>
                <c:pt idx="168">
                  <c:v>46.2</c:v>
                </c:pt>
                <c:pt idx="169">
                  <c:v>46.475</c:v>
                </c:pt>
                <c:pt idx="170">
                  <c:v>46.75</c:v>
                </c:pt>
                <c:pt idx="171">
                  <c:v>47.025</c:v>
                </c:pt>
                <c:pt idx="172">
                  <c:v>47.3</c:v>
                </c:pt>
                <c:pt idx="173">
                  <c:v>47.575</c:v>
                </c:pt>
                <c:pt idx="174">
                  <c:v>47.85</c:v>
                </c:pt>
                <c:pt idx="175">
                  <c:v>48.125</c:v>
                </c:pt>
                <c:pt idx="176">
                  <c:v>48.4</c:v>
                </c:pt>
                <c:pt idx="177">
                  <c:v>48.675</c:v>
                </c:pt>
                <c:pt idx="178">
                  <c:v>48.95</c:v>
                </c:pt>
                <c:pt idx="179">
                  <c:v>49.225</c:v>
                </c:pt>
                <c:pt idx="180">
                  <c:v>49.5</c:v>
                </c:pt>
                <c:pt idx="181">
                  <c:v>49.775</c:v>
                </c:pt>
                <c:pt idx="182">
                  <c:v>50.05</c:v>
                </c:pt>
                <c:pt idx="183">
                  <c:v>50.325</c:v>
                </c:pt>
                <c:pt idx="184">
                  <c:v>50.6</c:v>
                </c:pt>
                <c:pt idx="185">
                  <c:v>50.875</c:v>
                </c:pt>
                <c:pt idx="186">
                  <c:v>51.15</c:v>
                </c:pt>
                <c:pt idx="187">
                  <c:v>51.425</c:v>
                </c:pt>
                <c:pt idx="188">
                  <c:v>51.7</c:v>
                </c:pt>
                <c:pt idx="189">
                  <c:v>51.975</c:v>
                </c:pt>
                <c:pt idx="190">
                  <c:v>52.25</c:v>
                </c:pt>
                <c:pt idx="191">
                  <c:v>52.525</c:v>
                </c:pt>
                <c:pt idx="192">
                  <c:v>52.8</c:v>
                </c:pt>
                <c:pt idx="193">
                  <c:v>53.075</c:v>
                </c:pt>
                <c:pt idx="194">
                  <c:v>53.35</c:v>
                </c:pt>
                <c:pt idx="195">
                  <c:v>53.625</c:v>
                </c:pt>
                <c:pt idx="196">
                  <c:v>53.9</c:v>
                </c:pt>
                <c:pt idx="197">
                  <c:v>54.175</c:v>
                </c:pt>
                <c:pt idx="198">
                  <c:v>54.45</c:v>
                </c:pt>
                <c:pt idx="199">
                  <c:v>54.725</c:v>
                </c:pt>
                <c:pt idx="200">
                  <c:v>55</c:v>
                </c:pt>
                <c:pt idx="201">
                  <c:v>55.275</c:v>
                </c:pt>
                <c:pt idx="202">
                  <c:v>55.55</c:v>
                </c:pt>
                <c:pt idx="203">
                  <c:v>55.825</c:v>
                </c:pt>
                <c:pt idx="204">
                  <c:v>56.1</c:v>
                </c:pt>
                <c:pt idx="205">
                  <c:v>56.375</c:v>
                </c:pt>
                <c:pt idx="206">
                  <c:v>56.65</c:v>
                </c:pt>
                <c:pt idx="207">
                  <c:v>56.925</c:v>
                </c:pt>
                <c:pt idx="208">
                  <c:v>57.2</c:v>
                </c:pt>
                <c:pt idx="209">
                  <c:v>57.475</c:v>
                </c:pt>
                <c:pt idx="210">
                  <c:v>57.75</c:v>
                </c:pt>
                <c:pt idx="211">
                  <c:v>58.025</c:v>
                </c:pt>
                <c:pt idx="212">
                  <c:v>58.3</c:v>
                </c:pt>
                <c:pt idx="213">
                  <c:v>58.575</c:v>
                </c:pt>
                <c:pt idx="214">
                  <c:v>58.85</c:v>
                </c:pt>
                <c:pt idx="215">
                  <c:v>59.125</c:v>
                </c:pt>
                <c:pt idx="216">
                  <c:v>59.4</c:v>
                </c:pt>
                <c:pt idx="217">
                  <c:v>59.675</c:v>
                </c:pt>
                <c:pt idx="218">
                  <c:v>59.95</c:v>
                </c:pt>
                <c:pt idx="219">
                  <c:v>60.225</c:v>
                </c:pt>
                <c:pt idx="220">
                  <c:v>60.5</c:v>
                </c:pt>
                <c:pt idx="221">
                  <c:v>60.775</c:v>
                </c:pt>
                <c:pt idx="222">
                  <c:v>61.05</c:v>
                </c:pt>
                <c:pt idx="223">
                  <c:v>61.325</c:v>
                </c:pt>
                <c:pt idx="224">
                  <c:v>61.6</c:v>
                </c:pt>
                <c:pt idx="225">
                  <c:v>61.875</c:v>
                </c:pt>
                <c:pt idx="226">
                  <c:v>62.15</c:v>
                </c:pt>
                <c:pt idx="227">
                  <c:v>62.425</c:v>
                </c:pt>
                <c:pt idx="228">
                  <c:v>62.7</c:v>
                </c:pt>
                <c:pt idx="229">
                  <c:v>62.975</c:v>
                </c:pt>
                <c:pt idx="230">
                  <c:v>63.25</c:v>
                </c:pt>
                <c:pt idx="231">
                  <c:v>63.525</c:v>
                </c:pt>
                <c:pt idx="232">
                  <c:v>63.8</c:v>
                </c:pt>
                <c:pt idx="233">
                  <c:v>64.075</c:v>
                </c:pt>
                <c:pt idx="234">
                  <c:v>64.35</c:v>
                </c:pt>
                <c:pt idx="235">
                  <c:v>64.625</c:v>
                </c:pt>
                <c:pt idx="236">
                  <c:v>64.9</c:v>
                </c:pt>
                <c:pt idx="237">
                  <c:v>65.175</c:v>
                </c:pt>
                <c:pt idx="238">
                  <c:v>65.45</c:v>
                </c:pt>
                <c:pt idx="239">
                  <c:v>65.725</c:v>
                </c:pt>
                <c:pt idx="240">
                  <c:v>66</c:v>
                </c:pt>
                <c:pt idx="241">
                  <c:v>66.275</c:v>
                </c:pt>
                <c:pt idx="242">
                  <c:v>66.55</c:v>
                </c:pt>
                <c:pt idx="243">
                  <c:v>66.825</c:v>
                </c:pt>
                <c:pt idx="244">
                  <c:v>67.1</c:v>
                </c:pt>
                <c:pt idx="245">
                  <c:v>67.375</c:v>
                </c:pt>
                <c:pt idx="246">
                  <c:v>67.65</c:v>
                </c:pt>
                <c:pt idx="247">
                  <c:v>67.925</c:v>
                </c:pt>
                <c:pt idx="248">
                  <c:v>68.2</c:v>
                </c:pt>
                <c:pt idx="249">
                  <c:v>68.475</c:v>
                </c:pt>
                <c:pt idx="250">
                  <c:v>68.75</c:v>
                </c:pt>
                <c:pt idx="251">
                  <c:v>69.025</c:v>
                </c:pt>
                <c:pt idx="252">
                  <c:v>69.3</c:v>
                </c:pt>
                <c:pt idx="253">
                  <c:v>69.575</c:v>
                </c:pt>
                <c:pt idx="254">
                  <c:v>69.85</c:v>
                </c:pt>
                <c:pt idx="255">
                  <c:v>70.125</c:v>
                </c:pt>
                <c:pt idx="256">
                  <c:v>70.4</c:v>
                </c:pt>
                <c:pt idx="257">
                  <c:v>70.675</c:v>
                </c:pt>
                <c:pt idx="258">
                  <c:v>70.95</c:v>
                </c:pt>
                <c:pt idx="259">
                  <c:v>71.225</c:v>
                </c:pt>
                <c:pt idx="260">
                  <c:v>71.5</c:v>
                </c:pt>
                <c:pt idx="261">
                  <c:v>71.775</c:v>
                </c:pt>
                <c:pt idx="262">
                  <c:v>72.05</c:v>
                </c:pt>
                <c:pt idx="263">
                  <c:v>72.325</c:v>
                </c:pt>
                <c:pt idx="264">
                  <c:v>72.6</c:v>
                </c:pt>
                <c:pt idx="265">
                  <c:v>72.875</c:v>
                </c:pt>
                <c:pt idx="266">
                  <c:v>73.15</c:v>
                </c:pt>
                <c:pt idx="267">
                  <c:v>73.425</c:v>
                </c:pt>
                <c:pt idx="268">
                  <c:v>73.7</c:v>
                </c:pt>
                <c:pt idx="269">
                  <c:v>73.975</c:v>
                </c:pt>
                <c:pt idx="270">
                  <c:v>74.25</c:v>
                </c:pt>
                <c:pt idx="271">
                  <c:v>74.525</c:v>
                </c:pt>
                <c:pt idx="272">
                  <c:v>74.8</c:v>
                </c:pt>
                <c:pt idx="273">
                  <c:v>75.075</c:v>
                </c:pt>
                <c:pt idx="274">
                  <c:v>75.35</c:v>
                </c:pt>
                <c:pt idx="275">
                  <c:v>75.625</c:v>
                </c:pt>
                <c:pt idx="276">
                  <c:v>75.9</c:v>
                </c:pt>
                <c:pt idx="277">
                  <c:v>76.175</c:v>
                </c:pt>
                <c:pt idx="278">
                  <c:v>76.45</c:v>
                </c:pt>
                <c:pt idx="279">
                  <c:v>76.725</c:v>
                </c:pt>
                <c:pt idx="280">
                  <c:v>77</c:v>
                </c:pt>
                <c:pt idx="281">
                  <c:v>77.275</c:v>
                </c:pt>
                <c:pt idx="282">
                  <c:v>77.55</c:v>
                </c:pt>
                <c:pt idx="283">
                  <c:v>77.825</c:v>
                </c:pt>
                <c:pt idx="284">
                  <c:v>78.1</c:v>
                </c:pt>
                <c:pt idx="285">
                  <c:v>78.375</c:v>
                </c:pt>
                <c:pt idx="286">
                  <c:v>78.65</c:v>
                </c:pt>
                <c:pt idx="287">
                  <c:v>78.925</c:v>
                </c:pt>
                <c:pt idx="288">
                  <c:v>79.2</c:v>
                </c:pt>
                <c:pt idx="289">
                  <c:v>79.475</c:v>
                </c:pt>
                <c:pt idx="290">
                  <c:v>79.75</c:v>
                </c:pt>
                <c:pt idx="291">
                  <c:v>80.025</c:v>
                </c:pt>
                <c:pt idx="292">
                  <c:v>80.3</c:v>
                </c:pt>
                <c:pt idx="293">
                  <c:v>80.575</c:v>
                </c:pt>
                <c:pt idx="294">
                  <c:v>80.85</c:v>
                </c:pt>
                <c:pt idx="295">
                  <c:v>81.125</c:v>
                </c:pt>
                <c:pt idx="296">
                  <c:v>81.4</c:v>
                </c:pt>
                <c:pt idx="297">
                  <c:v>81.675</c:v>
                </c:pt>
                <c:pt idx="298">
                  <c:v>81.95</c:v>
                </c:pt>
                <c:pt idx="299">
                  <c:v>82.225</c:v>
                </c:pt>
                <c:pt idx="300">
                  <c:v>82.5</c:v>
                </c:pt>
                <c:pt idx="301">
                  <c:v>82.775</c:v>
                </c:pt>
                <c:pt idx="302">
                  <c:v>83.05</c:v>
                </c:pt>
                <c:pt idx="303">
                  <c:v>83.325</c:v>
                </c:pt>
                <c:pt idx="304">
                  <c:v>83.6</c:v>
                </c:pt>
                <c:pt idx="305">
                  <c:v>83.875</c:v>
                </c:pt>
                <c:pt idx="306">
                  <c:v>84.15</c:v>
                </c:pt>
                <c:pt idx="307">
                  <c:v>84.425</c:v>
                </c:pt>
                <c:pt idx="308">
                  <c:v>84.7</c:v>
                </c:pt>
                <c:pt idx="309">
                  <c:v>84.975</c:v>
                </c:pt>
                <c:pt idx="310">
                  <c:v>85.25</c:v>
                </c:pt>
                <c:pt idx="311">
                  <c:v>85.525</c:v>
                </c:pt>
                <c:pt idx="312">
                  <c:v>85.8</c:v>
                </c:pt>
                <c:pt idx="313">
                  <c:v>86.075</c:v>
                </c:pt>
                <c:pt idx="314">
                  <c:v>86.35</c:v>
                </c:pt>
                <c:pt idx="315">
                  <c:v>86.625</c:v>
                </c:pt>
                <c:pt idx="316">
                  <c:v>86.9</c:v>
                </c:pt>
                <c:pt idx="317">
                  <c:v>87.175</c:v>
                </c:pt>
                <c:pt idx="318">
                  <c:v>87.45</c:v>
                </c:pt>
                <c:pt idx="319">
                  <c:v>87.725</c:v>
                </c:pt>
                <c:pt idx="320">
                  <c:v>88</c:v>
                </c:pt>
                <c:pt idx="321">
                  <c:v>88.275</c:v>
                </c:pt>
                <c:pt idx="322">
                  <c:v>88.55</c:v>
                </c:pt>
                <c:pt idx="323">
                  <c:v>88.825</c:v>
                </c:pt>
                <c:pt idx="324">
                  <c:v>89.1</c:v>
                </c:pt>
                <c:pt idx="325">
                  <c:v>89.375</c:v>
                </c:pt>
                <c:pt idx="326">
                  <c:v>89.65</c:v>
                </c:pt>
                <c:pt idx="327">
                  <c:v>89.925</c:v>
                </c:pt>
                <c:pt idx="328">
                  <c:v>90.2</c:v>
                </c:pt>
                <c:pt idx="329">
                  <c:v>90.475</c:v>
                </c:pt>
                <c:pt idx="330">
                  <c:v>90.75</c:v>
                </c:pt>
                <c:pt idx="331">
                  <c:v>91.025</c:v>
                </c:pt>
                <c:pt idx="332">
                  <c:v>91.3</c:v>
                </c:pt>
                <c:pt idx="333">
                  <c:v>91.575</c:v>
                </c:pt>
                <c:pt idx="334">
                  <c:v>91.85</c:v>
                </c:pt>
                <c:pt idx="335">
                  <c:v>92.125</c:v>
                </c:pt>
                <c:pt idx="336">
                  <c:v>92.4</c:v>
                </c:pt>
                <c:pt idx="337">
                  <c:v>92.675</c:v>
                </c:pt>
                <c:pt idx="338">
                  <c:v>92.95</c:v>
                </c:pt>
                <c:pt idx="339">
                  <c:v>93.225</c:v>
                </c:pt>
                <c:pt idx="340">
                  <c:v>93.5</c:v>
                </c:pt>
                <c:pt idx="341">
                  <c:v>93.775</c:v>
                </c:pt>
                <c:pt idx="342">
                  <c:v>94.05</c:v>
                </c:pt>
                <c:pt idx="343">
                  <c:v>94.325</c:v>
                </c:pt>
                <c:pt idx="344">
                  <c:v>94.6</c:v>
                </c:pt>
                <c:pt idx="345">
                  <c:v>94.875</c:v>
                </c:pt>
                <c:pt idx="346">
                  <c:v>95.15</c:v>
                </c:pt>
                <c:pt idx="347">
                  <c:v>95.425</c:v>
                </c:pt>
                <c:pt idx="348">
                  <c:v>95.7</c:v>
                </c:pt>
                <c:pt idx="349">
                  <c:v>95.975</c:v>
                </c:pt>
                <c:pt idx="350">
                  <c:v>96.25</c:v>
                </c:pt>
                <c:pt idx="351">
                  <c:v>96.525</c:v>
                </c:pt>
                <c:pt idx="352">
                  <c:v>96.8</c:v>
                </c:pt>
                <c:pt idx="353">
                  <c:v>97.075</c:v>
                </c:pt>
                <c:pt idx="354">
                  <c:v>97.35</c:v>
                </c:pt>
                <c:pt idx="355">
                  <c:v>97.625</c:v>
                </c:pt>
                <c:pt idx="356">
                  <c:v>97.9</c:v>
                </c:pt>
                <c:pt idx="357">
                  <c:v>98.175</c:v>
                </c:pt>
                <c:pt idx="358">
                  <c:v>98.45</c:v>
                </c:pt>
                <c:pt idx="359">
                  <c:v>98.725</c:v>
                </c:pt>
                <c:pt idx="360">
                  <c:v>99</c:v>
                </c:pt>
                <c:pt idx="361">
                  <c:v>99.275</c:v>
                </c:pt>
                <c:pt idx="362">
                  <c:v>99.55</c:v>
                </c:pt>
                <c:pt idx="363">
                  <c:v>99.825</c:v>
                </c:pt>
                <c:pt idx="364">
                  <c:v>100.1</c:v>
                </c:pt>
                <c:pt idx="365">
                  <c:v>100.375</c:v>
                </c:pt>
                <c:pt idx="366">
                  <c:v>100.65</c:v>
                </c:pt>
                <c:pt idx="367">
                  <c:v>100.925</c:v>
                </c:pt>
                <c:pt idx="368">
                  <c:v>101.2</c:v>
                </c:pt>
                <c:pt idx="369">
                  <c:v>101.475</c:v>
                </c:pt>
                <c:pt idx="370">
                  <c:v>101.75</c:v>
                </c:pt>
                <c:pt idx="371">
                  <c:v>102.025</c:v>
                </c:pt>
                <c:pt idx="372">
                  <c:v>102.3</c:v>
                </c:pt>
                <c:pt idx="373">
                  <c:v>102.575</c:v>
                </c:pt>
                <c:pt idx="374">
                  <c:v>102.85</c:v>
                </c:pt>
                <c:pt idx="375">
                  <c:v>103.125</c:v>
                </c:pt>
                <c:pt idx="376">
                  <c:v>103.4</c:v>
                </c:pt>
                <c:pt idx="377">
                  <c:v>103.675</c:v>
                </c:pt>
                <c:pt idx="378">
                  <c:v>103.95</c:v>
                </c:pt>
                <c:pt idx="379">
                  <c:v>104.225</c:v>
                </c:pt>
                <c:pt idx="380">
                  <c:v>104.5</c:v>
                </c:pt>
                <c:pt idx="381">
                  <c:v>104.775</c:v>
                </c:pt>
                <c:pt idx="382">
                  <c:v>105.05</c:v>
                </c:pt>
                <c:pt idx="383">
                  <c:v>105.325</c:v>
                </c:pt>
                <c:pt idx="384">
                  <c:v>105.6</c:v>
                </c:pt>
                <c:pt idx="385">
                  <c:v>105.875</c:v>
                </c:pt>
                <c:pt idx="386">
                  <c:v>106.15</c:v>
                </c:pt>
                <c:pt idx="387">
                  <c:v>106.425</c:v>
                </c:pt>
                <c:pt idx="388">
                  <c:v>106.7</c:v>
                </c:pt>
                <c:pt idx="389">
                  <c:v>106.975</c:v>
                </c:pt>
                <c:pt idx="390">
                  <c:v>107.25</c:v>
                </c:pt>
                <c:pt idx="391">
                  <c:v>107.525</c:v>
                </c:pt>
                <c:pt idx="392">
                  <c:v>107.8</c:v>
                </c:pt>
                <c:pt idx="393">
                  <c:v>108.075</c:v>
                </c:pt>
                <c:pt idx="394">
                  <c:v>108.35</c:v>
                </c:pt>
                <c:pt idx="395">
                  <c:v>108.625</c:v>
                </c:pt>
                <c:pt idx="396">
                  <c:v>108.9</c:v>
                </c:pt>
                <c:pt idx="397">
                  <c:v>109.175</c:v>
                </c:pt>
                <c:pt idx="398">
                  <c:v>109.45</c:v>
                </c:pt>
                <c:pt idx="399">
                  <c:v>109.725</c:v>
                </c:pt>
                <c:pt idx="400">
                  <c:v>110</c:v>
                </c:pt>
              </c:numCache>
            </c:numRef>
          </c:xVal>
          <c:yVal>
            <c:numRef>
              <c:f>'Chart Data'!$B$2:$B$402</c:f>
              <c:numCache>
                <c:formatCode>0.0</c:formatCode>
                <c:ptCount val="401"/>
                <c:pt idx="0">
                  <c:v>0.50714191</c:v>
                </c:pt>
                <c:pt idx="1">
                  <c:v>0.54071653</c:v>
                </c:pt>
                <c:pt idx="2">
                  <c:v>0.57376813</c:v>
                </c:pt>
                <c:pt idx="3">
                  <c:v>0.60626477</c:v>
                </c:pt>
                <c:pt idx="4">
                  <c:v>0.638175</c:v>
                </c:pt>
                <c:pt idx="5">
                  <c:v>0.66946796</c:v>
                </c:pt>
                <c:pt idx="6">
                  <c:v>0.70011338</c:v>
                </c:pt>
                <c:pt idx="7">
                  <c:v>0.73008162</c:v>
                </c:pt>
                <c:pt idx="8">
                  <c:v>0.7593437</c:v>
                </c:pt>
                <c:pt idx="9">
                  <c:v>0.78787131</c:v>
                </c:pt>
                <c:pt idx="10">
                  <c:v>0.81563686</c:v>
                </c:pt>
                <c:pt idx="11">
                  <c:v>0.84261349</c:v>
                </c:pt>
                <c:pt idx="12">
                  <c:v>0.86877511</c:v>
                </c:pt>
                <c:pt idx="13">
                  <c:v>0.89409641</c:v>
                </c:pt>
                <c:pt idx="14">
                  <c:v>0.9185529</c:v>
                </c:pt>
                <c:pt idx="15">
                  <c:v>0.94212093</c:v>
                </c:pt>
                <c:pt idx="16">
                  <c:v>0.96477771</c:v>
                </c:pt>
                <c:pt idx="17">
                  <c:v>0.98650131</c:v>
                </c:pt>
                <c:pt idx="18">
                  <c:v>1.00727072</c:v>
                </c:pt>
                <c:pt idx="19">
                  <c:v>1.02706586</c:v>
                </c:pt>
                <c:pt idx="20">
                  <c:v>1.04586758</c:v>
                </c:pt>
                <c:pt idx="21">
                  <c:v>1.06365769</c:v>
                </c:pt>
                <c:pt idx="22">
                  <c:v>1.08041898</c:v>
                </c:pt>
                <c:pt idx="23">
                  <c:v>1.09613526</c:v>
                </c:pt>
                <c:pt idx="24">
                  <c:v>1.1107913</c:v>
                </c:pt>
                <c:pt idx="25">
                  <c:v>1.12437294</c:v>
                </c:pt>
                <c:pt idx="26">
                  <c:v>1.13686703</c:v>
                </c:pt>
                <c:pt idx="27">
                  <c:v>1.1482615</c:v>
                </c:pt>
                <c:pt idx="28">
                  <c:v>1.15854533</c:v>
                </c:pt>
                <c:pt idx="29">
                  <c:v>1.16770856</c:v>
                </c:pt>
                <c:pt idx="30">
                  <c:v>1.17574234</c:v>
                </c:pt>
                <c:pt idx="31">
                  <c:v>1.18263888</c:v>
                </c:pt>
                <c:pt idx="32">
                  <c:v>1.18839153</c:v>
                </c:pt>
                <c:pt idx="33">
                  <c:v>1.19299472</c:v>
                </c:pt>
                <c:pt idx="34">
                  <c:v>1.19644399</c:v>
                </c:pt>
                <c:pt idx="35">
                  <c:v>1.19873602</c:v>
                </c:pt>
                <c:pt idx="36">
                  <c:v>1.19986857</c:v>
                </c:pt>
                <c:pt idx="37">
                  <c:v>1.19984056</c:v>
                </c:pt>
                <c:pt idx="38">
                  <c:v>1.19865202</c:v>
                </c:pt>
                <c:pt idx="39">
                  <c:v>1.19630409</c:v>
                </c:pt>
                <c:pt idx="40">
                  <c:v>1.19279904</c:v>
                </c:pt>
                <c:pt idx="41">
                  <c:v>1.18814027</c:v>
                </c:pt>
                <c:pt idx="42">
                  <c:v>1.18233228</c:v>
                </c:pt>
                <c:pt idx="43">
                  <c:v>1.17538068</c:v>
                </c:pt>
                <c:pt idx="44">
                  <c:v>1.16729221</c:v>
                </c:pt>
                <c:pt idx="45">
                  <c:v>1.15807469</c:v>
                </c:pt>
                <c:pt idx="46">
                  <c:v>1.14773703</c:v>
                </c:pt>
                <c:pt idx="47">
                  <c:v>1.13628922</c:v>
                </c:pt>
                <c:pt idx="48">
                  <c:v>1.12374236</c:v>
                </c:pt>
                <c:pt idx="49">
                  <c:v>1.11010856</c:v>
                </c:pt>
                <c:pt idx="50">
                  <c:v>1.09540101</c:v>
                </c:pt>
                <c:pt idx="51">
                  <c:v>1.07963395</c:v>
                </c:pt>
                <c:pt idx="52">
                  <c:v>1.06282262</c:v>
                </c:pt>
                <c:pt idx="53">
                  <c:v>1.04498329</c:v>
                </c:pt>
                <c:pt idx="54">
                  <c:v>1.0261332</c:v>
                </c:pt>
                <c:pt idx="55">
                  <c:v>1.0062906</c:v>
                </c:pt>
                <c:pt idx="56">
                  <c:v>0.98547467</c:v>
                </c:pt>
                <c:pt idx="57">
                  <c:v>0.96370554</c:v>
                </c:pt>
                <c:pt idx="58">
                  <c:v>0.94100428</c:v>
                </c:pt>
                <c:pt idx="59">
                  <c:v>0.91739284</c:v>
                </c:pt>
                <c:pt idx="60">
                  <c:v>0.89289406</c:v>
                </c:pt>
                <c:pt idx="61">
                  <c:v>0.86753163</c:v>
                </c:pt>
                <c:pt idx="62">
                  <c:v>0.8413301</c:v>
                </c:pt>
                <c:pt idx="63">
                  <c:v>0.81431479</c:v>
                </c:pt>
                <c:pt idx="64">
                  <c:v>0.78651184</c:v>
                </c:pt>
                <c:pt idx="65">
                  <c:v>0.75794815</c:v>
                </c:pt>
                <c:pt idx="66">
                  <c:v>0.72865133</c:v>
                </c:pt>
                <c:pt idx="67">
                  <c:v>0.69864974</c:v>
                </c:pt>
                <c:pt idx="68">
                  <c:v>0.66797238</c:v>
                </c:pt>
                <c:pt idx="69">
                  <c:v>0.63664893</c:v>
                </c:pt>
                <c:pt idx="70">
                  <c:v>0.60470968</c:v>
                </c:pt>
                <c:pt idx="71">
                  <c:v>0.57218554</c:v>
                </c:pt>
                <c:pt idx="72">
                  <c:v>0.53910795</c:v>
                </c:pt>
                <c:pt idx="73">
                  <c:v>0.50550892</c:v>
                </c:pt>
                <c:pt idx="74">
                  <c:v>0.47142094</c:v>
                </c:pt>
                <c:pt idx="75">
                  <c:v>0.43687698</c:v>
                </c:pt>
                <c:pt idx="76">
                  <c:v>0.40191045</c:v>
                </c:pt>
                <c:pt idx="77">
                  <c:v>0.36655518</c:v>
                </c:pt>
                <c:pt idx="78">
                  <c:v>0.33084536</c:v>
                </c:pt>
                <c:pt idx="79">
                  <c:v>0.29481553</c:v>
                </c:pt>
                <c:pt idx="80">
                  <c:v>0.25850054</c:v>
                </c:pt>
                <c:pt idx="81">
                  <c:v>0.22193553</c:v>
                </c:pt>
                <c:pt idx="82">
                  <c:v>0.18515584</c:v>
                </c:pt>
                <c:pt idx="83">
                  <c:v>0.14819707</c:v>
                </c:pt>
                <c:pt idx="84">
                  <c:v>0.11109496</c:v>
                </c:pt>
                <c:pt idx="85">
                  <c:v>0.07388538</c:v>
                </c:pt>
                <c:pt idx="86">
                  <c:v>0.03660435</c:v>
                </c:pt>
                <c:pt idx="87">
                  <c:v>-0.00071209</c:v>
                </c:pt>
                <c:pt idx="88">
                  <c:v>-0.03802785</c:v>
                </c:pt>
                <c:pt idx="89">
                  <c:v>-0.07530682</c:v>
                </c:pt>
                <c:pt idx="90">
                  <c:v>-0.11251295</c:v>
                </c:pt>
                <c:pt idx="91">
                  <c:v>-0.14961025</c:v>
                </c:pt>
                <c:pt idx="92">
                  <c:v>-0.18656285</c:v>
                </c:pt>
                <c:pt idx="93">
                  <c:v>-0.22333499</c:v>
                </c:pt>
                <c:pt idx="94">
                  <c:v>-0.25989111</c:v>
                </c:pt>
                <c:pt idx="95">
                  <c:v>-0.29619586</c:v>
                </c:pt>
                <c:pt idx="96">
                  <c:v>-0.33221411</c:v>
                </c:pt>
                <c:pt idx="97">
                  <c:v>-0.36791104</c:v>
                </c:pt>
                <c:pt idx="98">
                  <c:v>-0.4032521</c:v>
                </c:pt>
                <c:pt idx="99">
                  <c:v>-0.43820312</c:v>
                </c:pt>
                <c:pt idx="100">
                  <c:v>-0.47273029</c:v>
                </c:pt>
                <c:pt idx="101">
                  <c:v>-0.50680022</c:v>
                </c:pt>
                <c:pt idx="102">
                  <c:v>-0.54037995</c:v>
                </c:pt>
                <c:pt idx="103">
                  <c:v>-0.573437</c:v>
                </c:pt>
                <c:pt idx="104">
                  <c:v>-0.6059394</c:v>
                </c:pt>
                <c:pt idx="105">
                  <c:v>-0.63785571</c:v>
                </c:pt>
                <c:pt idx="106">
                  <c:v>-0.66915505</c:v>
                </c:pt>
                <c:pt idx="107">
                  <c:v>-0.69980717</c:v>
                </c:pt>
                <c:pt idx="108">
                  <c:v>-0.7297824</c:v>
                </c:pt>
                <c:pt idx="109">
                  <c:v>-0.75905175</c:v>
                </c:pt>
                <c:pt idx="110">
                  <c:v>-0.78758692</c:v>
                </c:pt>
                <c:pt idx="111">
                  <c:v>-0.8153603</c:v>
                </c:pt>
                <c:pt idx="112">
                  <c:v>-0.84234503</c:v>
                </c:pt>
                <c:pt idx="113">
                  <c:v>-0.86851501</c:v>
                </c:pt>
                <c:pt idx="114">
                  <c:v>-0.89384492</c:v>
                </c:pt>
                <c:pt idx="115">
                  <c:v>-0.91831027</c:v>
                </c:pt>
                <c:pt idx="116">
                  <c:v>-0.94188739</c:v>
                </c:pt>
                <c:pt idx="117">
                  <c:v>-0.96455348</c:v>
                </c:pt>
                <c:pt idx="118">
                  <c:v>-0.98628661</c:v>
                </c:pt>
                <c:pt idx="119">
                  <c:v>-1.00706577</c:v>
                </c:pt>
                <c:pt idx="120">
                  <c:v>-1.02687084</c:v>
                </c:pt>
                <c:pt idx="121">
                  <c:v>-1.04568269</c:v>
                </c:pt>
                <c:pt idx="122">
                  <c:v>-1.06348311</c:v>
                </c:pt>
                <c:pt idx="123">
                  <c:v>-1.08025488</c:v>
                </c:pt>
                <c:pt idx="124">
                  <c:v>-1.09598178</c:v>
                </c:pt>
                <c:pt idx="125">
                  <c:v>-1.1106486</c:v>
                </c:pt>
                <c:pt idx="126">
                  <c:v>-1.12424116</c:v>
                </c:pt>
                <c:pt idx="127">
                  <c:v>-1.13674631</c:v>
                </c:pt>
                <c:pt idx="128">
                  <c:v>-1.14815194</c:v>
                </c:pt>
                <c:pt idx="129">
                  <c:v>-1.15844704</c:v>
                </c:pt>
                <c:pt idx="130">
                  <c:v>-1.16762164</c:v>
                </c:pt>
                <c:pt idx="131">
                  <c:v>-1.17566686</c:v>
                </c:pt>
                <c:pt idx="132">
                  <c:v>-1.18257493</c:v>
                </c:pt>
                <c:pt idx="133">
                  <c:v>-1.18833916</c:v>
                </c:pt>
                <c:pt idx="134">
                  <c:v>-1.19295399</c:v>
                </c:pt>
                <c:pt idx="135">
                  <c:v>-1.19641493</c:v>
                </c:pt>
                <c:pt idx="136">
                  <c:v>-1.19871866</c:v>
                </c:pt>
                <c:pt idx="137">
                  <c:v>-1.19986293</c:v>
                </c:pt>
                <c:pt idx="138">
                  <c:v>-1.19984665</c:v>
                </c:pt>
                <c:pt idx="139">
                  <c:v>-1.19866982</c:v>
                </c:pt>
                <c:pt idx="140">
                  <c:v>-1.19633359</c:v>
                </c:pt>
                <c:pt idx="141">
                  <c:v>-1.19284022</c:v>
                </c:pt>
                <c:pt idx="142">
                  <c:v>-1.18819308</c:v>
                </c:pt>
                <c:pt idx="143">
                  <c:v>-1.18239667</c:v>
                </c:pt>
                <c:pt idx="144">
                  <c:v>-1.1754566</c:v>
                </c:pt>
                <c:pt idx="145">
                  <c:v>-1.16737957</c:v>
                </c:pt>
                <c:pt idx="146">
                  <c:v>-1.15817341</c:v>
                </c:pt>
                <c:pt idx="147">
                  <c:v>-1.14784701</c:v>
                </c:pt>
                <c:pt idx="148">
                  <c:v>-1.13641037</c:v>
                </c:pt>
                <c:pt idx="149">
                  <c:v>-1.12387455</c:v>
                </c:pt>
                <c:pt idx="150">
                  <c:v>-1.11025166</c:v>
                </c:pt>
                <c:pt idx="151">
                  <c:v>-1.0955549</c:v>
                </c:pt>
                <c:pt idx="152">
                  <c:v>-1.07979846</c:v>
                </c:pt>
                <c:pt idx="153">
                  <c:v>-1.0629976</c:v>
                </c:pt>
                <c:pt idx="154">
                  <c:v>-1.04516857</c:v>
                </c:pt>
                <c:pt idx="155">
                  <c:v>-1.0263286</c:v>
                </c:pt>
                <c:pt idx="156">
                  <c:v>-1.00649593</c:v>
                </c:pt>
                <c:pt idx="157">
                  <c:v>-0.98568973</c:v>
                </c:pt>
                <c:pt idx="158">
                  <c:v>-0.96393013</c:v>
                </c:pt>
                <c:pt idx="159">
                  <c:v>-0.94123817</c:v>
                </c:pt>
                <c:pt idx="160">
                  <c:v>-0.91763582</c:v>
                </c:pt>
                <c:pt idx="161">
                  <c:v>-0.89314588</c:v>
                </c:pt>
                <c:pt idx="162">
                  <c:v>-0.86779206</c:v>
                </c:pt>
                <c:pt idx="163">
                  <c:v>-0.84159887</c:v>
                </c:pt>
                <c:pt idx="164">
                  <c:v>-0.81459165</c:v>
                </c:pt>
                <c:pt idx="165">
                  <c:v>-0.78679653</c:v>
                </c:pt>
                <c:pt idx="166">
                  <c:v>-0.75824038</c:v>
                </c:pt>
                <c:pt idx="167">
                  <c:v>-0.72895083</c:v>
                </c:pt>
                <c:pt idx="168">
                  <c:v>-0.69895621</c:v>
                </c:pt>
                <c:pt idx="169">
                  <c:v>-0.66828553</c:v>
                </c:pt>
                <c:pt idx="170">
                  <c:v>-0.63696846</c:v>
                </c:pt>
                <c:pt idx="171">
                  <c:v>-0.60503528</c:v>
                </c:pt>
                <c:pt idx="172">
                  <c:v>-0.57251689</c:v>
                </c:pt>
                <c:pt idx="173">
                  <c:v>-0.53944473</c:v>
                </c:pt>
                <c:pt idx="174">
                  <c:v>-0.5058508</c:v>
                </c:pt>
                <c:pt idx="175">
                  <c:v>-0.4717676</c:v>
                </c:pt>
                <c:pt idx="176">
                  <c:v>-0.43722807</c:v>
                </c:pt>
                <c:pt idx="177">
                  <c:v>-0.40226565</c:v>
                </c:pt>
                <c:pt idx="178">
                  <c:v>-0.36691413</c:v>
                </c:pt>
                <c:pt idx="179">
                  <c:v>-0.33120772</c:v>
                </c:pt>
                <c:pt idx="180">
                  <c:v>-0.29518095</c:v>
                </c:pt>
                <c:pt idx="181">
                  <c:v>-0.25886867</c:v>
                </c:pt>
                <c:pt idx="182">
                  <c:v>-0.222306</c:v>
                </c:pt>
                <c:pt idx="183">
                  <c:v>-0.18552831</c:v>
                </c:pt>
                <c:pt idx="184">
                  <c:v>-0.14857117</c:v>
                </c:pt>
                <c:pt idx="185">
                  <c:v>-0.11147032</c:v>
                </c:pt>
                <c:pt idx="186">
                  <c:v>-0.07426166</c:v>
                </c:pt>
                <c:pt idx="187">
                  <c:v>-0.03698116</c:v>
                </c:pt>
                <c:pt idx="188">
                  <c:v>0.0003351</c:v>
                </c:pt>
                <c:pt idx="189">
                  <c:v>0.03765104</c:v>
                </c:pt>
                <c:pt idx="190">
                  <c:v>0.07493057</c:v>
                </c:pt>
                <c:pt idx="191">
                  <c:v>0.11213761</c:v>
                </c:pt>
                <c:pt idx="192">
                  <c:v>0.1492362</c:v>
                </c:pt>
                <c:pt idx="193">
                  <c:v>0.18619043</c:v>
                </c:pt>
                <c:pt idx="194">
                  <c:v>0.22296457</c:v>
                </c:pt>
                <c:pt idx="195">
                  <c:v>0.25952306</c:v>
                </c:pt>
                <c:pt idx="196">
                  <c:v>0.29583052</c:v>
                </c:pt>
                <c:pt idx="197">
                  <c:v>0.33185184</c:v>
                </c:pt>
                <c:pt idx="198">
                  <c:v>0.36755218</c:v>
                </c:pt>
                <c:pt idx="199">
                  <c:v>0.40289701</c:v>
                </c:pt>
                <c:pt idx="200">
                  <c:v>0.43785214</c:v>
                </c:pt>
                <c:pt idx="201">
                  <c:v>0.47238376</c:v>
                </c:pt>
                <c:pt idx="202">
                  <c:v>0.50645847</c:v>
                </c:pt>
                <c:pt idx="203">
                  <c:v>0.54004332</c:v>
                </c:pt>
                <c:pt idx="204">
                  <c:v>0.57310581</c:v>
                </c:pt>
                <c:pt idx="205">
                  <c:v>0.60561397</c:v>
                </c:pt>
                <c:pt idx="206">
                  <c:v>0.63753635</c:v>
                </c:pt>
                <c:pt idx="207">
                  <c:v>0.66884208</c:v>
                </c:pt>
                <c:pt idx="208">
                  <c:v>0.69950088</c:v>
                </c:pt>
                <c:pt idx="209">
                  <c:v>0.7294831</c:v>
                </c:pt>
                <c:pt idx="210">
                  <c:v>0.75875972</c:v>
                </c:pt>
                <c:pt idx="211">
                  <c:v>0.78730245</c:v>
                </c:pt>
                <c:pt idx="212">
                  <c:v>0.81508366</c:v>
                </c:pt>
                <c:pt idx="213">
                  <c:v>0.84207649</c:v>
                </c:pt>
                <c:pt idx="214">
                  <c:v>0.86825482</c:v>
                </c:pt>
                <c:pt idx="215">
                  <c:v>0.89359334</c:v>
                </c:pt>
                <c:pt idx="216">
                  <c:v>0.91806755</c:v>
                </c:pt>
                <c:pt idx="217">
                  <c:v>0.94165376</c:v>
                </c:pt>
                <c:pt idx="218">
                  <c:v>0.96432916</c:v>
                </c:pt>
                <c:pt idx="219">
                  <c:v>0.98607182</c:v>
                </c:pt>
                <c:pt idx="220">
                  <c:v>1.00686071</c:v>
                </c:pt>
                <c:pt idx="221">
                  <c:v>1.02667573</c:v>
                </c:pt>
                <c:pt idx="222">
                  <c:v>1.0454977</c:v>
                </c:pt>
                <c:pt idx="223">
                  <c:v>1.06330842</c:v>
                </c:pt>
                <c:pt idx="224">
                  <c:v>1.08009066</c:v>
                </c:pt>
                <c:pt idx="225">
                  <c:v>1.0958282</c:v>
                </c:pt>
                <c:pt idx="226">
                  <c:v>1.1105058</c:v>
                </c:pt>
                <c:pt idx="227">
                  <c:v>1.12410928</c:v>
                </c:pt>
                <c:pt idx="228">
                  <c:v>1.13662547</c:v>
                </c:pt>
                <c:pt idx="229">
                  <c:v>1.14804227</c:v>
                </c:pt>
                <c:pt idx="230">
                  <c:v>1.15834863</c:v>
                </c:pt>
                <c:pt idx="231">
                  <c:v>1.1675346</c:v>
                </c:pt>
                <c:pt idx="232">
                  <c:v>1.17559127</c:v>
                </c:pt>
                <c:pt idx="233">
                  <c:v>1.18251086</c:v>
                </c:pt>
                <c:pt idx="234">
                  <c:v>1.18828668</c:v>
                </c:pt>
                <c:pt idx="235">
                  <c:v>1.19291314</c:v>
                </c:pt>
                <c:pt idx="236">
                  <c:v>1.19638576</c:v>
                </c:pt>
                <c:pt idx="237">
                  <c:v>1.19870118</c:v>
                </c:pt>
                <c:pt idx="238">
                  <c:v>1.19985718</c:v>
                </c:pt>
                <c:pt idx="239">
                  <c:v>1.19985262</c:v>
                </c:pt>
                <c:pt idx="240">
                  <c:v>1.19868751</c:v>
                </c:pt>
                <c:pt idx="241">
                  <c:v>1.19636298</c:v>
                </c:pt>
                <c:pt idx="242">
                  <c:v>1.19288128</c:v>
                </c:pt>
                <c:pt idx="243">
                  <c:v>1.18824577</c:v>
                </c:pt>
                <c:pt idx="244">
                  <c:v>1.18246095</c:v>
                </c:pt>
                <c:pt idx="245">
                  <c:v>1.1755324</c:v>
                </c:pt>
                <c:pt idx="246">
                  <c:v>1.16746682</c:v>
                </c:pt>
                <c:pt idx="247">
                  <c:v>1.15827202</c:v>
                </c:pt>
                <c:pt idx="248">
                  <c:v>1.14795689</c:v>
                </c:pt>
                <c:pt idx="249">
                  <c:v>1.13653141</c:v>
                </c:pt>
                <c:pt idx="250">
                  <c:v>1.12400663</c:v>
                </c:pt>
                <c:pt idx="251">
                  <c:v>1.11039466</c:v>
                </c:pt>
                <c:pt idx="252">
                  <c:v>1.09570867</c:v>
                </c:pt>
                <c:pt idx="253">
                  <c:v>1.07996287</c:v>
                </c:pt>
                <c:pt idx="254">
                  <c:v>1.06317248</c:v>
                </c:pt>
                <c:pt idx="255">
                  <c:v>1.04535374</c:v>
                </c:pt>
                <c:pt idx="256">
                  <c:v>1.0265239</c:v>
                </c:pt>
                <c:pt idx="257">
                  <c:v>1.00670116</c:v>
                </c:pt>
                <c:pt idx="258">
                  <c:v>0.98590469</c:v>
                </c:pt>
                <c:pt idx="259">
                  <c:v>0.96415462</c:v>
                </c:pt>
                <c:pt idx="260">
                  <c:v>0.94147197</c:v>
                </c:pt>
                <c:pt idx="261">
                  <c:v>0.9178787</c:v>
                </c:pt>
                <c:pt idx="262">
                  <c:v>0.89339761</c:v>
                </c:pt>
                <c:pt idx="263">
                  <c:v>0.8680524</c:v>
                </c:pt>
                <c:pt idx="264">
                  <c:v>0.84186756</c:v>
                </c:pt>
                <c:pt idx="265">
                  <c:v>0.81486844</c:v>
                </c:pt>
                <c:pt idx="266">
                  <c:v>0.78708114</c:v>
                </c:pt>
                <c:pt idx="267">
                  <c:v>0.75853254</c:v>
                </c:pt>
                <c:pt idx="268">
                  <c:v>0.72925026</c:v>
                </c:pt>
                <c:pt idx="269">
                  <c:v>0.69926262</c:v>
                </c:pt>
                <c:pt idx="270">
                  <c:v>0.66859862</c:v>
                </c:pt>
                <c:pt idx="271">
                  <c:v>0.63728792</c:v>
                </c:pt>
                <c:pt idx="272">
                  <c:v>0.60536082</c:v>
                </c:pt>
                <c:pt idx="273">
                  <c:v>0.57284818</c:v>
                </c:pt>
                <c:pt idx="274">
                  <c:v>0.53978146</c:v>
                </c:pt>
                <c:pt idx="275">
                  <c:v>0.50619264</c:v>
                </c:pt>
                <c:pt idx="276">
                  <c:v>0.47211421</c:v>
                </c:pt>
                <c:pt idx="277">
                  <c:v>0.43757913</c:v>
                </c:pt>
                <c:pt idx="278">
                  <c:v>0.4026208</c:v>
                </c:pt>
                <c:pt idx="279">
                  <c:v>0.36727305</c:v>
                </c:pt>
                <c:pt idx="280">
                  <c:v>0.33157005</c:v>
                </c:pt>
                <c:pt idx="281">
                  <c:v>0.29554634</c:v>
                </c:pt>
                <c:pt idx="282">
                  <c:v>0.25923677</c:v>
                </c:pt>
                <c:pt idx="283">
                  <c:v>0.22267646</c:v>
                </c:pt>
                <c:pt idx="284">
                  <c:v>0.18590076</c:v>
                </c:pt>
                <c:pt idx="285">
                  <c:v>0.14894525</c:v>
                </c:pt>
                <c:pt idx="286">
                  <c:v>0.11184568</c:v>
                </c:pt>
                <c:pt idx="287">
                  <c:v>0.07463792</c:v>
                </c:pt>
                <c:pt idx="288">
                  <c:v>0.03735797</c:v>
                </c:pt>
                <c:pt idx="289">
                  <c:v>4.189E-05</c:v>
                </c:pt>
                <c:pt idx="290">
                  <c:v>-0.03727424</c:v>
                </c:pt>
                <c:pt idx="291">
                  <c:v>-0.07455431</c:v>
                </c:pt>
                <c:pt idx="292">
                  <c:v>-0.11176227</c:v>
                </c:pt>
                <c:pt idx="293">
                  <c:v>-0.14886212</c:v>
                </c:pt>
                <c:pt idx="294">
                  <c:v>-0.185818</c:v>
                </c:pt>
                <c:pt idx="295">
                  <c:v>-0.22259414</c:v>
                </c:pt>
                <c:pt idx="296">
                  <c:v>-0.25915498</c:v>
                </c:pt>
                <c:pt idx="297">
                  <c:v>-0.29546515</c:v>
                </c:pt>
                <c:pt idx="298">
                  <c:v>-0.33148954</c:v>
                </c:pt>
                <c:pt idx="299">
                  <c:v>-0.36719329</c:v>
                </c:pt>
                <c:pt idx="300">
                  <c:v>-0.40254188</c:v>
                </c:pt>
                <c:pt idx="301">
                  <c:v>-0.43750112</c:v>
                </c:pt>
                <c:pt idx="302">
                  <c:v>-0.47203719</c:v>
                </c:pt>
                <c:pt idx="303">
                  <c:v>-0.50611668</c:v>
                </c:pt>
                <c:pt idx="304">
                  <c:v>-0.53970663</c:v>
                </c:pt>
                <c:pt idx="305">
                  <c:v>-0.57277456</c:v>
                </c:pt>
                <c:pt idx="306">
                  <c:v>-0.60528848</c:v>
                </c:pt>
                <c:pt idx="307">
                  <c:v>-0.63721694</c:v>
                </c:pt>
                <c:pt idx="308">
                  <c:v>-0.66852905</c:v>
                </c:pt>
                <c:pt idx="309">
                  <c:v>-0.69919453</c:v>
                </c:pt>
                <c:pt idx="310">
                  <c:v>-0.72918373</c:v>
                </c:pt>
                <c:pt idx="311">
                  <c:v>-0.75846762</c:v>
                </c:pt>
                <c:pt idx="312">
                  <c:v>-0.7870179</c:v>
                </c:pt>
                <c:pt idx="313">
                  <c:v>-0.81480694</c:v>
                </c:pt>
                <c:pt idx="314">
                  <c:v>-0.84180786</c:v>
                </c:pt>
                <c:pt idx="315">
                  <c:v>-0.86799455</c:v>
                </c:pt>
                <c:pt idx="316">
                  <c:v>-0.89334168</c:v>
                </c:pt>
                <c:pt idx="317">
                  <c:v>-0.91782473</c:v>
                </c:pt>
                <c:pt idx="318">
                  <c:v>-0.94142003</c:v>
                </c:pt>
                <c:pt idx="319">
                  <c:v>-0.96410474</c:v>
                </c:pt>
                <c:pt idx="320">
                  <c:v>-0.98585693</c:v>
                </c:pt>
                <c:pt idx="321">
                  <c:v>-1.00665556</c:v>
                </c:pt>
                <c:pt idx="322">
                  <c:v>-1.02648051</c:v>
                </c:pt>
                <c:pt idx="323">
                  <c:v>-1.0453126</c:v>
                </c:pt>
                <c:pt idx="324">
                  <c:v>-1.06313363</c:v>
                </c:pt>
                <c:pt idx="325">
                  <c:v>-1.07992634</c:v>
                </c:pt>
                <c:pt idx="326">
                  <c:v>-1.09567451</c:v>
                </c:pt>
                <c:pt idx="327">
                  <c:v>-1.11036289</c:v>
                </c:pt>
                <c:pt idx="328">
                  <c:v>-1.12397729</c:v>
                </c:pt>
                <c:pt idx="329">
                  <c:v>-1.13650452</c:v>
                </c:pt>
                <c:pt idx="330">
                  <c:v>-1.14793248</c:v>
                </c:pt>
                <c:pt idx="331">
                  <c:v>-1.15825012</c:v>
                </c:pt>
                <c:pt idx="332">
                  <c:v>-1.16744744</c:v>
                </c:pt>
                <c:pt idx="333">
                  <c:v>-1.17551556</c:v>
                </c:pt>
                <c:pt idx="334">
                  <c:v>-1.18244667</c:v>
                </c:pt>
                <c:pt idx="335">
                  <c:v>-1.18823407</c:v>
                </c:pt>
                <c:pt idx="336">
                  <c:v>-1.19287217</c:v>
                </c:pt>
                <c:pt idx="337">
                  <c:v>-1.19635646</c:v>
                </c:pt>
                <c:pt idx="338">
                  <c:v>-1.19868359</c:v>
                </c:pt>
                <c:pt idx="339">
                  <c:v>-1.1998513</c:v>
                </c:pt>
                <c:pt idx="340">
                  <c:v>-1.19985847</c:v>
                </c:pt>
                <c:pt idx="341">
                  <c:v>-1.19870508</c:v>
                </c:pt>
                <c:pt idx="342">
                  <c:v>-1.19639225</c:v>
                </c:pt>
                <c:pt idx="343">
                  <c:v>-1.19292222</c:v>
                </c:pt>
                <c:pt idx="344">
                  <c:v>-1.18829835</c:v>
                </c:pt>
                <c:pt idx="345">
                  <c:v>-1.18252511</c:v>
                </c:pt>
                <c:pt idx="346">
                  <c:v>-1.17560808</c:v>
                </c:pt>
                <c:pt idx="347">
                  <c:v>-1.16755395</c:v>
                </c:pt>
                <c:pt idx="348">
                  <c:v>-1.15837051</c:v>
                </c:pt>
                <c:pt idx="349">
                  <c:v>-1.14806665</c:v>
                </c:pt>
                <c:pt idx="350">
                  <c:v>-1.13665233</c:v>
                </c:pt>
                <c:pt idx="351">
                  <c:v>-1.1241386</c:v>
                </c:pt>
                <c:pt idx="352">
                  <c:v>-1.11053755</c:v>
                </c:pt>
                <c:pt idx="353">
                  <c:v>-1.09586234</c:v>
                </c:pt>
                <c:pt idx="354">
                  <c:v>-1.08012716</c:v>
                </c:pt>
                <c:pt idx="355">
                  <c:v>-1.06334725</c:v>
                </c:pt>
                <c:pt idx="356">
                  <c:v>-1.04553881</c:v>
                </c:pt>
                <c:pt idx="357">
                  <c:v>-1.02671909</c:v>
                </c:pt>
                <c:pt idx="358">
                  <c:v>-1.00690629</c:v>
                </c:pt>
                <c:pt idx="359">
                  <c:v>-0.98611956</c:v>
                </c:pt>
                <c:pt idx="360">
                  <c:v>-0.96437902</c:v>
                </c:pt>
                <c:pt idx="361">
                  <c:v>-0.94170568</c:v>
                </c:pt>
                <c:pt idx="362">
                  <c:v>-0.91812149</c:v>
                </c:pt>
                <c:pt idx="363">
                  <c:v>-0.89364926</c:v>
                </c:pt>
                <c:pt idx="364">
                  <c:v>-0.86831265</c:v>
                </c:pt>
                <c:pt idx="365">
                  <c:v>-0.84213617</c:v>
                </c:pt>
                <c:pt idx="366">
                  <c:v>-0.81514514</c:v>
                </c:pt>
                <c:pt idx="367">
                  <c:v>-0.78736567</c:v>
                </c:pt>
                <c:pt idx="368">
                  <c:v>-0.75882463</c:v>
                </c:pt>
                <c:pt idx="369">
                  <c:v>-0.72954962</c:v>
                </c:pt>
                <c:pt idx="370">
                  <c:v>-0.69956895</c:v>
                </c:pt>
                <c:pt idx="371">
                  <c:v>-0.66891164</c:v>
                </c:pt>
                <c:pt idx="372">
                  <c:v>-0.63760733</c:v>
                </c:pt>
                <c:pt idx="373">
                  <c:v>-0.60568629</c:v>
                </c:pt>
                <c:pt idx="374">
                  <c:v>-0.57317941</c:v>
                </c:pt>
                <c:pt idx="375">
                  <c:v>-0.54011813</c:v>
                </c:pt>
                <c:pt idx="376">
                  <c:v>-0.50653442</c:v>
                </c:pt>
                <c:pt idx="377">
                  <c:v>-0.47246077</c:v>
                </c:pt>
                <c:pt idx="378">
                  <c:v>-0.43793014</c:v>
                </c:pt>
                <c:pt idx="379">
                  <c:v>-0.40297592</c:v>
                </c:pt>
                <c:pt idx="380">
                  <c:v>-0.36763193</c:v>
                </c:pt>
                <c:pt idx="381">
                  <c:v>-0.33193235</c:v>
                </c:pt>
                <c:pt idx="382">
                  <c:v>-0.29591171</c:v>
                </c:pt>
                <c:pt idx="383">
                  <c:v>-0.25960485</c:v>
                </c:pt>
                <c:pt idx="384">
                  <c:v>-0.22304689</c:v>
                </c:pt>
                <c:pt idx="385">
                  <c:v>-0.18627319</c:v>
                </c:pt>
                <c:pt idx="386">
                  <c:v>-0.14931932</c:v>
                </c:pt>
                <c:pt idx="387">
                  <c:v>-0.11222102</c:v>
                </c:pt>
                <c:pt idx="388">
                  <c:v>-0.07501418</c:v>
                </c:pt>
                <c:pt idx="389">
                  <c:v>-0.03773478</c:v>
                </c:pt>
                <c:pt idx="390">
                  <c:v>-0.00041888</c:v>
                </c:pt>
                <c:pt idx="391">
                  <c:v>0.03689743</c:v>
                </c:pt>
                <c:pt idx="392">
                  <c:v>0.07417804</c:v>
                </c:pt>
                <c:pt idx="393">
                  <c:v>0.11138691</c:v>
                </c:pt>
                <c:pt idx="394">
                  <c:v>0.14848804</c:v>
                </c:pt>
                <c:pt idx="395">
                  <c:v>0.18544554</c:v>
                </c:pt>
                <c:pt idx="396">
                  <c:v>0.22222368</c:v>
                </c:pt>
                <c:pt idx="397">
                  <c:v>0.25878687</c:v>
                </c:pt>
                <c:pt idx="398">
                  <c:v>0.29509975</c:v>
                </c:pt>
                <c:pt idx="399">
                  <c:v>0.3311272</c:v>
                </c:pt>
                <c:pt idx="400">
                  <c:v>0.36683437</c:v>
                </c:pt>
              </c:numCache>
            </c:numRef>
          </c:yVal>
        </c:ser>
        <c:ser>
          <c:idx val="1"/>
          <c:order val="1"/>
          <c:tx>
            <c:v>Amplitude = 1.20 V</c:v>
          </c:tx>
          <c:spPr>
            <a:ln xmlns:a="http://schemas.openxmlformats.org/drawingml/2006/main" w="38100">
              <a:solidFill>
                <a:srgbClr val="881C1C"/>
              </a:solidFill>
            </a:ln>
          </c:spPr>
          <c:marker>
            <c:symbol val="circle"/>
            <c:size val="7"/>
            <c:spPr>
              <a:solidFill xmlns:a="http://schemas.openxmlformats.org/drawingml/2006/main">
                <a:srgbClr val="881C1C"/>
              </a:solidFill>
            </c:spPr>
          </c:marker>
          <c:xVal>
            <c:numRef>
              <c:f>'Chart Data'!$C$2:$C$3</c:f>
              <c:numCache>
                <c:formatCode>General</c:formatCode>
                <c:ptCount val="2"/>
                <c:pt idx="0">
                  <c:v>10.0308642</c:v>
                </c:pt>
                <c:pt idx="1">
                  <c:v>10.0308642</c:v>
                </c:pt>
              </c:numCache>
            </c:numRef>
          </c:xVal>
          <c:yVal>
            <c:numRef>
              <c:f>'Chart Data'!$D$2:$D$3</c:f>
              <c:numCache>
                <c:formatCode>0.0</c:formatCode>
                <c:ptCount val="2"/>
                <c:pt idx="0">
                  <c:v>0</c:v>
                </c:pt>
                <c:pt idx="1">
                  <c:v>1.2</c:v>
                </c:pt>
              </c:numCache>
            </c:numRef>
          </c:yVal>
        </c:ser>
        <c:ser>
          <c:idx val="2"/>
          <c:order val="2"/>
          <c:tx>
            <c:v>Period = 55.56 ms</c:v>
          </c:tx>
          <c:spPr>
            <a:ln xmlns:a="http://schemas.openxmlformats.org/drawingml/2006/main" w="38100">
              <a:solidFill>
                <a:srgbClr val="267049"/>
              </a:solidFill>
            </a:ln>
          </c:spPr>
          <c:marker>
            <c:symbol val="circle"/>
            <c:size val="7"/>
            <c:spPr>
              <a:solidFill xmlns:a="http://schemas.openxmlformats.org/drawingml/2006/main">
                <a:srgbClr val="267049"/>
              </a:solidFill>
            </c:spPr>
          </c:marker>
          <c:xVal>
            <c:numRef>
              <c:f>'Chart Data'!$E$2:$E$3</c:f>
              <c:numCache>
                <c:formatCode>General</c:formatCode>
                <c:ptCount val="2"/>
                <c:pt idx="0">
                  <c:v>10.0308642</c:v>
                </c:pt>
                <c:pt idx="1">
                  <c:v>65.58641975</c:v>
                </c:pt>
              </c:numCache>
            </c:numRef>
          </c:xVal>
          <c:yVal>
            <c:numRef>
              <c:f>'Chart Data'!$F$2:$F$3</c:f>
              <c:numCache>
                <c:formatCode>0.0</c:formatCode>
                <c:ptCount val="2"/>
                <c:pt idx="0">
                  <c:v>-1.5</c:v>
                </c:pt>
                <c:pt idx="1">
                  <c:v>-1.5</c:v>
                </c:pt>
              </c:numCache>
            </c:numRef>
          </c:yVal>
        </c:ser>
        <c:ser>
          <c:idx val="3"/>
          <c:order val="3"/>
          <c:tx>
            <c:v>First peak guide</c:v>
          </c:tx>
          <c:spPr>
            <a:ln xmlns:a="http://schemas.openxmlformats.org/drawingml/2006/main" w="9525">
              <a:solidFill>
                <a:srgbClr val="BBBBBB"/>
              </a:solidFill>
            </a:ln>
          </c:spPr>
          <c:marker>
            <c:symbol val="none"/>
            <c:size val="7"/>
            <c:spPr>
              <a:solidFill xmlns:a="http://schemas.openxmlformats.org/drawingml/2006/main">
                <a:srgbClr val="BBBBBB"/>
              </a:solidFill>
            </c:spPr>
          </c:marker>
          <c:xVal>
            <c:numRef>
              <c:f>'Chart Data'!$G$2:$G$3</c:f>
              <c:numCache>
                <c:formatCode>General</c:formatCode>
                <c:ptCount val="2"/>
                <c:pt idx="0">
                  <c:v>10.0308642</c:v>
                </c:pt>
                <c:pt idx="1">
                  <c:v>10.0308642</c:v>
                </c:pt>
              </c:numCache>
            </c:numRef>
          </c:xVal>
          <c:yVal>
            <c:numRef>
              <c:f>'Chart Data'!$H$2:$H$3</c:f>
              <c:numCache>
                <c:formatCode>0.0</c:formatCode>
                <c:ptCount val="2"/>
                <c:pt idx="0">
                  <c:v>1.2</c:v>
                </c:pt>
                <c:pt idx="1">
                  <c:v>-1.5</c:v>
                </c:pt>
              </c:numCache>
            </c:numRef>
          </c:yVal>
        </c:ser>
        <c:ser>
          <c:idx val="4"/>
          <c:order val="4"/>
          <c:tx>
            <c:v>Next peak guide</c:v>
          </c:tx>
          <c:spPr>
            <a:ln xmlns:a="http://schemas.openxmlformats.org/drawingml/2006/main" w="9525">
              <a:solidFill>
                <a:srgbClr val="BBBBBB"/>
              </a:solidFill>
            </a:ln>
          </c:spPr>
          <c:marker>
            <c:symbol val="none"/>
            <c:size val="7"/>
            <c:spPr>
              <a:solidFill xmlns:a="http://schemas.openxmlformats.org/drawingml/2006/main">
                <a:srgbClr val="BBBBBB"/>
              </a:solidFill>
            </c:spPr>
          </c:marker>
          <c:xVal>
            <c:numRef>
              <c:f>'Chart Data'!$I$2:$I$3</c:f>
              <c:numCache>
                <c:formatCode>General</c:formatCode>
                <c:ptCount val="2"/>
                <c:pt idx="0">
                  <c:v>65.58641975</c:v>
                </c:pt>
                <c:pt idx="1">
                  <c:v>65.58641975</c:v>
                </c:pt>
              </c:numCache>
            </c:numRef>
          </c:xVal>
          <c:yVal>
            <c:numRef>
              <c:f>'Chart Data'!$J$2:$J$3</c:f>
              <c:numCache>
                <c:formatCode>0.0</c:formatCode>
                <c:ptCount val="2"/>
                <c:pt idx="0">
                  <c:v>1.2</c:v>
                </c:pt>
                <c:pt idx="1">
                  <c:v>-1.5</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1.8"/>
        </c:scaling>
        <c:delete val="0"/>
        <c:axPos val="l"/>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Voltage (V)</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majorUnit val="0.6"/>
      </c:valAx>
      <c:valAx>
        <c:axId val="48650112"/>
        <c:scaling>
          <c:orientation val="minMax"/>
          <c:max val="110"/>
          <c:min val="0"/>
        </c:scaling>
        <c:delete val="0"/>
        <c:axPos val="b"/>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Time (ms)</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majorUnit val="22"/>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er>
          <c:idx val="0"/>
          <c:order val="0"/>
          <c:tx>
            <c:v>25 degree phase</c:v>
          </c:tx>
          <c:spPr>
            <a:ln xmlns:a="http://schemas.openxmlformats.org/drawingml/2006/main" w="28575">
              <a:solidFill>
                <a:srgbClr val="286BB0"/>
              </a:solidFill>
            </a:ln>
          </c:spPr>
          <c:marker>
            <c:symbol val="none"/>
            <c:size val="7"/>
            <c:spPr>
              <a:solidFill xmlns:a="http://schemas.openxmlformats.org/drawingml/2006/main">
                <a:srgbClr val="286BB0"/>
              </a:solidFill>
            </c:spPr>
          </c:marker>
          <c:xVal>
            <c:numRef>
              <c:f>'Chart Data'!$A$2:$A$402</c:f>
              <c:numCache>
                <c:formatCode>General</c:formatCode>
                <c:ptCount val="401"/>
                <c:pt idx="0">
                  <c:v>0</c:v>
                </c:pt>
                <c:pt idx="1">
                  <c:v>0.0875</c:v>
                </c:pt>
                <c:pt idx="2">
                  <c:v>0.175</c:v>
                </c:pt>
                <c:pt idx="3">
                  <c:v>0.2625</c:v>
                </c:pt>
                <c:pt idx="4">
                  <c:v>0.35</c:v>
                </c:pt>
                <c:pt idx="5">
                  <c:v>0.4375</c:v>
                </c:pt>
                <c:pt idx="6">
                  <c:v>0.525</c:v>
                </c:pt>
                <c:pt idx="7">
                  <c:v>0.6125</c:v>
                </c:pt>
                <c:pt idx="8">
                  <c:v>0.7</c:v>
                </c:pt>
                <c:pt idx="9">
                  <c:v>0.7875</c:v>
                </c:pt>
                <c:pt idx="10">
                  <c:v>0.875</c:v>
                </c:pt>
                <c:pt idx="11">
                  <c:v>0.9625</c:v>
                </c:pt>
                <c:pt idx="12">
                  <c:v>1.05</c:v>
                </c:pt>
                <c:pt idx="13">
                  <c:v>1.1375</c:v>
                </c:pt>
                <c:pt idx="14">
                  <c:v>1.225</c:v>
                </c:pt>
                <c:pt idx="15">
                  <c:v>1.3125</c:v>
                </c:pt>
                <c:pt idx="16">
                  <c:v>1.4</c:v>
                </c:pt>
                <c:pt idx="17">
                  <c:v>1.4875</c:v>
                </c:pt>
                <c:pt idx="18">
                  <c:v>1.575</c:v>
                </c:pt>
                <c:pt idx="19">
                  <c:v>1.6625</c:v>
                </c:pt>
                <c:pt idx="20">
                  <c:v>1.75</c:v>
                </c:pt>
                <c:pt idx="21">
                  <c:v>1.8375</c:v>
                </c:pt>
                <c:pt idx="22">
                  <c:v>1.925</c:v>
                </c:pt>
                <c:pt idx="23">
                  <c:v>2.0125</c:v>
                </c:pt>
                <c:pt idx="24">
                  <c:v>2.1</c:v>
                </c:pt>
                <c:pt idx="25">
                  <c:v>2.1875</c:v>
                </c:pt>
                <c:pt idx="26">
                  <c:v>2.275</c:v>
                </c:pt>
                <c:pt idx="27">
                  <c:v>2.3625</c:v>
                </c:pt>
                <c:pt idx="28">
                  <c:v>2.45</c:v>
                </c:pt>
                <c:pt idx="29">
                  <c:v>2.5375</c:v>
                </c:pt>
                <c:pt idx="30">
                  <c:v>2.625</c:v>
                </c:pt>
                <c:pt idx="31">
                  <c:v>2.7125</c:v>
                </c:pt>
                <c:pt idx="32">
                  <c:v>2.8</c:v>
                </c:pt>
                <c:pt idx="33">
                  <c:v>2.8875</c:v>
                </c:pt>
                <c:pt idx="34">
                  <c:v>2.975</c:v>
                </c:pt>
                <c:pt idx="35">
                  <c:v>3.0625</c:v>
                </c:pt>
                <c:pt idx="36">
                  <c:v>3.15</c:v>
                </c:pt>
                <c:pt idx="37">
                  <c:v>3.2375</c:v>
                </c:pt>
                <c:pt idx="38">
                  <c:v>3.325</c:v>
                </c:pt>
                <c:pt idx="39">
                  <c:v>3.4125</c:v>
                </c:pt>
                <c:pt idx="40">
                  <c:v>3.5</c:v>
                </c:pt>
                <c:pt idx="41">
                  <c:v>3.5875</c:v>
                </c:pt>
                <c:pt idx="42">
                  <c:v>3.675</c:v>
                </c:pt>
                <c:pt idx="43">
                  <c:v>3.7625</c:v>
                </c:pt>
                <c:pt idx="44">
                  <c:v>3.85</c:v>
                </c:pt>
                <c:pt idx="45">
                  <c:v>3.9375</c:v>
                </c:pt>
                <c:pt idx="46">
                  <c:v>4.025</c:v>
                </c:pt>
                <c:pt idx="47">
                  <c:v>4.1125</c:v>
                </c:pt>
                <c:pt idx="48">
                  <c:v>4.2</c:v>
                </c:pt>
                <c:pt idx="49">
                  <c:v>4.2875</c:v>
                </c:pt>
                <c:pt idx="50">
                  <c:v>4.375</c:v>
                </c:pt>
                <c:pt idx="51">
                  <c:v>4.4625</c:v>
                </c:pt>
                <c:pt idx="52">
                  <c:v>4.55</c:v>
                </c:pt>
                <c:pt idx="53">
                  <c:v>4.6375</c:v>
                </c:pt>
                <c:pt idx="54">
                  <c:v>4.725</c:v>
                </c:pt>
                <c:pt idx="55">
                  <c:v>4.8125</c:v>
                </c:pt>
                <c:pt idx="56">
                  <c:v>4.9</c:v>
                </c:pt>
                <c:pt idx="57">
                  <c:v>4.9875</c:v>
                </c:pt>
                <c:pt idx="58">
                  <c:v>5.075</c:v>
                </c:pt>
                <c:pt idx="59">
                  <c:v>5.1625</c:v>
                </c:pt>
                <c:pt idx="60">
                  <c:v>5.25</c:v>
                </c:pt>
                <c:pt idx="61">
                  <c:v>5.3375</c:v>
                </c:pt>
                <c:pt idx="62">
                  <c:v>5.425</c:v>
                </c:pt>
                <c:pt idx="63">
                  <c:v>5.5125</c:v>
                </c:pt>
                <c:pt idx="64">
                  <c:v>5.6</c:v>
                </c:pt>
                <c:pt idx="65">
                  <c:v>5.6875</c:v>
                </c:pt>
                <c:pt idx="66">
                  <c:v>5.775</c:v>
                </c:pt>
                <c:pt idx="67">
                  <c:v>5.8625</c:v>
                </c:pt>
                <c:pt idx="68">
                  <c:v>5.95</c:v>
                </c:pt>
                <c:pt idx="69">
                  <c:v>6.0375</c:v>
                </c:pt>
                <c:pt idx="70">
                  <c:v>6.125</c:v>
                </c:pt>
                <c:pt idx="71">
                  <c:v>6.2125</c:v>
                </c:pt>
                <c:pt idx="72">
                  <c:v>6.3</c:v>
                </c:pt>
                <c:pt idx="73">
                  <c:v>6.3875</c:v>
                </c:pt>
                <c:pt idx="74">
                  <c:v>6.475</c:v>
                </c:pt>
                <c:pt idx="75">
                  <c:v>6.5625</c:v>
                </c:pt>
                <c:pt idx="76">
                  <c:v>6.65</c:v>
                </c:pt>
                <c:pt idx="77">
                  <c:v>6.7375</c:v>
                </c:pt>
                <c:pt idx="78">
                  <c:v>6.825</c:v>
                </c:pt>
                <c:pt idx="79">
                  <c:v>6.9125</c:v>
                </c:pt>
                <c:pt idx="80">
                  <c:v>7</c:v>
                </c:pt>
                <c:pt idx="81">
                  <c:v>7.0875</c:v>
                </c:pt>
                <c:pt idx="82">
                  <c:v>7.175</c:v>
                </c:pt>
                <c:pt idx="83">
                  <c:v>7.2625</c:v>
                </c:pt>
                <c:pt idx="84">
                  <c:v>7.35</c:v>
                </c:pt>
                <c:pt idx="85">
                  <c:v>7.4375</c:v>
                </c:pt>
                <c:pt idx="86">
                  <c:v>7.525</c:v>
                </c:pt>
                <c:pt idx="87">
                  <c:v>7.6125</c:v>
                </c:pt>
                <c:pt idx="88">
                  <c:v>7.7</c:v>
                </c:pt>
                <c:pt idx="89">
                  <c:v>7.7875</c:v>
                </c:pt>
                <c:pt idx="90">
                  <c:v>7.875</c:v>
                </c:pt>
                <c:pt idx="91">
                  <c:v>7.9625</c:v>
                </c:pt>
                <c:pt idx="92">
                  <c:v>8.05</c:v>
                </c:pt>
                <c:pt idx="93">
                  <c:v>8.1375</c:v>
                </c:pt>
                <c:pt idx="94">
                  <c:v>8.225</c:v>
                </c:pt>
                <c:pt idx="95">
                  <c:v>8.3125</c:v>
                </c:pt>
                <c:pt idx="96">
                  <c:v>8.4</c:v>
                </c:pt>
                <c:pt idx="97">
                  <c:v>8.4875</c:v>
                </c:pt>
                <c:pt idx="98">
                  <c:v>8.575</c:v>
                </c:pt>
                <c:pt idx="99">
                  <c:v>8.6625</c:v>
                </c:pt>
                <c:pt idx="100">
                  <c:v>8.75</c:v>
                </c:pt>
                <c:pt idx="101">
                  <c:v>8.8375</c:v>
                </c:pt>
                <c:pt idx="102">
                  <c:v>8.925</c:v>
                </c:pt>
                <c:pt idx="103">
                  <c:v>9.0125</c:v>
                </c:pt>
                <c:pt idx="104">
                  <c:v>9.1</c:v>
                </c:pt>
                <c:pt idx="105">
                  <c:v>9.1875</c:v>
                </c:pt>
                <c:pt idx="106">
                  <c:v>9.275</c:v>
                </c:pt>
                <c:pt idx="107">
                  <c:v>9.3625</c:v>
                </c:pt>
                <c:pt idx="108">
                  <c:v>9.45</c:v>
                </c:pt>
                <c:pt idx="109">
                  <c:v>9.5375</c:v>
                </c:pt>
                <c:pt idx="110">
                  <c:v>9.625</c:v>
                </c:pt>
                <c:pt idx="111">
                  <c:v>9.7125</c:v>
                </c:pt>
                <c:pt idx="112">
                  <c:v>9.8</c:v>
                </c:pt>
                <c:pt idx="113">
                  <c:v>9.8875</c:v>
                </c:pt>
                <c:pt idx="114">
                  <c:v>9.975</c:v>
                </c:pt>
                <c:pt idx="115">
                  <c:v>10.0625</c:v>
                </c:pt>
                <c:pt idx="116">
                  <c:v>10.15</c:v>
                </c:pt>
                <c:pt idx="117">
                  <c:v>10.2375</c:v>
                </c:pt>
                <c:pt idx="118">
                  <c:v>10.325</c:v>
                </c:pt>
                <c:pt idx="119">
                  <c:v>10.4125</c:v>
                </c:pt>
                <c:pt idx="120">
                  <c:v>10.5</c:v>
                </c:pt>
                <c:pt idx="121">
                  <c:v>10.5875</c:v>
                </c:pt>
                <c:pt idx="122">
                  <c:v>10.675</c:v>
                </c:pt>
                <c:pt idx="123">
                  <c:v>10.7625</c:v>
                </c:pt>
                <c:pt idx="124">
                  <c:v>10.85</c:v>
                </c:pt>
                <c:pt idx="125">
                  <c:v>10.9375</c:v>
                </c:pt>
                <c:pt idx="126">
                  <c:v>11.025</c:v>
                </c:pt>
                <c:pt idx="127">
                  <c:v>11.1125</c:v>
                </c:pt>
                <c:pt idx="128">
                  <c:v>11.2</c:v>
                </c:pt>
                <c:pt idx="129">
                  <c:v>11.2875</c:v>
                </c:pt>
                <c:pt idx="130">
                  <c:v>11.375</c:v>
                </c:pt>
                <c:pt idx="131">
                  <c:v>11.4625</c:v>
                </c:pt>
                <c:pt idx="132">
                  <c:v>11.55</c:v>
                </c:pt>
                <c:pt idx="133">
                  <c:v>11.6375</c:v>
                </c:pt>
                <c:pt idx="134">
                  <c:v>11.725</c:v>
                </c:pt>
                <c:pt idx="135">
                  <c:v>11.8125</c:v>
                </c:pt>
                <c:pt idx="136">
                  <c:v>11.9</c:v>
                </c:pt>
                <c:pt idx="137">
                  <c:v>11.9875</c:v>
                </c:pt>
                <c:pt idx="138">
                  <c:v>12.075</c:v>
                </c:pt>
                <c:pt idx="139">
                  <c:v>12.1625</c:v>
                </c:pt>
                <c:pt idx="140">
                  <c:v>12.25</c:v>
                </c:pt>
                <c:pt idx="141">
                  <c:v>12.3375</c:v>
                </c:pt>
                <c:pt idx="142">
                  <c:v>12.425</c:v>
                </c:pt>
                <c:pt idx="143">
                  <c:v>12.5125</c:v>
                </c:pt>
                <c:pt idx="144">
                  <c:v>12.6</c:v>
                </c:pt>
                <c:pt idx="145">
                  <c:v>12.6875</c:v>
                </c:pt>
                <c:pt idx="146">
                  <c:v>12.775</c:v>
                </c:pt>
                <c:pt idx="147">
                  <c:v>12.8625</c:v>
                </c:pt>
                <c:pt idx="148">
                  <c:v>12.95</c:v>
                </c:pt>
                <c:pt idx="149">
                  <c:v>13.0375</c:v>
                </c:pt>
                <c:pt idx="150">
                  <c:v>13.125</c:v>
                </c:pt>
                <c:pt idx="151">
                  <c:v>13.2125</c:v>
                </c:pt>
                <c:pt idx="152">
                  <c:v>13.3</c:v>
                </c:pt>
                <c:pt idx="153">
                  <c:v>13.3875</c:v>
                </c:pt>
                <c:pt idx="154">
                  <c:v>13.475</c:v>
                </c:pt>
                <c:pt idx="155">
                  <c:v>13.5625</c:v>
                </c:pt>
                <c:pt idx="156">
                  <c:v>13.65</c:v>
                </c:pt>
                <c:pt idx="157">
                  <c:v>13.7375</c:v>
                </c:pt>
                <c:pt idx="158">
                  <c:v>13.825</c:v>
                </c:pt>
                <c:pt idx="159">
                  <c:v>13.9125</c:v>
                </c:pt>
                <c:pt idx="160">
                  <c:v>14</c:v>
                </c:pt>
                <c:pt idx="161">
                  <c:v>14.0875</c:v>
                </c:pt>
                <c:pt idx="162">
                  <c:v>14.175</c:v>
                </c:pt>
                <c:pt idx="163">
                  <c:v>14.2625</c:v>
                </c:pt>
                <c:pt idx="164">
                  <c:v>14.35</c:v>
                </c:pt>
                <c:pt idx="165">
                  <c:v>14.4375</c:v>
                </c:pt>
                <c:pt idx="166">
                  <c:v>14.525</c:v>
                </c:pt>
                <c:pt idx="167">
                  <c:v>14.6125</c:v>
                </c:pt>
                <c:pt idx="168">
                  <c:v>14.7</c:v>
                </c:pt>
                <c:pt idx="169">
                  <c:v>14.7875</c:v>
                </c:pt>
                <c:pt idx="170">
                  <c:v>14.875</c:v>
                </c:pt>
                <c:pt idx="171">
                  <c:v>14.9625</c:v>
                </c:pt>
                <c:pt idx="172">
                  <c:v>15.05</c:v>
                </c:pt>
                <c:pt idx="173">
                  <c:v>15.1375</c:v>
                </c:pt>
                <c:pt idx="174">
                  <c:v>15.225</c:v>
                </c:pt>
                <c:pt idx="175">
                  <c:v>15.3125</c:v>
                </c:pt>
                <c:pt idx="176">
                  <c:v>15.4</c:v>
                </c:pt>
                <c:pt idx="177">
                  <c:v>15.4875</c:v>
                </c:pt>
                <c:pt idx="178">
                  <c:v>15.575</c:v>
                </c:pt>
                <c:pt idx="179">
                  <c:v>15.6625</c:v>
                </c:pt>
                <c:pt idx="180">
                  <c:v>15.75</c:v>
                </c:pt>
                <c:pt idx="181">
                  <c:v>15.8375</c:v>
                </c:pt>
                <c:pt idx="182">
                  <c:v>15.925</c:v>
                </c:pt>
                <c:pt idx="183">
                  <c:v>16.0125</c:v>
                </c:pt>
                <c:pt idx="184">
                  <c:v>16.1</c:v>
                </c:pt>
                <c:pt idx="185">
                  <c:v>16.1875</c:v>
                </c:pt>
                <c:pt idx="186">
                  <c:v>16.275</c:v>
                </c:pt>
                <c:pt idx="187">
                  <c:v>16.3625</c:v>
                </c:pt>
                <c:pt idx="188">
                  <c:v>16.45</c:v>
                </c:pt>
                <c:pt idx="189">
                  <c:v>16.5375</c:v>
                </c:pt>
                <c:pt idx="190">
                  <c:v>16.625</c:v>
                </c:pt>
                <c:pt idx="191">
                  <c:v>16.7125</c:v>
                </c:pt>
                <c:pt idx="192">
                  <c:v>16.8</c:v>
                </c:pt>
                <c:pt idx="193">
                  <c:v>16.8875</c:v>
                </c:pt>
                <c:pt idx="194">
                  <c:v>16.975</c:v>
                </c:pt>
                <c:pt idx="195">
                  <c:v>17.0625</c:v>
                </c:pt>
                <c:pt idx="196">
                  <c:v>17.15</c:v>
                </c:pt>
                <c:pt idx="197">
                  <c:v>17.2375</c:v>
                </c:pt>
                <c:pt idx="198">
                  <c:v>17.325</c:v>
                </c:pt>
                <c:pt idx="199">
                  <c:v>17.4125</c:v>
                </c:pt>
                <c:pt idx="200">
                  <c:v>17.5</c:v>
                </c:pt>
                <c:pt idx="201">
                  <c:v>17.5875</c:v>
                </c:pt>
                <c:pt idx="202">
                  <c:v>17.675</c:v>
                </c:pt>
                <c:pt idx="203">
                  <c:v>17.7625</c:v>
                </c:pt>
                <c:pt idx="204">
                  <c:v>17.85</c:v>
                </c:pt>
                <c:pt idx="205">
                  <c:v>17.9375</c:v>
                </c:pt>
                <c:pt idx="206">
                  <c:v>18.025</c:v>
                </c:pt>
                <c:pt idx="207">
                  <c:v>18.1125</c:v>
                </c:pt>
                <c:pt idx="208">
                  <c:v>18.2</c:v>
                </c:pt>
                <c:pt idx="209">
                  <c:v>18.2875</c:v>
                </c:pt>
                <c:pt idx="210">
                  <c:v>18.375</c:v>
                </c:pt>
                <c:pt idx="211">
                  <c:v>18.4625</c:v>
                </c:pt>
                <c:pt idx="212">
                  <c:v>18.55</c:v>
                </c:pt>
                <c:pt idx="213">
                  <c:v>18.6375</c:v>
                </c:pt>
                <c:pt idx="214">
                  <c:v>18.725</c:v>
                </c:pt>
                <c:pt idx="215">
                  <c:v>18.8125</c:v>
                </c:pt>
                <c:pt idx="216">
                  <c:v>18.9</c:v>
                </c:pt>
                <c:pt idx="217">
                  <c:v>18.9875</c:v>
                </c:pt>
                <c:pt idx="218">
                  <c:v>19.075</c:v>
                </c:pt>
                <c:pt idx="219">
                  <c:v>19.1625</c:v>
                </c:pt>
                <c:pt idx="220">
                  <c:v>19.25</c:v>
                </c:pt>
                <c:pt idx="221">
                  <c:v>19.3375</c:v>
                </c:pt>
                <c:pt idx="222">
                  <c:v>19.425</c:v>
                </c:pt>
                <c:pt idx="223">
                  <c:v>19.5125</c:v>
                </c:pt>
                <c:pt idx="224">
                  <c:v>19.6</c:v>
                </c:pt>
                <c:pt idx="225">
                  <c:v>19.6875</c:v>
                </c:pt>
                <c:pt idx="226">
                  <c:v>19.775</c:v>
                </c:pt>
                <c:pt idx="227">
                  <c:v>19.8625</c:v>
                </c:pt>
                <c:pt idx="228">
                  <c:v>19.95</c:v>
                </c:pt>
                <c:pt idx="229">
                  <c:v>20.0375</c:v>
                </c:pt>
                <c:pt idx="230">
                  <c:v>20.125</c:v>
                </c:pt>
                <c:pt idx="231">
                  <c:v>20.2125</c:v>
                </c:pt>
                <c:pt idx="232">
                  <c:v>20.3</c:v>
                </c:pt>
                <c:pt idx="233">
                  <c:v>20.3875</c:v>
                </c:pt>
                <c:pt idx="234">
                  <c:v>20.475</c:v>
                </c:pt>
                <c:pt idx="235">
                  <c:v>20.5625</c:v>
                </c:pt>
                <c:pt idx="236">
                  <c:v>20.65</c:v>
                </c:pt>
                <c:pt idx="237">
                  <c:v>20.7375</c:v>
                </c:pt>
                <c:pt idx="238">
                  <c:v>20.825</c:v>
                </c:pt>
                <c:pt idx="239">
                  <c:v>20.9125</c:v>
                </c:pt>
                <c:pt idx="240">
                  <c:v>21</c:v>
                </c:pt>
                <c:pt idx="241">
                  <c:v>21.0875</c:v>
                </c:pt>
                <c:pt idx="242">
                  <c:v>21.175</c:v>
                </c:pt>
                <c:pt idx="243">
                  <c:v>21.2625</c:v>
                </c:pt>
                <c:pt idx="244">
                  <c:v>21.35</c:v>
                </c:pt>
                <c:pt idx="245">
                  <c:v>21.4375</c:v>
                </c:pt>
                <c:pt idx="246">
                  <c:v>21.525</c:v>
                </c:pt>
                <c:pt idx="247">
                  <c:v>21.6125</c:v>
                </c:pt>
                <c:pt idx="248">
                  <c:v>21.7</c:v>
                </c:pt>
                <c:pt idx="249">
                  <c:v>21.7875</c:v>
                </c:pt>
                <c:pt idx="250">
                  <c:v>21.875</c:v>
                </c:pt>
                <c:pt idx="251">
                  <c:v>21.9625</c:v>
                </c:pt>
                <c:pt idx="252">
                  <c:v>22.05</c:v>
                </c:pt>
                <c:pt idx="253">
                  <c:v>22.1375</c:v>
                </c:pt>
                <c:pt idx="254">
                  <c:v>22.225</c:v>
                </c:pt>
                <c:pt idx="255">
                  <c:v>22.3125</c:v>
                </c:pt>
                <c:pt idx="256">
                  <c:v>22.4</c:v>
                </c:pt>
                <c:pt idx="257">
                  <c:v>22.4875</c:v>
                </c:pt>
                <c:pt idx="258">
                  <c:v>22.575</c:v>
                </c:pt>
                <c:pt idx="259">
                  <c:v>22.6625</c:v>
                </c:pt>
                <c:pt idx="260">
                  <c:v>22.75</c:v>
                </c:pt>
                <c:pt idx="261">
                  <c:v>22.8375</c:v>
                </c:pt>
                <c:pt idx="262">
                  <c:v>22.925</c:v>
                </c:pt>
                <c:pt idx="263">
                  <c:v>23.0125</c:v>
                </c:pt>
                <c:pt idx="264">
                  <c:v>23.1</c:v>
                </c:pt>
                <c:pt idx="265">
                  <c:v>23.1875</c:v>
                </c:pt>
                <c:pt idx="266">
                  <c:v>23.275</c:v>
                </c:pt>
                <c:pt idx="267">
                  <c:v>23.3625</c:v>
                </c:pt>
                <c:pt idx="268">
                  <c:v>23.45</c:v>
                </c:pt>
                <c:pt idx="269">
                  <c:v>23.5375</c:v>
                </c:pt>
                <c:pt idx="270">
                  <c:v>23.625</c:v>
                </c:pt>
                <c:pt idx="271">
                  <c:v>23.7125</c:v>
                </c:pt>
                <c:pt idx="272">
                  <c:v>23.8</c:v>
                </c:pt>
                <c:pt idx="273">
                  <c:v>23.8875</c:v>
                </c:pt>
                <c:pt idx="274">
                  <c:v>23.975</c:v>
                </c:pt>
                <c:pt idx="275">
                  <c:v>24.0625</c:v>
                </c:pt>
                <c:pt idx="276">
                  <c:v>24.15</c:v>
                </c:pt>
                <c:pt idx="277">
                  <c:v>24.2375</c:v>
                </c:pt>
                <c:pt idx="278">
                  <c:v>24.325</c:v>
                </c:pt>
                <c:pt idx="279">
                  <c:v>24.4125</c:v>
                </c:pt>
                <c:pt idx="280">
                  <c:v>24.5</c:v>
                </c:pt>
                <c:pt idx="281">
                  <c:v>24.5875</c:v>
                </c:pt>
                <c:pt idx="282">
                  <c:v>24.675</c:v>
                </c:pt>
                <c:pt idx="283">
                  <c:v>24.7625</c:v>
                </c:pt>
                <c:pt idx="284">
                  <c:v>24.85</c:v>
                </c:pt>
                <c:pt idx="285">
                  <c:v>24.9375</c:v>
                </c:pt>
                <c:pt idx="286">
                  <c:v>25.025</c:v>
                </c:pt>
                <c:pt idx="287">
                  <c:v>25.1125</c:v>
                </c:pt>
                <c:pt idx="288">
                  <c:v>25.2</c:v>
                </c:pt>
                <c:pt idx="289">
                  <c:v>25.2875</c:v>
                </c:pt>
                <c:pt idx="290">
                  <c:v>25.375</c:v>
                </c:pt>
                <c:pt idx="291">
                  <c:v>25.4625</c:v>
                </c:pt>
                <c:pt idx="292">
                  <c:v>25.55</c:v>
                </c:pt>
                <c:pt idx="293">
                  <c:v>25.6375</c:v>
                </c:pt>
                <c:pt idx="294">
                  <c:v>25.725</c:v>
                </c:pt>
                <c:pt idx="295">
                  <c:v>25.8125</c:v>
                </c:pt>
                <c:pt idx="296">
                  <c:v>25.9</c:v>
                </c:pt>
                <c:pt idx="297">
                  <c:v>25.9875</c:v>
                </c:pt>
                <c:pt idx="298">
                  <c:v>26.075</c:v>
                </c:pt>
                <c:pt idx="299">
                  <c:v>26.1625</c:v>
                </c:pt>
                <c:pt idx="300">
                  <c:v>26.25</c:v>
                </c:pt>
                <c:pt idx="301">
                  <c:v>26.3375</c:v>
                </c:pt>
                <c:pt idx="302">
                  <c:v>26.425</c:v>
                </c:pt>
                <c:pt idx="303">
                  <c:v>26.5125</c:v>
                </c:pt>
                <c:pt idx="304">
                  <c:v>26.6</c:v>
                </c:pt>
                <c:pt idx="305">
                  <c:v>26.6875</c:v>
                </c:pt>
                <c:pt idx="306">
                  <c:v>26.775</c:v>
                </c:pt>
                <c:pt idx="307">
                  <c:v>26.8625</c:v>
                </c:pt>
                <c:pt idx="308">
                  <c:v>26.95</c:v>
                </c:pt>
                <c:pt idx="309">
                  <c:v>27.0375</c:v>
                </c:pt>
                <c:pt idx="310">
                  <c:v>27.125</c:v>
                </c:pt>
                <c:pt idx="311">
                  <c:v>27.2125</c:v>
                </c:pt>
                <c:pt idx="312">
                  <c:v>27.3</c:v>
                </c:pt>
                <c:pt idx="313">
                  <c:v>27.3875</c:v>
                </c:pt>
                <c:pt idx="314">
                  <c:v>27.475</c:v>
                </c:pt>
                <c:pt idx="315">
                  <c:v>27.5625</c:v>
                </c:pt>
                <c:pt idx="316">
                  <c:v>27.65</c:v>
                </c:pt>
                <c:pt idx="317">
                  <c:v>27.7375</c:v>
                </c:pt>
                <c:pt idx="318">
                  <c:v>27.825</c:v>
                </c:pt>
                <c:pt idx="319">
                  <c:v>27.9125</c:v>
                </c:pt>
                <c:pt idx="320">
                  <c:v>28</c:v>
                </c:pt>
                <c:pt idx="321">
                  <c:v>28.0875</c:v>
                </c:pt>
                <c:pt idx="322">
                  <c:v>28.175</c:v>
                </c:pt>
                <c:pt idx="323">
                  <c:v>28.2625</c:v>
                </c:pt>
                <c:pt idx="324">
                  <c:v>28.35</c:v>
                </c:pt>
                <c:pt idx="325">
                  <c:v>28.4375</c:v>
                </c:pt>
                <c:pt idx="326">
                  <c:v>28.525</c:v>
                </c:pt>
                <c:pt idx="327">
                  <c:v>28.6125</c:v>
                </c:pt>
                <c:pt idx="328">
                  <c:v>28.7</c:v>
                </c:pt>
                <c:pt idx="329">
                  <c:v>28.7875</c:v>
                </c:pt>
                <c:pt idx="330">
                  <c:v>28.875</c:v>
                </c:pt>
                <c:pt idx="331">
                  <c:v>28.9625</c:v>
                </c:pt>
                <c:pt idx="332">
                  <c:v>29.05</c:v>
                </c:pt>
                <c:pt idx="333">
                  <c:v>29.1375</c:v>
                </c:pt>
                <c:pt idx="334">
                  <c:v>29.225</c:v>
                </c:pt>
                <c:pt idx="335">
                  <c:v>29.3125</c:v>
                </c:pt>
                <c:pt idx="336">
                  <c:v>29.4</c:v>
                </c:pt>
                <c:pt idx="337">
                  <c:v>29.4875</c:v>
                </c:pt>
                <c:pt idx="338">
                  <c:v>29.575</c:v>
                </c:pt>
                <c:pt idx="339">
                  <c:v>29.6625</c:v>
                </c:pt>
                <c:pt idx="340">
                  <c:v>29.75</c:v>
                </c:pt>
                <c:pt idx="341">
                  <c:v>29.8375</c:v>
                </c:pt>
                <c:pt idx="342">
                  <c:v>29.925</c:v>
                </c:pt>
                <c:pt idx="343">
                  <c:v>30.0125</c:v>
                </c:pt>
                <c:pt idx="344">
                  <c:v>30.1</c:v>
                </c:pt>
                <c:pt idx="345">
                  <c:v>30.1875</c:v>
                </c:pt>
                <c:pt idx="346">
                  <c:v>30.275</c:v>
                </c:pt>
                <c:pt idx="347">
                  <c:v>30.3625</c:v>
                </c:pt>
                <c:pt idx="348">
                  <c:v>30.45</c:v>
                </c:pt>
                <c:pt idx="349">
                  <c:v>30.5375</c:v>
                </c:pt>
                <c:pt idx="350">
                  <c:v>30.625</c:v>
                </c:pt>
                <c:pt idx="351">
                  <c:v>30.7125</c:v>
                </c:pt>
                <c:pt idx="352">
                  <c:v>30.8</c:v>
                </c:pt>
                <c:pt idx="353">
                  <c:v>30.8875</c:v>
                </c:pt>
                <c:pt idx="354">
                  <c:v>30.975</c:v>
                </c:pt>
                <c:pt idx="355">
                  <c:v>31.0625</c:v>
                </c:pt>
                <c:pt idx="356">
                  <c:v>31.15</c:v>
                </c:pt>
                <c:pt idx="357">
                  <c:v>31.2375</c:v>
                </c:pt>
                <c:pt idx="358">
                  <c:v>31.325</c:v>
                </c:pt>
                <c:pt idx="359">
                  <c:v>31.4125</c:v>
                </c:pt>
                <c:pt idx="360">
                  <c:v>31.5</c:v>
                </c:pt>
                <c:pt idx="361">
                  <c:v>31.5875</c:v>
                </c:pt>
                <c:pt idx="362">
                  <c:v>31.675</c:v>
                </c:pt>
                <c:pt idx="363">
                  <c:v>31.7625</c:v>
                </c:pt>
                <c:pt idx="364">
                  <c:v>31.85</c:v>
                </c:pt>
                <c:pt idx="365">
                  <c:v>31.9375</c:v>
                </c:pt>
                <c:pt idx="366">
                  <c:v>32.025</c:v>
                </c:pt>
                <c:pt idx="367">
                  <c:v>32.1125</c:v>
                </c:pt>
                <c:pt idx="368">
                  <c:v>32.2</c:v>
                </c:pt>
                <c:pt idx="369">
                  <c:v>32.2875</c:v>
                </c:pt>
                <c:pt idx="370">
                  <c:v>32.375</c:v>
                </c:pt>
                <c:pt idx="371">
                  <c:v>32.4625</c:v>
                </c:pt>
                <c:pt idx="372">
                  <c:v>32.55</c:v>
                </c:pt>
                <c:pt idx="373">
                  <c:v>32.6375</c:v>
                </c:pt>
                <c:pt idx="374">
                  <c:v>32.725</c:v>
                </c:pt>
                <c:pt idx="375">
                  <c:v>32.8125</c:v>
                </c:pt>
                <c:pt idx="376">
                  <c:v>32.9</c:v>
                </c:pt>
                <c:pt idx="377">
                  <c:v>32.9875</c:v>
                </c:pt>
                <c:pt idx="378">
                  <c:v>33.075</c:v>
                </c:pt>
                <c:pt idx="379">
                  <c:v>33.1625</c:v>
                </c:pt>
                <c:pt idx="380">
                  <c:v>33.25</c:v>
                </c:pt>
                <c:pt idx="381">
                  <c:v>33.3375</c:v>
                </c:pt>
                <c:pt idx="382">
                  <c:v>33.425</c:v>
                </c:pt>
                <c:pt idx="383">
                  <c:v>33.5125</c:v>
                </c:pt>
                <c:pt idx="384">
                  <c:v>33.6</c:v>
                </c:pt>
                <c:pt idx="385">
                  <c:v>33.6875</c:v>
                </c:pt>
                <c:pt idx="386">
                  <c:v>33.775</c:v>
                </c:pt>
                <c:pt idx="387">
                  <c:v>33.8625</c:v>
                </c:pt>
                <c:pt idx="388">
                  <c:v>33.95</c:v>
                </c:pt>
                <c:pt idx="389">
                  <c:v>34.0375</c:v>
                </c:pt>
                <c:pt idx="390">
                  <c:v>34.125</c:v>
                </c:pt>
                <c:pt idx="391">
                  <c:v>34.2125</c:v>
                </c:pt>
                <c:pt idx="392">
                  <c:v>34.3</c:v>
                </c:pt>
                <c:pt idx="393">
                  <c:v>34.3875</c:v>
                </c:pt>
                <c:pt idx="394">
                  <c:v>34.475</c:v>
                </c:pt>
                <c:pt idx="395">
                  <c:v>34.5625</c:v>
                </c:pt>
                <c:pt idx="396">
                  <c:v>34.65</c:v>
                </c:pt>
                <c:pt idx="397">
                  <c:v>34.7375</c:v>
                </c:pt>
                <c:pt idx="398">
                  <c:v>34.825</c:v>
                </c:pt>
                <c:pt idx="399">
                  <c:v>34.9125</c:v>
                </c:pt>
                <c:pt idx="400">
                  <c:v>35</c:v>
                </c:pt>
              </c:numCache>
            </c:numRef>
          </c:xVal>
          <c:yVal>
            <c:numRef>
              <c:f>'Chart Data'!$B$2:$B$402</c:f>
              <c:numCache>
                <c:formatCode>0.0</c:formatCode>
                <c:ptCount val="401"/>
                <c:pt idx="0">
                  <c:v>0.50714191</c:v>
                </c:pt>
                <c:pt idx="1">
                  <c:v>0.51787951</c:v>
                </c:pt>
                <c:pt idx="2">
                  <c:v>0.52856639</c:v>
                </c:pt>
                <c:pt idx="3">
                  <c:v>0.53920151</c:v>
                </c:pt>
                <c:pt idx="4">
                  <c:v>0.54978382</c:v>
                </c:pt>
                <c:pt idx="5">
                  <c:v>0.5603123</c:v>
                </c:pt>
                <c:pt idx="6">
                  <c:v>0.5707859</c:v>
                </c:pt>
                <c:pt idx="7">
                  <c:v>0.5812036</c:v>
                </c:pt>
                <c:pt idx="8">
                  <c:v>0.59156439</c:v>
                </c:pt>
                <c:pt idx="9">
                  <c:v>0.60186724</c:v>
                </c:pt>
                <c:pt idx="10">
                  <c:v>0.61211116</c:v>
                </c:pt>
                <c:pt idx="11">
                  <c:v>0.62229513</c:v>
                </c:pt>
                <c:pt idx="12">
                  <c:v>0.63241815</c:v>
                </c:pt>
                <c:pt idx="13">
                  <c:v>0.64247925</c:v>
                </c:pt>
                <c:pt idx="14">
                  <c:v>0.65247742</c:v>
                </c:pt>
                <c:pt idx="15">
                  <c:v>0.6624117</c:v>
                </c:pt>
                <c:pt idx="16">
                  <c:v>0.67228111</c:v>
                </c:pt>
                <c:pt idx="17">
                  <c:v>0.68208469</c:v>
                </c:pt>
                <c:pt idx="18">
                  <c:v>0.69182146</c:v>
                </c:pt>
                <c:pt idx="19">
                  <c:v>0.70149049</c:v>
                </c:pt>
                <c:pt idx="20">
                  <c:v>0.71109081</c:v>
                </c:pt>
                <c:pt idx="21">
                  <c:v>0.7206215</c:v>
                </c:pt>
                <c:pt idx="22">
                  <c:v>0.73008162</c:v>
                </c:pt>
                <c:pt idx="23">
                  <c:v>0.73947025</c:v>
                </c:pt>
                <c:pt idx="24">
                  <c:v>0.74878645</c:v>
                </c:pt>
                <c:pt idx="25">
                  <c:v>0.75802933</c:v>
                </c:pt>
                <c:pt idx="26">
                  <c:v>0.76719797</c:v>
                </c:pt>
                <c:pt idx="27">
                  <c:v>0.77629149</c:v>
                </c:pt>
                <c:pt idx="28">
                  <c:v>0.78530897</c:v>
                </c:pt>
                <c:pt idx="29">
                  <c:v>0.79424956</c:v>
                </c:pt>
                <c:pt idx="30">
                  <c:v>0.80311236</c:v>
                </c:pt>
                <c:pt idx="31">
                  <c:v>0.81189651</c:v>
                </c:pt>
                <c:pt idx="32">
                  <c:v>0.82060116</c:v>
                </c:pt>
                <c:pt idx="33">
                  <c:v>0.82922544</c:v>
                </c:pt>
                <c:pt idx="34">
                  <c:v>0.83776851</c:v>
                </c:pt>
                <c:pt idx="35">
                  <c:v>0.84622955</c:v>
                </c:pt>
                <c:pt idx="36">
                  <c:v>0.85460771</c:v>
                </c:pt>
                <c:pt idx="37">
                  <c:v>0.86290218</c:v>
                </c:pt>
                <c:pt idx="38">
                  <c:v>0.87111214</c:v>
                </c:pt>
                <c:pt idx="39">
                  <c:v>0.8792368</c:v>
                </c:pt>
                <c:pt idx="40">
                  <c:v>0.88727535</c:v>
                </c:pt>
                <c:pt idx="41">
                  <c:v>0.89522701</c:v>
                </c:pt>
                <c:pt idx="42">
                  <c:v>0.903091</c:v>
                </c:pt>
                <c:pt idx="43">
                  <c:v>0.91086655</c:v>
                </c:pt>
                <c:pt idx="44">
                  <c:v>0.9185529</c:v>
                </c:pt>
                <c:pt idx="45">
                  <c:v>0.9261493</c:v>
                </c:pt>
                <c:pt idx="46">
                  <c:v>0.933655</c:v>
                </c:pt>
                <c:pt idx="47">
                  <c:v>0.94106926</c:v>
                </c:pt>
                <c:pt idx="48">
                  <c:v>0.94839137</c:v>
                </c:pt>
                <c:pt idx="49">
                  <c:v>0.95562059</c:v>
                </c:pt>
                <c:pt idx="50">
                  <c:v>0.96275624</c:v>
                </c:pt>
                <c:pt idx="51">
                  <c:v>0.9697976</c:v>
                </c:pt>
                <c:pt idx="52">
                  <c:v>0.97674399</c:v>
                </c:pt>
                <c:pt idx="53">
                  <c:v>0.98359472</c:v>
                </c:pt>
                <c:pt idx="54">
                  <c:v>0.99034914</c:v>
                </c:pt>
                <c:pt idx="55">
                  <c:v>0.99700656</c:v>
                </c:pt>
                <c:pt idx="56">
                  <c:v>1.00356635</c:v>
                </c:pt>
                <c:pt idx="57">
                  <c:v>1.01002786</c:v>
                </c:pt>
                <c:pt idx="58">
                  <c:v>1.01639046</c:v>
                </c:pt>
                <c:pt idx="59">
                  <c:v>1.02265352</c:v>
                </c:pt>
                <c:pt idx="60">
                  <c:v>1.02881644</c:v>
                </c:pt>
                <c:pt idx="61">
                  <c:v>1.0348786</c:v>
                </c:pt>
                <c:pt idx="62">
                  <c:v>1.04083941</c:v>
                </c:pt>
                <c:pt idx="63">
                  <c:v>1.0466983</c:v>
                </c:pt>
                <c:pt idx="64">
                  <c:v>1.05245468</c:v>
                </c:pt>
                <c:pt idx="65">
                  <c:v>1.05810799</c:v>
                </c:pt>
                <c:pt idx="66">
                  <c:v>1.06365769</c:v>
                </c:pt>
                <c:pt idx="67">
                  <c:v>1.06910322</c:v>
                </c:pt>
                <c:pt idx="68">
                  <c:v>1.07444405</c:v>
                </c:pt>
                <c:pt idx="69">
                  <c:v>1.07967966</c:v>
                </c:pt>
                <c:pt idx="70">
                  <c:v>1.08480954</c:v>
                </c:pt>
                <c:pt idx="71">
                  <c:v>1.08983318</c:v>
                </c:pt>
                <c:pt idx="72">
                  <c:v>1.09475009</c:v>
                </c:pt>
                <c:pt idx="73">
                  <c:v>1.0995598</c:v>
                </c:pt>
                <c:pt idx="74">
                  <c:v>1.10426182</c:v>
                </c:pt>
                <c:pt idx="75">
                  <c:v>1.10885571</c:v>
                </c:pt>
                <c:pt idx="76">
                  <c:v>1.113341</c:v>
                </c:pt>
                <c:pt idx="77">
                  <c:v>1.11771726</c:v>
                </c:pt>
                <c:pt idx="78">
                  <c:v>1.12198407</c:v>
                </c:pt>
                <c:pt idx="79">
                  <c:v>1.126141</c:v>
                </c:pt>
                <c:pt idx="80">
                  <c:v>1.13018764</c:v>
                </c:pt>
                <c:pt idx="81">
                  <c:v>1.13412361</c:v>
                </c:pt>
                <c:pt idx="82">
                  <c:v>1.13794851</c:v>
                </c:pt>
                <c:pt idx="83">
                  <c:v>1.14166197</c:v>
                </c:pt>
                <c:pt idx="84">
                  <c:v>1.14526362</c:v>
                </c:pt>
                <c:pt idx="85">
                  <c:v>1.14875313</c:v>
                </c:pt>
                <c:pt idx="86">
                  <c:v>1.15213013</c:v>
                </c:pt>
                <c:pt idx="87">
                  <c:v>1.1553943</c:v>
                </c:pt>
                <c:pt idx="88">
                  <c:v>1.15854533</c:v>
                </c:pt>
                <c:pt idx="89">
                  <c:v>1.1615829</c:v>
                </c:pt>
                <c:pt idx="90">
                  <c:v>1.16450672</c:v>
                </c:pt>
                <c:pt idx="91">
                  <c:v>1.16731649</c:v>
                </c:pt>
                <c:pt idx="92">
                  <c:v>1.17001195</c:v>
                </c:pt>
                <c:pt idx="93">
                  <c:v>1.17259283</c:v>
                </c:pt>
                <c:pt idx="94">
                  <c:v>1.17505888</c:v>
                </c:pt>
                <c:pt idx="95">
                  <c:v>1.17740985</c:v>
                </c:pt>
                <c:pt idx="96">
                  <c:v>1.17964552</c:v>
                </c:pt>
                <c:pt idx="97">
                  <c:v>1.18176567</c:v>
                </c:pt>
                <c:pt idx="98">
                  <c:v>1.18377008</c:v>
                </c:pt>
                <c:pt idx="99">
                  <c:v>1.18565857</c:v>
                </c:pt>
                <c:pt idx="100">
                  <c:v>1.18743095</c:v>
                </c:pt>
                <c:pt idx="101">
                  <c:v>1.18908704</c:v>
                </c:pt>
                <c:pt idx="102">
                  <c:v>1.19062668</c:v>
                </c:pt>
                <c:pt idx="103">
                  <c:v>1.19204973</c:v>
                </c:pt>
                <c:pt idx="104">
                  <c:v>1.19335603</c:v>
                </c:pt>
                <c:pt idx="105">
                  <c:v>1.19454547</c:v>
                </c:pt>
                <c:pt idx="106">
                  <c:v>1.19561793</c:v>
                </c:pt>
                <c:pt idx="107">
                  <c:v>1.1965733</c:v>
                </c:pt>
                <c:pt idx="108">
                  <c:v>1.19741149</c:v>
                </c:pt>
                <c:pt idx="109">
                  <c:v>1.19813242</c:v>
                </c:pt>
                <c:pt idx="110">
                  <c:v>1.19873602</c:v>
                </c:pt>
                <c:pt idx="111">
                  <c:v>1.19922222</c:v>
                </c:pt>
                <c:pt idx="112">
                  <c:v>1.19959098</c:v>
                </c:pt>
                <c:pt idx="113">
                  <c:v>1.19984227</c:v>
                </c:pt>
                <c:pt idx="114">
                  <c:v>1.19997605</c:v>
                </c:pt>
                <c:pt idx="115">
                  <c:v>1.19999232</c:v>
                </c:pt>
                <c:pt idx="116">
                  <c:v>1.19989107</c:v>
                </c:pt>
                <c:pt idx="117">
                  <c:v>1.19967232</c:v>
                </c:pt>
                <c:pt idx="118">
                  <c:v>1.19933609</c:v>
                </c:pt>
                <c:pt idx="119">
                  <c:v>1.1988824</c:v>
                </c:pt>
                <c:pt idx="120">
                  <c:v>1.1983113</c:v>
                </c:pt>
                <c:pt idx="121">
                  <c:v>1.19762286</c:v>
                </c:pt>
                <c:pt idx="122">
                  <c:v>1.19681713</c:v>
                </c:pt>
                <c:pt idx="123">
                  <c:v>1.1958942</c:v>
                </c:pt>
                <c:pt idx="124">
                  <c:v>1.19485415</c:v>
                </c:pt>
                <c:pt idx="125">
                  <c:v>1.19369709</c:v>
                </c:pt>
                <c:pt idx="126">
                  <c:v>1.19242313</c:v>
                </c:pt>
                <c:pt idx="127">
                  <c:v>1.1910324</c:v>
                </c:pt>
                <c:pt idx="128">
                  <c:v>1.18952502</c:v>
                </c:pt>
                <c:pt idx="129">
                  <c:v>1.18790116</c:v>
                </c:pt>
                <c:pt idx="130">
                  <c:v>1.18616097</c:v>
                </c:pt>
                <c:pt idx="131">
                  <c:v>1.18430461</c:v>
                </c:pt>
                <c:pt idx="132">
                  <c:v>1.18233228</c:v>
                </c:pt>
                <c:pt idx="133">
                  <c:v>1.18024415</c:v>
                </c:pt>
                <c:pt idx="134">
                  <c:v>1.17804045</c:v>
                </c:pt>
                <c:pt idx="135">
                  <c:v>1.17572138</c:v>
                </c:pt>
                <c:pt idx="136">
                  <c:v>1.17328718</c:v>
                </c:pt>
                <c:pt idx="137">
                  <c:v>1.17073807</c:v>
                </c:pt>
                <c:pt idx="138">
                  <c:v>1.16807431</c:v>
                </c:pt>
                <c:pt idx="139">
                  <c:v>1.16529616</c:v>
                </c:pt>
                <c:pt idx="140">
                  <c:v>1.16240389</c:v>
                </c:pt>
                <c:pt idx="141">
                  <c:v>1.15939779</c:v>
                </c:pt>
                <c:pt idx="142">
                  <c:v>1.15627815</c:v>
                </c:pt>
                <c:pt idx="143">
                  <c:v>1.15304527</c:v>
                </c:pt>
                <c:pt idx="144">
                  <c:v>1.14969948</c:v>
                </c:pt>
                <c:pt idx="145">
                  <c:v>1.1462411</c:v>
                </c:pt>
                <c:pt idx="146">
                  <c:v>1.14267046</c:v>
                </c:pt>
                <c:pt idx="147">
                  <c:v>1.13898792</c:v>
                </c:pt>
                <c:pt idx="148">
                  <c:v>1.13519384</c:v>
                </c:pt>
                <c:pt idx="149">
                  <c:v>1.13128859</c:v>
                </c:pt>
                <c:pt idx="150">
                  <c:v>1.12727255</c:v>
                </c:pt>
                <c:pt idx="151">
                  <c:v>1.12314612</c:v>
                </c:pt>
                <c:pt idx="152">
                  <c:v>1.1189097</c:v>
                </c:pt>
                <c:pt idx="153">
                  <c:v>1.1145637</c:v>
                </c:pt>
                <c:pt idx="154">
                  <c:v>1.11010856</c:v>
                </c:pt>
                <c:pt idx="155">
                  <c:v>1.1055447</c:v>
                </c:pt>
                <c:pt idx="156">
                  <c:v>1.10087257</c:v>
                </c:pt>
                <c:pt idx="157">
                  <c:v>1.09609263</c:v>
                </c:pt>
                <c:pt idx="158">
                  <c:v>1.09120536</c:v>
                </c:pt>
                <c:pt idx="159">
                  <c:v>1.08621122</c:v>
                </c:pt>
                <c:pt idx="160">
                  <c:v>1.08111071</c:v>
                </c:pt>
                <c:pt idx="161">
                  <c:v>1.07590432</c:v>
                </c:pt>
                <c:pt idx="162">
                  <c:v>1.07059258</c:v>
                </c:pt>
                <c:pt idx="163">
                  <c:v>1.06517598</c:v>
                </c:pt>
                <c:pt idx="164">
                  <c:v>1.05965508</c:v>
                </c:pt>
                <c:pt idx="165">
                  <c:v>1.0540304</c:v>
                </c:pt>
                <c:pt idx="166">
                  <c:v>1.0483025</c:v>
                </c:pt>
                <c:pt idx="167">
                  <c:v>1.04247194</c:v>
                </c:pt>
                <c:pt idx="168">
                  <c:v>1.03653929</c:v>
                </c:pt>
                <c:pt idx="169">
                  <c:v>1.03050514</c:v>
                </c:pt>
                <c:pt idx="170">
                  <c:v>1.02437006</c:v>
                </c:pt>
                <c:pt idx="171">
                  <c:v>1.01813467</c:v>
                </c:pt>
                <c:pt idx="172">
                  <c:v>1.01179957</c:v>
                </c:pt>
                <c:pt idx="173">
                  <c:v>1.00536539</c:v>
                </c:pt>
                <c:pt idx="174">
                  <c:v>0.99883274</c:v>
                </c:pt>
                <c:pt idx="175">
                  <c:v>0.99220229</c:v>
                </c:pt>
                <c:pt idx="176">
                  <c:v>0.98547467</c:v>
                </c:pt>
                <c:pt idx="177">
                  <c:v>0.97865053</c:v>
                </c:pt>
                <c:pt idx="178">
                  <c:v>0.97173056</c:v>
                </c:pt>
                <c:pt idx="179">
                  <c:v>0.96471543</c:v>
                </c:pt>
                <c:pt idx="180">
                  <c:v>0.95760582</c:v>
                </c:pt>
                <c:pt idx="181">
                  <c:v>0.95040244</c:v>
                </c:pt>
                <c:pt idx="182">
                  <c:v>0.94310598</c:v>
                </c:pt>
                <c:pt idx="183">
                  <c:v>0.93571716</c:v>
                </c:pt>
                <c:pt idx="184">
                  <c:v>0.92823671</c:v>
                </c:pt>
                <c:pt idx="185">
                  <c:v>0.92066535</c:v>
                </c:pt>
                <c:pt idx="186">
                  <c:v>0.91300383</c:v>
                </c:pt>
                <c:pt idx="187">
                  <c:v>0.90525291</c:v>
                </c:pt>
                <c:pt idx="188">
                  <c:v>0.89741333</c:v>
                </c:pt>
                <c:pt idx="189">
                  <c:v>0.88948586</c:v>
                </c:pt>
                <c:pt idx="190">
                  <c:v>0.88147129</c:v>
                </c:pt>
                <c:pt idx="191">
                  <c:v>0.8733704</c:v>
                </c:pt>
                <c:pt idx="192">
                  <c:v>0.86518398</c:v>
                </c:pt>
                <c:pt idx="193">
                  <c:v>0.85691282</c:v>
                </c:pt>
                <c:pt idx="194">
                  <c:v>0.84855776</c:v>
                </c:pt>
                <c:pt idx="195">
                  <c:v>0.84011959</c:v>
                </c:pt>
                <c:pt idx="196">
                  <c:v>0.83159915</c:v>
                </c:pt>
                <c:pt idx="197">
                  <c:v>0.82299727</c:v>
                </c:pt>
                <c:pt idx="198">
                  <c:v>0.81431479</c:v>
                </c:pt>
                <c:pt idx="199">
                  <c:v>0.80555257</c:v>
                </c:pt>
                <c:pt idx="200">
                  <c:v>0.79671146</c:v>
                </c:pt>
                <c:pt idx="201">
                  <c:v>0.78779232</c:v>
                </c:pt>
                <c:pt idx="202">
                  <c:v>0.77879604</c:v>
                </c:pt>
                <c:pt idx="203">
                  <c:v>0.76972349</c:v>
                </c:pt>
                <c:pt idx="204">
                  <c:v>0.76057556</c:v>
                </c:pt>
                <c:pt idx="205">
                  <c:v>0.75135315</c:v>
                </c:pt>
                <c:pt idx="206">
                  <c:v>0.74205716</c:v>
                </c:pt>
                <c:pt idx="207">
                  <c:v>0.73268849</c:v>
                </c:pt>
                <c:pt idx="208">
                  <c:v>0.72324808</c:v>
                </c:pt>
                <c:pt idx="209">
                  <c:v>0.71373684</c:v>
                </c:pt>
                <c:pt idx="210">
                  <c:v>0.7041557</c:v>
                </c:pt>
                <c:pt idx="211">
                  <c:v>0.6945056</c:v>
                </c:pt>
                <c:pt idx="212">
                  <c:v>0.68478749</c:v>
                </c:pt>
                <c:pt idx="213">
                  <c:v>0.67500231</c:v>
                </c:pt>
                <c:pt idx="214">
                  <c:v>0.66515104</c:v>
                </c:pt>
                <c:pt idx="215">
                  <c:v>0.65523463</c:v>
                </c:pt>
                <c:pt idx="216">
                  <c:v>0.64525404</c:v>
                </c:pt>
                <c:pt idx="217">
                  <c:v>0.63521027</c:v>
                </c:pt>
                <c:pt idx="218">
                  <c:v>0.62510429</c:v>
                </c:pt>
                <c:pt idx="219">
                  <c:v>0.6149371</c:v>
                </c:pt>
                <c:pt idx="220">
                  <c:v>0.60470968</c:v>
                </c:pt>
                <c:pt idx="221">
                  <c:v>0.59442305</c:v>
                </c:pt>
                <c:pt idx="222">
                  <c:v>0.5840782</c:v>
                </c:pt>
                <c:pt idx="223">
                  <c:v>0.57367616</c:v>
                </c:pt>
                <c:pt idx="224">
                  <c:v>0.56321793</c:v>
                </c:pt>
                <c:pt idx="225">
                  <c:v>0.55270455</c:v>
                </c:pt>
                <c:pt idx="226">
                  <c:v>0.54213704</c:v>
                </c:pt>
                <c:pt idx="227">
                  <c:v>0.53151644</c:v>
                </c:pt>
                <c:pt idx="228">
                  <c:v>0.52084379</c:v>
                </c:pt>
                <c:pt idx="229">
                  <c:v>0.51012013</c:v>
                </c:pt>
                <c:pt idx="230">
                  <c:v>0.49934651</c:v>
                </c:pt>
                <c:pt idx="231">
                  <c:v>0.488524</c:v>
                </c:pt>
                <c:pt idx="232">
                  <c:v>0.47765364</c:v>
                </c:pt>
                <c:pt idx="233">
                  <c:v>0.46673651</c:v>
                </c:pt>
                <c:pt idx="234">
                  <c:v>0.45577366</c:v>
                </c:pt>
                <c:pt idx="235">
                  <c:v>0.44476619</c:v>
                </c:pt>
                <c:pt idx="236">
                  <c:v>0.43371516</c:v>
                </c:pt>
                <c:pt idx="237">
                  <c:v>0.42262165</c:v>
                </c:pt>
                <c:pt idx="238">
                  <c:v>0.41148676</c:v>
                </c:pt>
                <c:pt idx="239">
                  <c:v>0.40031157</c:v>
                </c:pt>
                <c:pt idx="240">
                  <c:v>0.38909717</c:v>
                </c:pt>
                <c:pt idx="241">
                  <c:v>0.37784468</c:v>
                </c:pt>
                <c:pt idx="242">
                  <c:v>0.36655518</c:v>
                </c:pt>
                <c:pt idx="243">
                  <c:v>0.35522978</c:v>
                </c:pt>
                <c:pt idx="244">
                  <c:v>0.34386959</c:v>
                </c:pt>
                <c:pt idx="245">
                  <c:v>0.33247573</c:v>
                </c:pt>
                <c:pt idx="246">
                  <c:v>0.32104932</c:v>
                </c:pt>
                <c:pt idx="247">
                  <c:v>0.30959146</c:v>
                </c:pt>
                <c:pt idx="248">
                  <c:v>0.29810328</c:v>
                </c:pt>
                <c:pt idx="249">
                  <c:v>0.28658591</c:v>
                </c:pt>
                <c:pt idx="250">
                  <c:v>0.27504047</c:v>
                </c:pt>
                <c:pt idx="251">
                  <c:v>0.2634681</c:v>
                </c:pt>
                <c:pt idx="252">
                  <c:v>0.25186992</c:v>
                </c:pt>
                <c:pt idx="253">
                  <c:v>0.24024708</c:v>
                </c:pt>
                <c:pt idx="254">
                  <c:v>0.22860072</c:v>
                </c:pt>
                <c:pt idx="255">
                  <c:v>0.21693196</c:v>
                </c:pt>
                <c:pt idx="256">
                  <c:v>0.20524197</c:v>
                </c:pt>
                <c:pt idx="257">
                  <c:v>0.19353187</c:v>
                </c:pt>
                <c:pt idx="258">
                  <c:v>0.18180282</c:v>
                </c:pt>
                <c:pt idx="259">
                  <c:v>0.17005597</c:v>
                </c:pt>
                <c:pt idx="260">
                  <c:v>0.15829246</c:v>
                </c:pt>
                <c:pt idx="261">
                  <c:v>0.14651345</c:v>
                </c:pt>
                <c:pt idx="262">
                  <c:v>0.13472009</c:v>
                </c:pt>
                <c:pt idx="263">
                  <c:v>0.12291354</c:v>
                </c:pt>
                <c:pt idx="264">
                  <c:v>0.11109496</c:v>
                </c:pt>
                <c:pt idx="265">
                  <c:v>0.09926549</c:v>
                </c:pt>
                <c:pt idx="266">
                  <c:v>0.0874263</c:v>
                </c:pt>
                <c:pt idx="267">
                  <c:v>0.07557855</c:v>
                </c:pt>
                <c:pt idx="268">
                  <c:v>0.0637234</c:v>
                </c:pt>
                <c:pt idx="269">
                  <c:v>0.05186201</c:v>
                </c:pt>
                <c:pt idx="270">
                  <c:v>0.03999554</c:v>
                </c:pt>
                <c:pt idx="271">
                  <c:v>0.02812515</c:v>
                </c:pt>
                <c:pt idx="272">
                  <c:v>0.01625201</c:v>
                </c:pt>
                <c:pt idx="273">
                  <c:v>0.00437728</c:v>
                </c:pt>
                <c:pt idx="274">
                  <c:v>-0.00749789</c:v>
                </c:pt>
                <c:pt idx="275">
                  <c:v>-0.01937231</c:v>
                </c:pt>
                <c:pt idx="276">
                  <c:v>-0.03124484</c:v>
                </c:pt>
                <c:pt idx="277">
                  <c:v>-0.04311431</c:v>
                </c:pt>
                <c:pt idx="278">
                  <c:v>-0.05497956</c:v>
                </c:pt>
                <c:pt idx="279">
                  <c:v>-0.06683943</c:v>
                </c:pt>
                <c:pt idx="280">
                  <c:v>-0.07869274</c:v>
                </c:pt>
                <c:pt idx="281">
                  <c:v>-0.09053836</c:v>
                </c:pt>
                <c:pt idx="282">
                  <c:v>-0.1023751</c:v>
                </c:pt>
                <c:pt idx="283">
                  <c:v>-0.11420182</c:v>
                </c:pt>
                <c:pt idx="284">
                  <c:v>-0.12601736</c:v>
                </c:pt>
                <c:pt idx="285">
                  <c:v>-0.13782055</c:v>
                </c:pt>
                <c:pt idx="286">
                  <c:v>-0.14961025</c:v>
                </c:pt>
                <c:pt idx="287">
                  <c:v>-0.1613853</c:v>
                </c:pt>
                <c:pt idx="288">
                  <c:v>-0.17314454</c:v>
                </c:pt>
                <c:pt idx="289">
                  <c:v>-0.18488683</c:v>
                </c:pt>
                <c:pt idx="290">
                  <c:v>-0.19661101</c:v>
                </c:pt>
                <c:pt idx="291">
                  <c:v>-0.20831594</c:v>
                </c:pt>
                <c:pt idx="292">
                  <c:v>-0.22000046</c:v>
                </c:pt>
                <c:pt idx="293">
                  <c:v>-0.23166344</c:v>
                </c:pt>
                <c:pt idx="294">
                  <c:v>-0.24330374</c:v>
                </c:pt>
                <c:pt idx="295">
                  <c:v>-0.2549202</c:v>
                </c:pt>
                <c:pt idx="296">
                  <c:v>-0.26651171</c:v>
                </c:pt>
                <c:pt idx="297">
                  <c:v>-0.27807711</c:v>
                </c:pt>
                <c:pt idx="298">
                  <c:v>-0.28961528</c:v>
                </c:pt>
                <c:pt idx="299">
                  <c:v>-0.30112509</c:v>
                </c:pt>
                <c:pt idx="300">
                  <c:v>-0.31260541</c:v>
                </c:pt>
                <c:pt idx="301">
                  <c:v>-0.32405512</c:v>
                </c:pt>
                <c:pt idx="302">
                  <c:v>-0.33547309</c:v>
                </c:pt>
                <c:pt idx="303">
                  <c:v>-0.34685821</c:v>
                </c:pt>
                <c:pt idx="304">
                  <c:v>-0.35820936</c:v>
                </c:pt>
                <c:pt idx="305">
                  <c:v>-0.36952543</c:v>
                </c:pt>
                <c:pt idx="306">
                  <c:v>-0.38080531</c:v>
                </c:pt>
                <c:pt idx="307">
                  <c:v>-0.3920479</c:v>
                </c:pt>
                <c:pt idx="308">
                  <c:v>-0.4032521</c:v>
                </c:pt>
                <c:pt idx="309">
                  <c:v>-0.41441681</c:v>
                </c:pt>
                <c:pt idx="310">
                  <c:v>-0.42554093</c:v>
                </c:pt>
                <c:pt idx="311">
                  <c:v>-0.43662338</c:v>
                </c:pt>
                <c:pt idx="312">
                  <c:v>-0.44766307</c:v>
                </c:pt>
                <c:pt idx="313">
                  <c:v>-0.45865892</c:v>
                </c:pt>
                <c:pt idx="314">
                  <c:v>-0.46960985</c:v>
                </c:pt>
                <c:pt idx="315">
                  <c:v>-0.4805148</c:v>
                </c:pt>
                <c:pt idx="316">
                  <c:v>-0.49137269</c:v>
                </c:pt>
                <c:pt idx="317">
                  <c:v>-0.50218245</c:v>
                </c:pt>
                <c:pt idx="318">
                  <c:v>-0.51294304</c:v>
                </c:pt>
                <c:pt idx="319">
                  <c:v>-0.5236534</c:v>
                </c:pt>
                <c:pt idx="320">
                  <c:v>-0.53431247</c:v>
                </c:pt>
                <c:pt idx="321">
                  <c:v>-0.54491922</c:v>
                </c:pt>
                <c:pt idx="322">
                  <c:v>-0.55547261</c:v>
                </c:pt>
                <c:pt idx="323">
                  <c:v>-0.5659716</c:v>
                </c:pt>
                <c:pt idx="324">
                  <c:v>-0.57641516</c:v>
                </c:pt>
                <c:pt idx="325">
                  <c:v>-0.58680227</c:v>
                </c:pt>
                <c:pt idx="326">
                  <c:v>-0.59713192</c:v>
                </c:pt>
                <c:pt idx="327">
                  <c:v>-0.60740309</c:v>
                </c:pt>
                <c:pt idx="328">
                  <c:v>-0.61761478</c:v>
                </c:pt>
                <c:pt idx="329">
                  <c:v>-0.62776598</c:v>
                </c:pt>
                <c:pt idx="330">
                  <c:v>-0.63785571</c:v>
                </c:pt>
                <c:pt idx="331">
                  <c:v>-0.64788297</c:v>
                </c:pt>
                <c:pt idx="332">
                  <c:v>-0.65784678</c:v>
                </c:pt>
                <c:pt idx="333">
                  <c:v>-0.66774617</c:v>
                </c:pt>
                <c:pt idx="334">
                  <c:v>-0.67758017</c:v>
                </c:pt>
                <c:pt idx="335">
                  <c:v>-0.68734781</c:v>
                </c:pt>
                <c:pt idx="336">
                  <c:v>-0.69704814</c:v>
                </c:pt>
                <c:pt idx="337">
                  <c:v>-0.70668021</c:v>
                </c:pt>
                <c:pt idx="338">
                  <c:v>-0.71624307</c:v>
                </c:pt>
                <c:pt idx="339">
                  <c:v>-0.72573579</c:v>
                </c:pt>
                <c:pt idx="340">
                  <c:v>-0.73515744</c:v>
                </c:pt>
                <c:pt idx="341">
                  <c:v>-0.74450709</c:v>
                </c:pt>
                <c:pt idx="342">
                  <c:v>-0.75378384</c:v>
                </c:pt>
                <c:pt idx="343">
                  <c:v>-0.76298677</c:v>
                </c:pt>
                <c:pt idx="344">
                  <c:v>-0.77211497</c:v>
                </c:pt>
                <c:pt idx="345">
                  <c:v>-0.78116757</c:v>
                </c:pt>
                <c:pt idx="346">
                  <c:v>-0.79014366</c:v>
                </c:pt>
                <c:pt idx="347">
                  <c:v>-0.79904237</c:v>
                </c:pt>
                <c:pt idx="348">
                  <c:v>-0.80786284</c:v>
                </c:pt>
                <c:pt idx="349">
                  <c:v>-0.81660419</c:v>
                </c:pt>
                <c:pt idx="350">
                  <c:v>-0.82526557</c:v>
                </c:pt>
                <c:pt idx="351">
                  <c:v>-0.83384613</c:v>
                </c:pt>
                <c:pt idx="352">
                  <c:v>-0.84234503</c:v>
                </c:pt>
                <c:pt idx="353">
                  <c:v>-0.85076144</c:v>
                </c:pt>
                <c:pt idx="354">
                  <c:v>-0.85909453</c:v>
                </c:pt>
                <c:pt idx="355">
                  <c:v>-0.8673435</c:v>
                </c:pt>
                <c:pt idx="356">
                  <c:v>-0.87550752</c:v>
                </c:pt>
                <c:pt idx="357">
                  <c:v>-0.88358581</c:v>
                </c:pt>
                <c:pt idx="358">
                  <c:v>-0.89157756</c:v>
                </c:pt>
                <c:pt idx="359">
                  <c:v>-0.89948201</c:v>
                </c:pt>
                <c:pt idx="360">
                  <c:v>-0.90729836</c:v>
                </c:pt>
                <c:pt idx="361">
                  <c:v>-0.91502587</c:v>
                </c:pt>
                <c:pt idx="362">
                  <c:v>-0.92266377</c:v>
                </c:pt>
                <c:pt idx="363">
                  <c:v>-0.9302113</c:v>
                </c:pt>
                <c:pt idx="364">
                  <c:v>-0.93766775</c:v>
                </c:pt>
                <c:pt idx="365">
                  <c:v>-0.94503237</c:v>
                </c:pt>
                <c:pt idx="366">
                  <c:v>-0.95230444</c:v>
                </c:pt>
                <c:pt idx="367">
                  <c:v>-0.95948325</c:v>
                </c:pt>
                <c:pt idx="368">
                  <c:v>-0.96656809</c:v>
                </c:pt>
                <c:pt idx="369">
                  <c:v>-0.97355828</c:v>
                </c:pt>
                <c:pt idx="370">
                  <c:v>-0.98045314</c:v>
                </c:pt>
                <c:pt idx="371">
                  <c:v>-0.98725197</c:v>
                </c:pt>
                <c:pt idx="372">
                  <c:v>-0.99395412</c:v>
                </c:pt>
                <c:pt idx="373">
                  <c:v>-1.00055894</c:v>
                </c:pt>
                <c:pt idx="374">
                  <c:v>-1.00706577</c:v>
                </c:pt>
                <c:pt idx="375">
                  <c:v>-1.01347397</c:v>
                </c:pt>
                <c:pt idx="376">
                  <c:v>-1.01978293</c:v>
                </c:pt>
                <c:pt idx="377">
                  <c:v>-1.02599202</c:v>
                </c:pt>
                <c:pt idx="378">
                  <c:v>-1.03210063</c:v>
                </c:pt>
                <c:pt idx="379">
                  <c:v>-1.03810817</c:v>
                </c:pt>
                <c:pt idx="380">
                  <c:v>-1.04401405</c:v>
                </c:pt>
                <c:pt idx="381">
                  <c:v>-1.04981769</c:v>
                </c:pt>
                <c:pt idx="382">
                  <c:v>-1.05551851</c:v>
                </c:pt>
                <c:pt idx="383">
                  <c:v>-1.06111597</c:v>
                </c:pt>
                <c:pt idx="384">
                  <c:v>-1.06660952</c:v>
                </c:pt>
                <c:pt idx="385">
                  <c:v>-1.07199861</c:v>
                </c:pt>
                <c:pt idx="386">
                  <c:v>-1.07728272</c:v>
                </c:pt>
                <c:pt idx="387">
                  <c:v>-1.08246133</c:v>
                </c:pt>
                <c:pt idx="388">
                  <c:v>-1.08753394</c:v>
                </c:pt>
                <c:pt idx="389">
                  <c:v>-1.09250004</c:v>
                </c:pt>
                <c:pt idx="390">
                  <c:v>-1.09735915</c:v>
                </c:pt>
                <c:pt idx="391">
                  <c:v>-1.1021108</c:v>
                </c:pt>
                <c:pt idx="392">
                  <c:v>-1.10675452</c:v>
                </c:pt>
                <c:pt idx="393">
                  <c:v>-1.11128986</c:v>
                </c:pt>
                <c:pt idx="394">
                  <c:v>-1.11571636</c:v>
                </c:pt>
                <c:pt idx="395">
                  <c:v>-1.12003361</c:v>
                </c:pt>
                <c:pt idx="396">
                  <c:v>-1.12424116</c:v>
                </c:pt>
                <c:pt idx="397">
                  <c:v>-1.12833862</c:v>
                </c:pt>
                <c:pt idx="398">
                  <c:v>-1.13232559</c:v>
                </c:pt>
                <c:pt idx="399">
                  <c:v>-1.13620166</c:v>
                </c:pt>
                <c:pt idx="400">
                  <c:v>-1.13996646</c:v>
                </c:pt>
              </c:numCache>
            </c:numRef>
          </c:yVal>
        </c:ser>
        <c:ser>
          <c:idx val="1"/>
          <c:order val="1"/>
          <c:tx>
            <c:v>Zero phase reference</c:v>
          </c:tx>
          <c:spPr>
            <a:ln xmlns:a="http://schemas.openxmlformats.org/drawingml/2006/main" w="19050">
              <a:solidFill>
                <a:srgbClr val="929292"/>
              </a:solidFill>
            </a:ln>
          </c:spPr>
          <c:marker>
            <c:symbol val="none"/>
            <c:size val="7"/>
            <c:spPr>
              <a:solidFill xmlns:a="http://schemas.openxmlformats.org/drawingml/2006/main">
                <a:srgbClr val="929292"/>
              </a:solidFill>
            </c:spPr>
          </c:marker>
          <c:xVal>
            <c:numRef>
              <c:f>'Chart Data'!$C$2:$C$402</c:f>
              <c:numCache>
                <c:formatCode>General</c:formatCode>
                <c:ptCount val="401"/>
                <c:pt idx="0">
                  <c:v>0</c:v>
                </c:pt>
                <c:pt idx="1">
                  <c:v>0.0875</c:v>
                </c:pt>
                <c:pt idx="2">
                  <c:v>0.175</c:v>
                </c:pt>
                <c:pt idx="3">
                  <c:v>0.2625</c:v>
                </c:pt>
                <c:pt idx="4">
                  <c:v>0.35</c:v>
                </c:pt>
                <c:pt idx="5">
                  <c:v>0.4375</c:v>
                </c:pt>
                <c:pt idx="6">
                  <c:v>0.525</c:v>
                </c:pt>
                <c:pt idx="7">
                  <c:v>0.6125</c:v>
                </c:pt>
                <c:pt idx="8">
                  <c:v>0.7</c:v>
                </c:pt>
                <c:pt idx="9">
                  <c:v>0.7875</c:v>
                </c:pt>
                <c:pt idx="10">
                  <c:v>0.875</c:v>
                </c:pt>
                <c:pt idx="11">
                  <c:v>0.9625</c:v>
                </c:pt>
                <c:pt idx="12">
                  <c:v>1.05</c:v>
                </c:pt>
                <c:pt idx="13">
                  <c:v>1.1375</c:v>
                </c:pt>
                <c:pt idx="14">
                  <c:v>1.225</c:v>
                </c:pt>
                <c:pt idx="15">
                  <c:v>1.3125</c:v>
                </c:pt>
                <c:pt idx="16">
                  <c:v>1.4</c:v>
                </c:pt>
                <c:pt idx="17">
                  <c:v>1.4875</c:v>
                </c:pt>
                <c:pt idx="18">
                  <c:v>1.575</c:v>
                </c:pt>
                <c:pt idx="19">
                  <c:v>1.6625</c:v>
                </c:pt>
                <c:pt idx="20">
                  <c:v>1.75</c:v>
                </c:pt>
                <c:pt idx="21">
                  <c:v>1.8375</c:v>
                </c:pt>
                <c:pt idx="22">
                  <c:v>1.925</c:v>
                </c:pt>
                <c:pt idx="23">
                  <c:v>2.0125</c:v>
                </c:pt>
                <c:pt idx="24">
                  <c:v>2.1</c:v>
                </c:pt>
                <c:pt idx="25">
                  <c:v>2.1875</c:v>
                </c:pt>
                <c:pt idx="26">
                  <c:v>2.275</c:v>
                </c:pt>
                <c:pt idx="27">
                  <c:v>2.3625</c:v>
                </c:pt>
                <c:pt idx="28">
                  <c:v>2.45</c:v>
                </c:pt>
                <c:pt idx="29">
                  <c:v>2.5375</c:v>
                </c:pt>
                <c:pt idx="30">
                  <c:v>2.625</c:v>
                </c:pt>
                <c:pt idx="31">
                  <c:v>2.7125</c:v>
                </c:pt>
                <c:pt idx="32">
                  <c:v>2.8</c:v>
                </c:pt>
                <c:pt idx="33">
                  <c:v>2.8875</c:v>
                </c:pt>
                <c:pt idx="34">
                  <c:v>2.975</c:v>
                </c:pt>
                <c:pt idx="35">
                  <c:v>3.0625</c:v>
                </c:pt>
                <c:pt idx="36">
                  <c:v>3.15</c:v>
                </c:pt>
                <c:pt idx="37">
                  <c:v>3.2375</c:v>
                </c:pt>
                <c:pt idx="38">
                  <c:v>3.325</c:v>
                </c:pt>
                <c:pt idx="39">
                  <c:v>3.4125</c:v>
                </c:pt>
                <c:pt idx="40">
                  <c:v>3.5</c:v>
                </c:pt>
                <c:pt idx="41">
                  <c:v>3.5875</c:v>
                </c:pt>
                <c:pt idx="42">
                  <c:v>3.675</c:v>
                </c:pt>
                <c:pt idx="43">
                  <c:v>3.7625</c:v>
                </c:pt>
                <c:pt idx="44">
                  <c:v>3.85</c:v>
                </c:pt>
                <c:pt idx="45">
                  <c:v>3.9375</c:v>
                </c:pt>
                <c:pt idx="46">
                  <c:v>4.025</c:v>
                </c:pt>
                <c:pt idx="47">
                  <c:v>4.1125</c:v>
                </c:pt>
                <c:pt idx="48">
                  <c:v>4.2</c:v>
                </c:pt>
                <c:pt idx="49">
                  <c:v>4.2875</c:v>
                </c:pt>
                <c:pt idx="50">
                  <c:v>4.375</c:v>
                </c:pt>
                <c:pt idx="51">
                  <c:v>4.4625</c:v>
                </c:pt>
                <c:pt idx="52">
                  <c:v>4.55</c:v>
                </c:pt>
                <c:pt idx="53">
                  <c:v>4.6375</c:v>
                </c:pt>
                <c:pt idx="54">
                  <c:v>4.725</c:v>
                </c:pt>
                <c:pt idx="55">
                  <c:v>4.8125</c:v>
                </c:pt>
                <c:pt idx="56">
                  <c:v>4.9</c:v>
                </c:pt>
                <c:pt idx="57">
                  <c:v>4.9875</c:v>
                </c:pt>
                <c:pt idx="58">
                  <c:v>5.075</c:v>
                </c:pt>
                <c:pt idx="59">
                  <c:v>5.1625</c:v>
                </c:pt>
                <c:pt idx="60">
                  <c:v>5.25</c:v>
                </c:pt>
                <c:pt idx="61">
                  <c:v>5.3375</c:v>
                </c:pt>
                <c:pt idx="62">
                  <c:v>5.425</c:v>
                </c:pt>
                <c:pt idx="63">
                  <c:v>5.5125</c:v>
                </c:pt>
                <c:pt idx="64">
                  <c:v>5.6</c:v>
                </c:pt>
                <c:pt idx="65">
                  <c:v>5.6875</c:v>
                </c:pt>
                <c:pt idx="66">
                  <c:v>5.775</c:v>
                </c:pt>
                <c:pt idx="67">
                  <c:v>5.8625</c:v>
                </c:pt>
                <c:pt idx="68">
                  <c:v>5.95</c:v>
                </c:pt>
                <c:pt idx="69">
                  <c:v>6.0375</c:v>
                </c:pt>
                <c:pt idx="70">
                  <c:v>6.125</c:v>
                </c:pt>
                <c:pt idx="71">
                  <c:v>6.2125</c:v>
                </c:pt>
                <c:pt idx="72">
                  <c:v>6.3</c:v>
                </c:pt>
                <c:pt idx="73">
                  <c:v>6.3875</c:v>
                </c:pt>
                <c:pt idx="74">
                  <c:v>6.475</c:v>
                </c:pt>
                <c:pt idx="75">
                  <c:v>6.5625</c:v>
                </c:pt>
                <c:pt idx="76">
                  <c:v>6.65</c:v>
                </c:pt>
                <c:pt idx="77">
                  <c:v>6.7375</c:v>
                </c:pt>
                <c:pt idx="78">
                  <c:v>6.825</c:v>
                </c:pt>
                <c:pt idx="79">
                  <c:v>6.9125</c:v>
                </c:pt>
                <c:pt idx="80">
                  <c:v>7</c:v>
                </c:pt>
                <c:pt idx="81">
                  <c:v>7.0875</c:v>
                </c:pt>
                <c:pt idx="82">
                  <c:v>7.175</c:v>
                </c:pt>
                <c:pt idx="83">
                  <c:v>7.2625</c:v>
                </c:pt>
                <c:pt idx="84">
                  <c:v>7.35</c:v>
                </c:pt>
                <c:pt idx="85">
                  <c:v>7.4375</c:v>
                </c:pt>
                <c:pt idx="86">
                  <c:v>7.525</c:v>
                </c:pt>
                <c:pt idx="87">
                  <c:v>7.6125</c:v>
                </c:pt>
                <c:pt idx="88">
                  <c:v>7.7</c:v>
                </c:pt>
                <c:pt idx="89">
                  <c:v>7.7875</c:v>
                </c:pt>
                <c:pt idx="90">
                  <c:v>7.875</c:v>
                </c:pt>
                <c:pt idx="91">
                  <c:v>7.9625</c:v>
                </c:pt>
                <c:pt idx="92">
                  <c:v>8.05</c:v>
                </c:pt>
                <c:pt idx="93">
                  <c:v>8.1375</c:v>
                </c:pt>
                <c:pt idx="94">
                  <c:v>8.225</c:v>
                </c:pt>
                <c:pt idx="95">
                  <c:v>8.3125</c:v>
                </c:pt>
                <c:pt idx="96">
                  <c:v>8.4</c:v>
                </c:pt>
                <c:pt idx="97">
                  <c:v>8.4875</c:v>
                </c:pt>
                <c:pt idx="98">
                  <c:v>8.575</c:v>
                </c:pt>
                <c:pt idx="99">
                  <c:v>8.6625</c:v>
                </c:pt>
                <c:pt idx="100">
                  <c:v>8.75</c:v>
                </c:pt>
                <c:pt idx="101">
                  <c:v>8.8375</c:v>
                </c:pt>
                <c:pt idx="102">
                  <c:v>8.925</c:v>
                </c:pt>
                <c:pt idx="103">
                  <c:v>9.0125</c:v>
                </c:pt>
                <c:pt idx="104">
                  <c:v>9.1</c:v>
                </c:pt>
                <c:pt idx="105">
                  <c:v>9.1875</c:v>
                </c:pt>
                <c:pt idx="106">
                  <c:v>9.275</c:v>
                </c:pt>
                <c:pt idx="107">
                  <c:v>9.3625</c:v>
                </c:pt>
                <c:pt idx="108">
                  <c:v>9.45</c:v>
                </c:pt>
                <c:pt idx="109">
                  <c:v>9.5375</c:v>
                </c:pt>
                <c:pt idx="110">
                  <c:v>9.625</c:v>
                </c:pt>
                <c:pt idx="111">
                  <c:v>9.7125</c:v>
                </c:pt>
                <c:pt idx="112">
                  <c:v>9.8</c:v>
                </c:pt>
                <c:pt idx="113">
                  <c:v>9.8875</c:v>
                </c:pt>
                <c:pt idx="114">
                  <c:v>9.975</c:v>
                </c:pt>
                <c:pt idx="115">
                  <c:v>10.0625</c:v>
                </c:pt>
                <c:pt idx="116">
                  <c:v>10.15</c:v>
                </c:pt>
                <c:pt idx="117">
                  <c:v>10.2375</c:v>
                </c:pt>
                <c:pt idx="118">
                  <c:v>10.325</c:v>
                </c:pt>
                <c:pt idx="119">
                  <c:v>10.4125</c:v>
                </c:pt>
                <c:pt idx="120">
                  <c:v>10.5</c:v>
                </c:pt>
                <c:pt idx="121">
                  <c:v>10.5875</c:v>
                </c:pt>
                <c:pt idx="122">
                  <c:v>10.675</c:v>
                </c:pt>
                <c:pt idx="123">
                  <c:v>10.7625</c:v>
                </c:pt>
                <c:pt idx="124">
                  <c:v>10.85</c:v>
                </c:pt>
                <c:pt idx="125">
                  <c:v>10.9375</c:v>
                </c:pt>
                <c:pt idx="126">
                  <c:v>11.025</c:v>
                </c:pt>
                <c:pt idx="127">
                  <c:v>11.1125</c:v>
                </c:pt>
                <c:pt idx="128">
                  <c:v>11.2</c:v>
                </c:pt>
                <c:pt idx="129">
                  <c:v>11.2875</c:v>
                </c:pt>
                <c:pt idx="130">
                  <c:v>11.375</c:v>
                </c:pt>
                <c:pt idx="131">
                  <c:v>11.4625</c:v>
                </c:pt>
                <c:pt idx="132">
                  <c:v>11.55</c:v>
                </c:pt>
                <c:pt idx="133">
                  <c:v>11.6375</c:v>
                </c:pt>
                <c:pt idx="134">
                  <c:v>11.725</c:v>
                </c:pt>
                <c:pt idx="135">
                  <c:v>11.8125</c:v>
                </c:pt>
                <c:pt idx="136">
                  <c:v>11.9</c:v>
                </c:pt>
                <c:pt idx="137">
                  <c:v>11.9875</c:v>
                </c:pt>
                <c:pt idx="138">
                  <c:v>12.075</c:v>
                </c:pt>
                <c:pt idx="139">
                  <c:v>12.1625</c:v>
                </c:pt>
                <c:pt idx="140">
                  <c:v>12.25</c:v>
                </c:pt>
                <c:pt idx="141">
                  <c:v>12.3375</c:v>
                </c:pt>
                <c:pt idx="142">
                  <c:v>12.425</c:v>
                </c:pt>
                <c:pt idx="143">
                  <c:v>12.5125</c:v>
                </c:pt>
                <c:pt idx="144">
                  <c:v>12.6</c:v>
                </c:pt>
                <c:pt idx="145">
                  <c:v>12.6875</c:v>
                </c:pt>
                <c:pt idx="146">
                  <c:v>12.775</c:v>
                </c:pt>
                <c:pt idx="147">
                  <c:v>12.8625</c:v>
                </c:pt>
                <c:pt idx="148">
                  <c:v>12.95</c:v>
                </c:pt>
                <c:pt idx="149">
                  <c:v>13.0375</c:v>
                </c:pt>
                <c:pt idx="150">
                  <c:v>13.125</c:v>
                </c:pt>
                <c:pt idx="151">
                  <c:v>13.2125</c:v>
                </c:pt>
                <c:pt idx="152">
                  <c:v>13.3</c:v>
                </c:pt>
                <c:pt idx="153">
                  <c:v>13.3875</c:v>
                </c:pt>
                <c:pt idx="154">
                  <c:v>13.475</c:v>
                </c:pt>
                <c:pt idx="155">
                  <c:v>13.5625</c:v>
                </c:pt>
                <c:pt idx="156">
                  <c:v>13.65</c:v>
                </c:pt>
                <c:pt idx="157">
                  <c:v>13.7375</c:v>
                </c:pt>
                <c:pt idx="158">
                  <c:v>13.825</c:v>
                </c:pt>
                <c:pt idx="159">
                  <c:v>13.9125</c:v>
                </c:pt>
                <c:pt idx="160">
                  <c:v>14</c:v>
                </c:pt>
                <c:pt idx="161">
                  <c:v>14.0875</c:v>
                </c:pt>
                <c:pt idx="162">
                  <c:v>14.175</c:v>
                </c:pt>
                <c:pt idx="163">
                  <c:v>14.2625</c:v>
                </c:pt>
                <c:pt idx="164">
                  <c:v>14.35</c:v>
                </c:pt>
                <c:pt idx="165">
                  <c:v>14.4375</c:v>
                </c:pt>
                <c:pt idx="166">
                  <c:v>14.525</c:v>
                </c:pt>
                <c:pt idx="167">
                  <c:v>14.6125</c:v>
                </c:pt>
                <c:pt idx="168">
                  <c:v>14.7</c:v>
                </c:pt>
                <c:pt idx="169">
                  <c:v>14.7875</c:v>
                </c:pt>
                <c:pt idx="170">
                  <c:v>14.875</c:v>
                </c:pt>
                <c:pt idx="171">
                  <c:v>14.9625</c:v>
                </c:pt>
                <c:pt idx="172">
                  <c:v>15.05</c:v>
                </c:pt>
                <c:pt idx="173">
                  <c:v>15.1375</c:v>
                </c:pt>
                <c:pt idx="174">
                  <c:v>15.225</c:v>
                </c:pt>
                <c:pt idx="175">
                  <c:v>15.3125</c:v>
                </c:pt>
                <c:pt idx="176">
                  <c:v>15.4</c:v>
                </c:pt>
                <c:pt idx="177">
                  <c:v>15.4875</c:v>
                </c:pt>
                <c:pt idx="178">
                  <c:v>15.575</c:v>
                </c:pt>
                <c:pt idx="179">
                  <c:v>15.6625</c:v>
                </c:pt>
                <c:pt idx="180">
                  <c:v>15.75</c:v>
                </c:pt>
                <c:pt idx="181">
                  <c:v>15.8375</c:v>
                </c:pt>
                <c:pt idx="182">
                  <c:v>15.925</c:v>
                </c:pt>
                <c:pt idx="183">
                  <c:v>16.0125</c:v>
                </c:pt>
                <c:pt idx="184">
                  <c:v>16.1</c:v>
                </c:pt>
                <c:pt idx="185">
                  <c:v>16.1875</c:v>
                </c:pt>
                <c:pt idx="186">
                  <c:v>16.275</c:v>
                </c:pt>
                <c:pt idx="187">
                  <c:v>16.3625</c:v>
                </c:pt>
                <c:pt idx="188">
                  <c:v>16.45</c:v>
                </c:pt>
                <c:pt idx="189">
                  <c:v>16.5375</c:v>
                </c:pt>
                <c:pt idx="190">
                  <c:v>16.625</c:v>
                </c:pt>
                <c:pt idx="191">
                  <c:v>16.7125</c:v>
                </c:pt>
                <c:pt idx="192">
                  <c:v>16.8</c:v>
                </c:pt>
                <c:pt idx="193">
                  <c:v>16.8875</c:v>
                </c:pt>
                <c:pt idx="194">
                  <c:v>16.975</c:v>
                </c:pt>
                <c:pt idx="195">
                  <c:v>17.0625</c:v>
                </c:pt>
                <c:pt idx="196">
                  <c:v>17.15</c:v>
                </c:pt>
                <c:pt idx="197">
                  <c:v>17.2375</c:v>
                </c:pt>
                <c:pt idx="198">
                  <c:v>17.325</c:v>
                </c:pt>
                <c:pt idx="199">
                  <c:v>17.4125</c:v>
                </c:pt>
                <c:pt idx="200">
                  <c:v>17.5</c:v>
                </c:pt>
                <c:pt idx="201">
                  <c:v>17.5875</c:v>
                </c:pt>
                <c:pt idx="202">
                  <c:v>17.675</c:v>
                </c:pt>
                <c:pt idx="203">
                  <c:v>17.7625</c:v>
                </c:pt>
                <c:pt idx="204">
                  <c:v>17.85</c:v>
                </c:pt>
                <c:pt idx="205">
                  <c:v>17.9375</c:v>
                </c:pt>
                <c:pt idx="206">
                  <c:v>18.025</c:v>
                </c:pt>
                <c:pt idx="207">
                  <c:v>18.1125</c:v>
                </c:pt>
                <c:pt idx="208">
                  <c:v>18.2</c:v>
                </c:pt>
                <c:pt idx="209">
                  <c:v>18.2875</c:v>
                </c:pt>
                <c:pt idx="210">
                  <c:v>18.375</c:v>
                </c:pt>
                <c:pt idx="211">
                  <c:v>18.4625</c:v>
                </c:pt>
                <c:pt idx="212">
                  <c:v>18.55</c:v>
                </c:pt>
                <c:pt idx="213">
                  <c:v>18.6375</c:v>
                </c:pt>
                <c:pt idx="214">
                  <c:v>18.725</c:v>
                </c:pt>
                <c:pt idx="215">
                  <c:v>18.8125</c:v>
                </c:pt>
                <c:pt idx="216">
                  <c:v>18.9</c:v>
                </c:pt>
                <c:pt idx="217">
                  <c:v>18.9875</c:v>
                </c:pt>
                <c:pt idx="218">
                  <c:v>19.075</c:v>
                </c:pt>
                <c:pt idx="219">
                  <c:v>19.1625</c:v>
                </c:pt>
                <c:pt idx="220">
                  <c:v>19.25</c:v>
                </c:pt>
                <c:pt idx="221">
                  <c:v>19.3375</c:v>
                </c:pt>
                <c:pt idx="222">
                  <c:v>19.425</c:v>
                </c:pt>
                <c:pt idx="223">
                  <c:v>19.5125</c:v>
                </c:pt>
                <c:pt idx="224">
                  <c:v>19.6</c:v>
                </c:pt>
                <c:pt idx="225">
                  <c:v>19.6875</c:v>
                </c:pt>
                <c:pt idx="226">
                  <c:v>19.775</c:v>
                </c:pt>
                <c:pt idx="227">
                  <c:v>19.8625</c:v>
                </c:pt>
                <c:pt idx="228">
                  <c:v>19.95</c:v>
                </c:pt>
                <c:pt idx="229">
                  <c:v>20.0375</c:v>
                </c:pt>
                <c:pt idx="230">
                  <c:v>20.125</c:v>
                </c:pt>
                <c:pt idx="231">
                  <c:v>20.2125</c:v>
                </c:pt>
                <c:pt idx="232">
                  <c:v>20.3</c:v>
                </c:pt>
                <c:pt idx="233">
                  <c:v>20.3875</c:v>
                </c:pt>
                <c:pt idx="234">
                  <c:v>20.475</c:v>
                </c:pt>
                <c:pt idx="235">
                  <c:v>20.5625</c:v>
                </c:pt>
                <c:pt idx="236">
                  <c:v>20.65</c:v>
                </c:pt>
                <c:pt idx="237">
                  <c:v>20.7375</c:v>
                </c:pt>
                <c:pt idx="238">
                  <c:v>20.825</c:v>
                </c:pt>
                <c:pt idx="239">
                  <c:v>20.9125</c:v>
                </c:pt>
                <c:pt idx="240">
                  <c:v>21</c:v>
                </c:pt>
                <c:pt idx="241">
                  <c:v>21.0875</c:v>
                </c:pt>
                <c:pt idx="242">
                  <c:v>21.175</c:v>
                </c:pt>
                <c:pt idx="243">
                  <c:v>21.2625</c:v>
                </c:pt>
                <c:pt idx="244">
                  <c:v>21.35</c:v>
                </c:pt>
                <c:pt idx="245">
                  <c:v>21.4375</c:v>
                </c:pt>
                <c:pt idx="246">
                  <c:v>21.525</c:v>
                </c:pt>
                <c:pt idx="247">
                  <c:v>21.6125</c:v>
                </c:pt>
                <c:pt idx="248">
                  <c:v>21.7</c:v>
                </c:pt>
                <c:pt idx="249">
                  <c:v>21.7875</c:v>
                </c:pt>
                <c:pt idx="250">
                  <c:v>21.875</c:v>
                </c:pt>
                <c:pt idx="251">
                  <c:v>21.9625</c:v>
                </c:pt>
                <c:pt idx="252">
                  <c:v>22.05</c:v>
                </c:pt>
                <c:pt idx="253">
                  <c:v>22.1375</c:v>
                </c:pt>
                <c:pt idx="254">
                  <c:v>22.225</c:v>
                </c:pt>
                <c:pt idx="255">
                  <c:v>22.3125</c:v>
                </c:pt>
                <c:pt idx="256">
                  <c:v>22.4</c:v>
                </c:pt>
                <c:pt idx="257">
                  <c:v>22.4875</c:v>
                </c:pt>
                <c:pt idx="258">
                  <c:v>22.575</c:v>
                </c:pt>
                <c:pt idx="259">
                  <c:v>22.6625</c:v>
                </c:pt>
                <c:pt idx="260">
                  <c:v>22.75</c:v>
                </c:pt>
                <c:pt idx="261">
                  <c:v>22.8375</c:v>
                </c:pt>
                <c:pt idx="262">
                  <c:v>22.925</c:v>
                </c:pt>
                <c:pt idx="263">
                  <c:v>23.0125</c:v>
                </c:pt>
                <c:pt idx="264">
                  <c:v>23.1</c:v>
                </c:pt>
                <c:pt idx="265">
                  <c:v>23.1875</c:v>
                </c:pt>
                <c:pt idx="266">
                  <c:v>23.275</c:v>
                </c:pt>
                <c:pt idx="267">
                  <c:v>23.3625</c:v>
                </c:pt>
                <c:pt idx="268">
                  <c:v>23.45</c:v>
                </c:pt>
                <c:pt idx="269">
                  <c:v>23.5375</c:v>
                </c:pt>
                <c:pt idx="270">
                  <c:v>23.625</c:v>
                </c:pt>
                <c:pt idx="271">
                  <c:v>23.7125</c:v>
                </c:pt>
                <c:pt idx="272">
                  <c:v>23.8</c:v>
                </c:pt>
                <c:pt idx="273">
                  <c:v>23.8875</c:v>
                </c:pt>
                <c:pt idx="274">
                  <c:v>23.975</c:v>
                </c:pt>
                <c:pt idx="275">
                  <c:v>24.0625</c:v>
                </c:pt>
                <c:pt idx="276">
                  <c:v>24.15</c:v>
                </c:pt>
                <c:pt idx="277">
                  <c:v>24.2375</c:v>
                </c:pt>
                <c:pt idx="278">
                  <c:v>24.325</c:v>
                </c:pt>
                <c:pt idx="279">
                  <c:v>24.4125</c:v>
                </c:pt>
                <c:pt idx="280">
                  <c:v>24.5</c:v>
                </c:pt>
                <c:pt idx="281">
                  <c:v>24.5875</c:v>
                </c:pt>
                <c:pt idx="282">
                  <c:v>24.675</c:v>
                </c:pt>
                <c:pt idx="283">
                  <c:v>24.7625</c:v>
                </c:pt>
                <c:pt idx="284">
                  <c:v>24.85</c:v>
                </c:pt>
                <c:pt idx="285">
                  <c:v>24.9375</c:v>
                </c:pt>
                <c:pt idx="286">
                  <c:v>25.025</c:v>
                </c:pt>
                <c:pt idx="287">
                  <c:v>25.1125</c:v>
                </c:pt>
                <c:pt idx="288">
                  <c:v>25.2</c:v>
                </c:pt>
                <c:pt idx="289">
                  <c:v>25.2875</c:v>
                </c:pt>
                <c:pt idx="290">
                  <c:v>25.375</c:v>
                </c:pt>
                <c:pt idx="291">
                  <c:v>25.4625</c:v>
                </c:pt>
                <c:pt idx="292">
                  <c:v>25.55</c:v>
                </c:pt>
                <c:pt idx="293">
                  <c:v>25.6375</c:v>
                </c:pt>
                <c:pt idx="294">
                  <c:v>25.725</c:v>
                </c:pt>
                <c:pt idx="295">
                  <c:v>25.8125</c:v>
                </c:pt>
                <c:pt idx="296">
                  <c:v>25.9</c:v>
                </c:pt>
                <c:pt idx="297">
                  <c:v>25.9875</c:v>
                </c:pt>
                <c:pt idx="298">
                  <c:v>26.075</c:v>
                </c:pt>
                <c:pt idx="299">
                  <c:v>26.1625</c:v>
                </c:pt>
                <c:pt idx="300">
                  <c:v>26.25</c:v>
                </c:pt>
                <c:pt idx="301">
                  <c:v>26.3375</c:v>
                </c:pt>
                <c:pt idx="302">
                  <c:v>26.425</c:v>
                </c:pt>
                <c:pt idx="303">
                  <c:v>26.5125</c:v>
                </c:pt>
                <c:pt idx="304">
                  <c:v>26.6</c:v>
                </c:pt>
                <c:pt idx="305">
                  <c:v>26.6875</c:v>
                </c:pt>
                <c:pt idx="306">
                  <c:v>26.775</c:v>
                </c:pt>
                <c:pt idx="307">
                  <c:v>26.8625</c:v>
                </c:pt>
                <c:pt idx="308">
                  <c:v>26.95</c:v>
                </c:pt>
                <c:pt idx="309">
                  <c:v>27.0375</c:v>
                </c:pt>
                <c:pt idx="310">
                  <c:v>27.125</c:v>
                </c:pt>
                <c:pt idx="311">
                  <c:v>27.2125</c:v>
                </c:pt>
                <c:pt idx="312">
                  <c:v>27.3</c:v>
                </c:pt>
                <c:pt idx="313">
                  <c:v>27.3875</c:v>
                </c:pt>
                <c:pt idx="314">
                  <c:v>27.475</c:v>
                </c:pt>
                <c:pt idx="315">
                  <c:v>27.5625</c:v>
                </c:pt>
                <c:pt idx="316">
                  <c:v>27.65</c:v>
                </c:pt>
                <c:pt idx="317">
                  <c:v>27.7375</c:v>
                </c:pt>
                <c:pt idx="318">
                  <c:v>27.825</c:v>
                </c:pt>
                <c:pt idx="319">
                  <c:v>27.9125</c:v>
                </c:pt>
                <c:pt idx="320">
                  <c:v>28</c:v>
                </c:pt>
                <c:pt idx="321">
                  <c:v>28.0875</c:v>
                </c:pt>
                <c:pt idx="322">
                  <c:v>28.175</c:v>
                </c:pt>
                <c:pt idx="323">
                  <c:v>28.2625</c:v>
                </c:pt>
                <c:pt idx="324">
                  <c:v>28.35</c:v>
                </c:pt>
                <c:pt idx="325">
                  <c:v>28.4375</c:v>
                </c:pt>
                <c:pt idx="326">
                  <c:v>28.525</c:v>
                </c:pt>
                <c:pt idx="327">
                  <c:v>28.6125</c:v>
                </c:pt>
                <c:pt idx="328">
                  <c:v>28.7</c:v>
                </c:pt>
                <c:pt idx="329">
                  <c:v>28.7875</c:v>
                </c:pt>
                <c:pt idx="330">
                  <c:v>28.875</c:v>
                </c:pt>
                <c:pt idx="331">
                  <c:v>28.9625</c:v>
                </c:pt>
                <c:pt idx="332">
                  <c:v>29.05</c:v>
                </c:pt>
                <c:pt idx="333">
                  <c:v>29.1375</c:v>
                </c:pt>
                <c:pt idx="334">
                  <c:v>29.225</c:v>
                </c:pt>
                <c:pt idx="335">
                  <c:v>29.3125</c:v>
                </c:pt>
                <c:pt idx="336">
                  <c:v>29.4</c:v>
                </c:pt>
                <c:pt idx="337">
                  <c:v>29.4875</c:v>
                </c:pt>
                <c:pt idx="338">
                  <c:v>29.575</c:v>
                </c:pt>
                <c:pt idx="339">
                  <c:v>29.6625</c:v>
                </c:pt>
                <c:pt idx="340">
                  <c:v>29.75</c:v>
                </c:pt>
                <c:pt idx="341">
                  <c:v>29.8375</c:v>
                </c:pt>
                <c:pt idx="342">
                  <c:v>29.925</c:v>
                </c:pt>
                <c:pt idx="343">
                  <c:v>30.0125</c:v>
                </c:pt>
                <c:pt idx="344">
                  <c:v>30.1</c:v>
                </c:pt>
                <c:pt idx="345">
                  <c:v>30.1875</c:v>
                </c:pt>
                <c:pt idx="346">
                  <c:v>30.275</c:v>
                </c:pt>
                <c:pt idx="347">
                  <c:v>30.3625</c:v>
                </c:pt>
                <c:pt idx="348">
                  <c:v>30.45</c:v>
                </c:pt>
                <c:pt idx="349">
                  <c:v>30.5375</c:v>
                </c:pt>
                <c:pt idx="350">
                  <c:v>30.625</c:v>
                </c:pt>
                <c:pt idx="351">
                  <c:v>30.7125</c:v>
                </c:pt>
                <c:pt idx="352">
                  <c:v>30.8</c:v>
                </c:pt>
                <c:pt idx="353">
                  <c:v>30.8875</c:v>
                </c:pt>
                <c:pt idx="354">
                  <c:v>30.975</c:v>
                </c:pt>
                <c:pt idx="355">
                  <c:v>31.0625</c:v>
                </c:pt>
                <c:pt idx="356">
                  <c:v>31.15</c:v>
                </c:pt>
                <c:pt idx="357">
                  <c:v>31.2375</c:v>
                </c:pt>
                <c:pt idx="358">
                  <c:v>31.325</c:v>
                </c:pt>
                <c:pt idx="359">
                  <c:v>31.4125</c:v>
                </c:pt>
                <c:pt idx="360">
                  <c:v>31.5</c:v>
                </c:pt>
                <c:pt idx="361">
                  <c:v>31.5875</c:v>
                </c:pt>
                <c:pt idx="362">
                  <c:v>31.675</c:v>
                </c:pt>
                <c:pt idx="363">
                  <c:v>31.7625</c:v>
                </c:pt>
                <c:pt idx="364">
                  <c:v>31.85</c:v>
                </c:pt>
                <c:pt idx="365">
                  <c:v>31.9375</c:v>
                </c:pt>
                <c:pt idx="366">
                  <c:v>32.025</c:v>
                </c:pt>
                <c:pt idx="367">
                  <c:v>32.1125</c:v>
                </c:pt>
                <c:pt idx="368">
                  <c:v>32.2</c:v>
                </c:pt>
                <c:pt idx="369">
                  <c:v>32.2875</c:v>
                </c:pt>
                <c:pt idx="370">
                  <c:v>32.375</c:v>
                </c:pt>
                <c:pt idx="371">
                  <c:v>32.4625</c:v>
                </c:pt>
                <c:pt idx="372">
                  <c:v>32.55</c:v>
                </c:pt>
                <c:pt idx="373">
                  <c:v>32.6375</c:v>
                </c:pt>
                <c:pt idx="374">
                  <c:v>32.725</c:v>
                </c:pt>
                <c:pt idx="375">
                  <c:v>32.8125</c:v>
                </c:pt>
                <c:pt idx="376">
                  <c:v>32.9</c:v>
                </c:pt>
                <c:pt idx="377">
                  <c:v>32.9875</c:v>
                </c:pt>
                <c:pt idx="378">
                  <c:v>33.075</c:v>
                </c:pt>
                <c:pt idx="379">
                  <c:v>33.1625</c:v>
                </c:pt>
                <c:pt idx="380">
                  <c:v>33.25</c:v>
                </c:pt>
                <c:pt idx="381">
                  <c:v>33.3375</c:v>
                </c:pt>
                <c:pt idx="382">
                  <c:v>33.425</c:v>
                </c:pt>
                <c:pt idx="383">
                  <c:v>33.5125</c:v>
                </c:pt>
                <c:pt idx="384">
                  <c:v>33.6</c:v>
                </c:pt>
                <c:pt idx="385">
                  <c:v>33.6875</c:v>
                </c:pt>
                <c:pt idx="386">
                  <c:v>33.775</c:v>
                </c:pt>
                <c:pt idx="387">
                  <c:v>33.8625</c:v>
                </c:pt>
                <c:pt idx="388">
                  <c:v>33.95</c:v>
                </c:pt>
                <c:pt idx="389">
                  <c:v>34.0375</c:v>
                </c:pt>
                <c:pt idx="390">
                  <c:v>34.125</c:v>
                </c:pt>
                <c:pt idx="391">
                  <c:v>34.2125</c:v>
                </c:pt>
                <c:pt idx="392">
                  <c:v>34.3</c:v>
                </c:pt>
                <c:pt idx="393">
                  <c:v>34.3875</c:v>
                </c:pt>
                <c:pt idx="394">
                  <c:v>34.475</c:v>
                </c:pt>
                <c:pt idx="395">
                  <c:v>34.5625</c:v>
                </c:pt>
                <c:pt idx="396">
                  <c:v>34.65</c:v>
                </c:pt>
                <c:pt idx="397">
                  <c:v>34.7375</c:v>
                </c:pt>
                <c:pt idx="398">
                  <c:v>34.825</c:v>
                </c:pt>
                <c:pt idx="399">
                  <c:v>34.9125</c:v>
                </c:pt>
                <c:pt idx="400">
                  <c:v>35</c:v>
                </c:pt>
              </c:numCache>
            </c:numRef>
          </c:xVal>
          <c:yVal>
            <c:numRef>
              <c:f>'Chart Data'!$D$2:$D$402</c:f>
              <c:numCache>
                <c:formatCode>0.0</c:formatCode>
                <c:ptCount val="401"/>
                <c:pt idx="0">
                  <c:v>0</c:v>
                </c:pt>
                <c:pt idx="1">
                  <c:v>0.01187503</c:v>
                </c:pt>
                <c:pt idx="2">
                  <c:v>0.02374889</c:v>
                </c:pt>
                <c:pt idx="3">
                  <c:v>0.03562043</c:v>
                </c:pt>
                <c:pt idx="4">
                  <c:v>0.04748848</c:v>
                </c:pt>
                <c:pt idx="5">
                  <c:v>0.05935188</c:v>
                </c:pt>
                <c:pt idx="6">
                  <c:v>0.07120946</c:v>
                </c:pt>
                <c:pt idx="7">
                  <c:v>0.08306008</c:v>
                </c:pt>
                <c:pt idx="8">
                  <c:v>0.09490255</c:v>
                </c:pt>
                <c:pt idx="9">
                  <c:v>0.10673574</c:v>
                </c:pt>
                <c:pt idx="10">
                  <c:v>0.11855847</c:v>
                </c:pt>
                <c:pt idx="11">
                  <c:v>0.13036959</c:v>
                </c:pt>
                <c:pt idx="12">
                  <c:v>0.14216795</c:v>
                </c:pt>
                <c:pt idx="13">
                  <c:v>0.15395238</c:v>
                </c:pt>
                <c:pt idx="14">
                  <c:v>0.16572174</c:v>
                </c:pt>
                <c:pt idx="15">
                  <c:v>0.17747486</c:v>
                </c:pt>
                <c:pt idx="16">
                  <c:v>0.18921061</c:v>
                </c:pt>
                <c:pt idx="17">
                  <c:v>0.20092783</c:v>
                </c:pt>
                <c:pt idx="18">
                  <c:v>0.21262536</c:v>
                </c:pt>
                <c:pt idx="19">
                  <c:v>0.22430208</c:v>
                </c:pt>
                <c:pt idx="20">
                  <c:v>0.23595683</c:v>
                </c:pt>
                <c:pt idx="21">
                  <c:v>0.24758848</c:v>
                </c:pt>
                <c:pt idx="22">
                  <c:v>0.25919588</c:v>
                </c:pt>
                <c:pt idx="23">
                  <c:v>0.27077789</c:v>
                </c:pt>
                <c:pt idx="24">
                  <c:v>0.28233339</c:v>
                </c:pt>
                <c:pt idx="25">
                  <c:v>0.29386123</c:v>
                </c:pt>
                <c:pt idx="26">
                  <c:v>0.3053603</c:v>
                </c:pt>
                <c:pt idx="27">
                  <c:v>0.31682947</c:v>
                </c:pt>
                <c:pt idx="28">
                  <c:v>0.32826761</c:v>
                </c:pt>
                <c:pt idx="29">
                  <c:v>0.3396736</c:v>
                </c:pt>
                <c:pt idx="30">
                  <c:v>0.35104633</c:v>
                </c:pt>
                <c:pt idx="31">
                  <c:v>0.36238468</c:v>
                </c:pt>
                <c:pt idx="32">
                  <c:v>0.37368754</c:v>
                </c:pt>
                <c:pt idx="33">
                  <c:v>0.3849538</c:v>
                </c:pt>
                <c:pt idx="34">
                  <c:v>0.39618237</c:v>
                </c:pt>
                <c:pt idx="35">
                  <c:v>0.40737214</c:v>
                </c:pt>
                <c:pt idx="36">
                  <c:v>0.41852201</c:v>
                </c:pt>
                <c:pt idx="37">
                  <c:v>0.4296309</c:v>
                </c:pt>
                <c:pt idx="38">
                  <c:v>0.44069771</c:v>
                </c:pt>
                <c:pt idx="39">
                  <c:v>0.45172137</c:v>
                </c:pt>
                <c:pt idx="40">
                  <c:v>0.46270079</c:v>
                </c:pt>
                <c:pt idx="41">
                  <c:v>0.4736349</c:v>
                </c:pt>
                <c:pt idx="42">
                  <c:v>0.48452262</c:v>
                </c:pt>
                <c:pt idx="43">
                  <c:v>0.4953629</c:v>
                </c:pt>
                <c:pt idx="44">
                  <c:v>0.50615466</c:v>
                </c:pt>
                <c:pt idx="45">
                  <c:v>0.51689685</c:v>
                </c:pt>
                <c:pt idx="46">
                  <c:v>0.52758843</c:v>
                </c:pt>
                <c:pt idx="47">
                  <c:v>0.53822834</c:v>
                </c:pt>
                <c:pt idx="48">
                  <c:v>0.54881554</c:v>
                </c:pt>
                <c:pt idx="49">
                  <c:v>0.55934899</c:v>
                </c:pt>
                <c:pt idx="50">
                  <c:v>0.56982767</c:v>
                </c:pt>
                <c:pt idx="51">
                  <c:v>0.58025054</c:v>
                </c:pt>
                <c:pt idx="52">
                  <c:v>0.59061659</c:v>
                </c:pt>
                <c:pt idx="53">
                  <c:v>0.6009248</c:v>
                </c:pt>
                <c:pt idx="54">
                  <c:v>0.61117416</c:v>
                </c:pt>
                <c:pt idx="55">
                  <c:v>0.62136367</c:v>
                </c:pt>
                <c:pt idx="56">
                  <c:v>0.63149233</c:v>
                </c:pt>
                <c:pt idx="57">
                  <c:v>0.64155914</c:v>
                </c:pt>
                <c:pt idx="58">
                  <c:v>0.65156313</c:v>
                </c:pt>
                <c:pt idx="59">
                  <c:v>0.66150331</c:v>
                </c:pt>
                <c:pt idx="60">
                  <c:v>0.67137871</c:v>
                </c:pt>
                <c:pt idx="61">
                  <c:v>0.68118836</c:v>
                </c:pt>
                <c:pt idx="62">
                  <c:v>0.6909313</c:v>
                </c:pt>
                <c:pt idx="63">
                  <c:v>0.70060658</c:v>
                </c:pt>
                <c:pt idx="64">
                  <c:v>0.71021325</c:v>
                </c:pt>
                <c:pt idx="65">
                  <c:v>0.71975036</c:v>
                </c:pt>
                <c:pt idx="66">
                  <c:v>0.72921699</c:v>
                </c:pt>
                <c:pt idx="67">
                  <c:v>0.73861221</c:v>
                </c:pt>
                <c:pt idx="68">
                  <c:v>0.7479351</c:v>
                </c:pt>
                <c:pt idx="69">
                  <c:v>0.75718474</c:v>
                </c:pt>
                <c:pt idx="70">
                  <c:v>0.76636023</c:v>
                </c:pt>
                <c:pt idx="71">
                  <c:v>0.77546067</c:v>
                </c:pt>
                <c:pt idx="72">
                  <c:v>0.78448516</c:v>
                </c:pt>
                <c:pt idx="73">
                  <c:v>0.79343284</c:v>
                </c:pt>
                <c:pt idx="74">
                  <c:v>0.80230281</c:v>
                </c:pt>
                <c:pt idx="75">
                  <c:v>0.81109421</c:v>
                </c:pt>
                <c:pt idx="76">
                  <c:v>0.81980618</c:v>
                </c:pt>
                <c:pt idx="77">
                  <c:v>0.82843787</c:v>
                </c:pt>
                <c:pt idx="78">
                  <c:v>0.83698843</c:v>
                </c:pt>
                <c:pt idx="79">
                  <c:v>0.84545702</c:v>
                </c:pt>
                <c:pt idx="80">
                  <c:v>0.85384281</c:v>
                </c:pt>
                <c:pt idx="81">
                  <c:v>0.86214499</c:v>
                </c:pt>
                <c:pt idx="82">
                  <c:v>0.87036274</c:v>
                </c:pt>
                <c:pt idx="83">
                  <c:v>0.87849525</c:v>
                </c:pt>
                <c:pt idx="84">
                  <c:v>0.88654173</c:v>
                </c:pt>
                <c:pt idx="85">
                  <c:v>0.8945014</c:v>
                </c:pt>
                <c:pt idx="86">
                  <c:v>0.90237346</c:v>
                </c:pt>
                <c:pt idx="87">
                  <c:v>0.91015715</c:v>
                </c:pt>
                <c:pt idx="88">
                  <c:v>0.91785172</c:v>
                </c:pt>
                <c:pt idx="89">
                  <c:v>0.92545639</c:v>
                </c:pt>
                <c:pt idx="90">
                  <c:v>0.93297044</c:v>
                </c:pt>
                <c:pt idx="91">
                  <c:v>0.94039312</c:v>
                </c:pt>
                <c:pt idx="92">
                  <c:v>0.94772371</c:v>
                </c:pt>
                <c:pt idx="93">
                  <c:v>0.95496148</c:v>
                </c:pt>
                <c:pt idx="94">
                  <c:v>0.96210574</c:v>
                </c:pt>
                <c:pt idx="95">
                  <c:v>0.96915578</c:v>
                </c:pt>
                <c:pt idx="96">
                  <c:v>0.9761109</c:v>
                </c:pt>
                <c:pt idx="97">
                  <c:v>0.98297044</c:v>
                </c:pt>
                <c:pt idx="98">
                  <c:v>0.98973371</c:v>
                </c:pt>
                <c:pt idx="99">
                  <c:v>0.99640006</c:v>
                </c:pt>
                <c:pt idx="100">
                  <c:v>1.00296883</c:v>
                </c:pt>
                <c:pt idx="101">
                  <c:v>1.00943938</c:v>
                </c:pt>
                <c:pt idx="102">
                  <c:v>1.01581108</c:v>
                </c:pt>
                <c:pt idx="103">
                  <c:v>1.0220833</c:v>
                </c:pt>
                <c:pt idx="104">
                  <c:v>1.02825542</c:v>
                </c:pt>
                <c:pt idx="105">
                  <c:v>1.03432684</c:v>
                </c:pt>
                <c:pt idx="106">
                  <c:v>1.04029698</c:v>
                </c:pt>
                <c:pt idx="107">
                  <c:v>1.04616524</c:v>
                </c:pt>
                <c:pt idx="108">
                  <c:v>1.05193104</c:v>
                </c:pt>
                <c:pt idx="109">
                  <c:v>1.05759383</c:v>
                </c:pt>
                <c:pt idx="110">
                  <c:v>1.06315305</c:v>
                </c:pt>
                <c:pt idx="111">
                  <c:v>1.06860816</c:v>
                </c:pt>
                <c:pt idx="112">
                  <c:v>1.07395861</c:v>
                </c:pt>
                <c:pt idx="113">
                  <c:v>1.07920389</c:v>
                </c:pt>
                <c:pt idx="114">
                  <c:v>1.08434349</c:v>
                </c:pt>
                <c:pt idx="115">
                  <c:v>1.0893769</c:v>
                </c:pt>
                <c:pt idx="116">
                  <c:v>1.09430362</c:v>
                </c:pt>
                <c:pt idx="117">
                  <c:v>1.09912317</c:v>
                </c:pt>
                <c:pt idx="118">
                  <c:v>1.10383509</c:v>
                </c:pt>
                <c:pt idx="119">
                  <c:v>1.10843891</c:v>
                </c:pt>
                <c:pt idx="120">
                  <c:v>1.11293418</c:v>
                </c:pt>
                <c:pt idx="121">
                  <c:v>1.11732046</c:v>
                </c:pt>
                <c:pt idx="122">
                  <c:v>1.12159733</c:v>
                </c:pt>
                <c:pt idx="123">
                  <c:v>1.12576435</c:v>
                </c:pt>
                <c:pt idx="124">
                  <c:v>1.12982112</c:v>
                </c:pt>
                <c:pt idx="125">
                  <c:v>1.13376726</c:v>
                </c:pt>
                <c:pt idx="126">
                  <c:v>1.13760236</c:v>
                </c:pt>
                <c:pt idx="127">
                  <c:v>1.14132605</c:v>
                </c:pt>
                <c:pt idx="128">
                  <c:v>1.14493798</c:v>
                </c:pt>
                <c:pt idx="129">
                  <c:v>1.14843778</c:v>
                </c:pt>
                <c:pt idx="130">
                  <c:v>1.15182512</c:v>
                </c:pt>
                <c:pt idx="131">
                  <c:v>1.15509965</c:v>
                </c:pt>
                <c:pt idx="132">
                  <c:v>1.15826107</c:v>
                </c:pt>
                <c:pt idx="133">
                  <c:v>1.16130906</c:v>
                </c:pt>
                <c:pt idx="134">
                  <c:v>1.16424332</c:v>
                </c:pt>
                <c:pt idx="135">
                  <c:v>1.16706356</c:v>
                </c:pt>
                <c:pt idx="136">
                  <c:v>1.16976952</c:v>
                </c:pt>
                <c:pt idx="137">
                  <c:v>1.17236091</c:v>
                </c:pt>
                <c:pt idx="138">
                  <c:v>1.1748375</c:v>
                </c:pt>
                <c:pt idx="139">
                  <c:v>1.17719904</c:v>
                </c:pt>
                <c:pt idx="140">
                  <c:v>1.17944529</c:v>
                </c:pt>
                <c:pt idx="141">
                  <c:v>1.18157604</c:v>
                </c:pt>
                <c:pt idx="142">
                  <c:v>1.18359108</c:v>
                </c:pt>
                <c:pt idx="143">
                  <c:v>1.18549021</c:v>
                </c:pt>
                <c:pt idx="144">
                  <c:v>1.18727324</c:v>
                </c:pt>
                <c:pt idx="145">
                  <c:v>1.18894</c:v>
                </c:pt>
                <c:pt idx="146">
                  <c:v>1.19049033</c:v>
                </c:pt>
                <c:pt idx="147">
                  <c:v>1.19192408</c:v>
                </c:pt>
                <c:pt idx="148">
                  <c:v>1.1932411</c:v>
                </c:pt>
                <c:pt idx="149">
                  <c:v>1.19444126</c:v>
                </c:pt>
                <c:pt idx="150">
                  <c:v>1.19552445</c:v>
                </c:pt>
                <c:pt idx="151">
                  <c:v>1.19649057</c:v>
                </c:pt>
                <c:pt idx="152">
                  <c:v>1.19733951</c:v>
                </c:pt>
                <c:pt idx="153">
                  <c:v>1.19807119</c:v>
                </c:pt>
                <c:pt idx="154">
                  <c:v>1.19868555</c:v>
                </c:pt>
                <c:pt idx="155">
                  <c:v>1.19918252</c:v>
                </c:pt>
                <c:pt idx="156">
                  <c:v>1.19956205</c:v>
                </c:pt>
                <c:pt idx="157">
                  <c:v>1.19982411</c:v>
                </c:pt>
                <c:pt idx="158">
                  <c:v>1.19996867</c:v>
                </c:pt>
                <c:pt idx="159">
                  <c:v>1.19999572</c:v>
                </c:pt>
                <c:pt idx="160">
                  <c:v>1.19990525</c:v>
                </c:pt>
                <c:pt idx="161">
                  <c:v>1.19969728</c:v>
                </c:pt>
                <c:pt idx="162">
                  <c:v>1.19937182</c:v>
                </c:pt>
                <c:pt idx="163">
                  <c:v>1.1989289</c:v>
                </c:pt>
                <c:pt idx="164">
                  <c:v>1.19836857</c:v>
                </c:pt>
                <c:pt idx="165">
                  <c:v>1.19769088</c:v>
                </c:pt>
                <c:pt idx="166">
                  <c:v>1.19689591</c:v>
                </c:pt>
                <c:pt idx="167">
                  <c:v>1.19598372</c:v>
                </c:pt>
                <c:pt idx="168">
                  <c:v>1.19495441</c:v>
                </c:pt>
                <c:pt idx="169">
                  <c:v>1.19380807</c:v>
                </c:pt>
                <c:pt idx="170">
                  <c:v>1.19254483</c:v>
                </c:pt>
                <c:pt idx="171">
                  <c:v>1.1911648</c:v>
                </c:pt>
                <c:pt idx="172">
                  <c:v>1.18966812</c:v>
                </c:pt>
                <c:pt idx="173">
                  <c:v>1.18805493</c:v>
                </c:pt>
                <c:pt idx="174">
                  <c:v>1.1863254</c:v>
                </c:pt>
                <c:pt idx="175">
                  <c:v>1.18447969</c:v>
                </c:pt>
                <c:pt idx="176">
                  <c:v>1.18251799</c:v>
                </c:pt>
                <c:pt idx="177">
                  <c:v>1.18044047</c:v>
                </c:pt>
                <c:pt idx="178">
                  <c:v>1.17824736</c:v>
                </c:pt>
                <c:pt idx="179">
                  <c:v>1.17593887</c:v>
                </c:pt>
                <c:pt idx="180">
                  <c:v>1.17351521</c:v>
                </c:pt>
                <c:pt idx="181">
                  <c:v>1.17097663</c:v>
                </c:pt>
                <c:pt idx="182">
                  <c:v>1.16832337</c:v>
                </c:pt>
                <c:pt idx="183">
                  <c:v>1.1655557</c:v>
                </c:pt>
                <c:pt idx="184">
                  <c:v>1.16267389</c:v>
                </c:pt>
                <c:pt idx="185">
                  <c:v>1.15967822</c:v>
                </c:pt>
                <c:pt idx="186">
                  <c:v>1.15656898</c:v>
                </c:pt>
                <c:pt idx="187">
                  <c:v>1.15334647</c:v>
                </c:pt>
                <c:pt idx="188">
                  <c:v>1.15001102</c:v>
                </c:pt>
                <c:pt idx="189">
                  <c:v>1.14656295</c:v>
                </c:pt>
                <c:pt idx="190">
                  <c:v>1.14300259</c:v>
                </c:pt>
                <c:pt idx="191">
                  <c:v>1.1393303</c:v>
                </c:pt>
                <c:pt idx="192">
                  <c:v>1.13554643</c:v>
                </c:pt>
                <c:pt idx="193">
                  <c:v>1.13165136</c:v>
                </c:pt>
                <c:pt idx="194">
                  <c:v>1.12764547</c:v>
                </c:pt>
                <c:pt idx="195">
                  <c:v>1.12352915</c:v>
                </c:pt>
                <c:pt idx="196">
                  <c:v>1.1193028</c:v>
                </c:pt>
                <c:pt idx="197">
                  <c:v>1.11496683</c:v>
                </c:pt>
                <c:pt idx="198">
                  <c:v>1.11052168</c:v>
                </c:pt>
                <c:pt idx="199">
                  <c:v>1.10596777</c:v>
                </c:pt>
                <c:pt idx="200">
                  <c:v>1.10130555</c:v>
                </c:pt>
                <c:pt idx="201">
                  <c:v>1.09653548</c:v>
                </c:pt>
                <c:pt idx="202">
                  <c:v>1.09165803</c:v>
                </c:pt>
                <c:pt idx="203">
                  <c:v>1.08667367</c:v>
                </c:pt>
                <c:pt idx="204">
                  <c:v>1.0815829</c:v>
                </c:pt>
                <c:pt idx="205">
                  <c:v>1.0763862</c:v>
                </c:pt>
                <c:pt idx="206">
                  <c:v>1.0710841</c:v>
                </c:pt>
                <c:pt idx="207">
                  <c:v>1.0656771</c:v>
                </c:pt>
                <c:pt idx="208">
                  <c:v>1.06016574</c:v>
                </c:pt>
                <c:pt idx="209">
                  <c:v>1.05455055</c:v>
                </c:pt>
                <c:pt idx="210">
                  <c:v>1.0488321</c:v>
                </c:pt>
                <c:pt idx="211">
                  <c:v>1.04301093</c:v>
                </c:pt>
                <c:pt idx="212">
                  <c:v>1.03708762</c:v>
                </c:pt>
                <c:pt idx="213">
                  <c:v>1.03106275</c:v>
                </c:pt>
                <c:pt idx="214">
                  <c:v>1.0249369</c:v>
                </c:pt>
                <c:pt idx="215">
                  <c:v>1.01871068</c:v>
                </c:pt>
                <c:pt idx="216">
                  <c:v>1.0123847</c:v>
                </c:pt>
                <c:pt idx="217">
                  <c:v>1.00595958</c:v>
                </c:pt>
                <c:pt idx="218">
                  <c:v>0.99943594</c:v>
                </c:pt>
                <c:pt idx="219">
                  <c:v>0.99281443</c:v>
                </c:pt>
                <c:pt idx="220">
                  <c:v>0.98609569</c:v>
                </c:pt>
                <c:pt idx="221">
                  <c:v>0.97928038</c:v>
                </c:pt>
                <c:pt idx="222">
                  <c:v>0.97236917</c:v>
                </c:pt>
                <c:pt idx="223">
                  <c:v>0.96536274</c:v>
                </c:pt>
                <c:pt idx="224">
                  <c:v>0.95826177</c:v>
                </c:pt>
                <c:pt idx="225">
                  <c:v>0.95106695</c:v>
                </c:pt>
                <c:pt idx="226">
                  <c:v>0.943779</c:v>
                </c:pt>
                <c:pt idx="227">
                  <c:v>0.93639862</c:v>
                </c:pt>
                <c:pt idx="228">
                  <c:v>0.92892654</c:v>
                </c:pt>
                <c:pt idx="229">
                  <c:v>0.92136349</c:v>
                </c:pt>
                <c:pt idx="230">
                  <c:v>0.91371021</c:v>
                </c:pt>
                <c:pt idx="231">
                  <c:v>0.90596745</c:v>
                </c:pt>
                <c:pt idx="232">
                  <c:v>0.89813597</c:v>
                </c:pt>
                <c:pt idx="233">
                  <c:v>0.89021654</c:v>
                </c:pt>
                <c:pt idx="234">
                  <c:v>0.88220992</c:v>
                </c:pt>
                <c:pt idx="235">
                  <c:v>0.87411691</c:v>
                </c:pt>
                <c:pt idx="236">
                  <c:v>0.8659383</c:v>
                </c:pt>
                <c:pt idx="237">
                  <c:v>0.85767489</c:v>
                </c:pt>
                <c:pt idx="238">
                  <c:v>0.84932748</c:v>
                </c:pt>
                <c:pt idx="239">
                  <c:v>0.8408969</c:v>
                </c:pt>
                <c:pt idx="240">
                  <c:v>0.83238397</c:v>
                </c:pt>
                <c:pt idx="241">
                  <c:v>0.82378952</c:v>
                </c:pt>
                <c:pt idx="242">
                  <c:v>0.8151144</c:v>
                </c:pt>
                <c:pt idx="243">
                  <c:v>0.80635945</c:v>
                </c:pt>
                <c:pt idx="244">
                  <c:v>0.79752554</c:v>
                </c:pt>
                <c:pt idx="245">
                  <c:v>0.78861353</c:v>
                </c:pt>
                <c:pt idx="246">
                  <c:v>0.77962429</c:v>
                </c:pt>
                <c:pt idx="247">
                  <c:v>0.77055869</c:v>
                </c:pt>
                <c:pt idx="248">
                  <c:v>0.76141764</c:v>
                </c:pt>
                <c:pt idx="249">
                  <c:v>0.75220202</c:v>
                </c:pt>
                <c:pt idx="250">
                  <c:v>0.74291274</c:v>
                </c:pt>
                <c:pt idx="251">
                  <c:v>0.7335507</c:v>
                </c:pt>
                <c:pt idx="252">
                  <c:v>0.72411683</c:v>
                </c:pt>
                <c:pt idx="253">
                  <c:v>0.71461204</c:v>
                </c:pt>
                <c:pt idx="254">
                  <c:v>0.70503728</c:v>
                </c:pt>
                <c:pt idx="255">
                  <c:v>0.69539346</c:v>
                </c:pt>
                <c:pt idx="256">
                  <c:v>0.68568155</c:v>
                </c:pt>
                <c:pt idx="257">
                  <c:v>0.67590249</c:v>
                </c:pt>
                <c:pt idx="258">
                  <c:v>0.66605723</c:v>
                </c:pt>
                <c:pt idx="259">
                  <c:v>0.65614675</c:v>
                </c:pt>
                <c:pt idx="260">
                  <c:v>0.64617202</c:v>
                </c:pt>
                <c:pt idx="261">
                  <c:v>0.636134</c:v>
                </c:pt>
                <c:pt idx="262">
                  <c:v>0.62603369</c:v>
                </c:pt>
                <c:pt idx="263">
                  <c:v>0.61587206</c:v>
                </c:pt>
                <c:pt idx="264">
                  <c:v>0.60565013</c:v>
                </c:pt>
                <c:pt idx="265">
                  <c:v>0.59536888</c:v>
                </c:pt>
                <c:pt idx="266">
                  <c:v>0.58502933</c:v>
                </c:pt>
                <c:pt idx="267">
                  <c:v>0.57463249</c:v>
                </c:pt>
                <c:pt idx="268">
                  <c:v>0.56417938</c:v>
                </c:pt>
                <c:pt idx="269">
                  <c:v>0.55367101</c:v>
                </c:pt>
                <c:pt idx="270">
                  <c:v>0.54310842</c:v>
                </c:pt>
                <c:pt idx="271">
                  <c:v>0.53249265</c:v>
                </c:pt>
                <c:pt idx="272">
                  <c:v>0.52182472</c:v>
                </c:pt>
                <c:pt idx="273">
                  <c:v>0.5111057</c:v>
                </c:pt>
                <c:pt idx="274">
                  <c:v>0.50033662</c:v>
                </c:pt>
                <c:pt idx="275">
                  <c:v>0.48951855</c:v>
                </c:pt>
                <c:pt idx="276">
                  <c:v>0.47865253</c:v>
                </c:pt>
                <c:pt idx="277">
                  <c:v>0.46773964</c:v>
                </c:pt>
                <c:pt idx="278">
                  <c:v>0.45678095</c:v>
                </c:pt>
                <c:pt idx="279">
                  <c:v>0.44577752</c:v>
                </c:pt>
                <c:pt idx="280">
                  <c:v>0.43473044</c:v>
                </c:pt>
                <c:pt idx="281">
                  <c:v>0.42364078</c:v>
                </c:pt>
                <c:pt idx="282">
                  <c:v>0.41250964</c:v>
                </c:pt>
                <c:pt idx="283">
                  <c:v>0.4013381</c:v>
                </c:pt>
                <c:pt idx="284">
                  <c:v>0.39012726</c:v>
                </c:pt>
                <c:pt idx="285">
                  <c:v>0.37887821</c:v>
                </c:pt>
                <c:pt idx="286">
                  <c:v>0.36759206</c:v>
                </c:pt>
                <c:pt idx="287">
                  <c:v>0.35626991</c:v>
                </c:pt>
                <c:pt idx="288">
                  <c:v>0.34491287</c:v>
                </c:pt>
                <c:pt idx="289">
                  <c:v>0.33352205</c:v>
                </c:pt>
                <c:pt idx="290">
                  <c:v>0.32209857</c:v>
                </c:pt>
                <c:pt idx="291">
                  <c:v>0.31064354</c:v>
                </c:pt>
                <c:pt idx="292">
                  <c:v>0.2991581</c:v>
                </c:pt>
                <c:pt idx="293">
                  <c:v>0.28764336</c:v>
                </c:pt>
                <c:pt idx="294">
                  <c:v>0.27610045</c:v>
                </c:pt>
                <c:pt idx="295">
                  <c:v>0.2645305</c:v>
                </c:pt>
                <c:pt idx="296">
                  <c:v>0.25293465</c:v>
                </c:pt>
                <c:pt idx="297">
                  <c:v>0.24131402</c:v>
                </c:pt>
                <c:pt idx="298">
                  <c:v>0.22966977</c:v>
                </c:pt>
                <c:pt idx="299">
                  <c:v>0.21800302</c:v>
                </c:pt>
                <c:pt idx="300">
                  <c:v>0.20631492</c:v>
                </c:pt>
                <c:pt idx="301">
                  <c:v>0.19460662</c:v>
                </c:pt>
                <c:pt idx="302">
                  <c:v>0.18287926</c:v>
                </c:pt>
                <c:pt idx="303">
                  <c:v>0.17113399</c:v>
                </c:pt>
                <c:pt idx="304">
                  <c:v>0.15937196</c:v>
                </c:pt>
                <c:pt idx="305">
                  <c:v>0.14759433</c:v>
                </c:pt>
                <c:pt idx="306">
                  <c:v>0.13580224</c:v>
                </c:pt>
                <c:pt idx="307">
                  <c:v>0.12399685</c:v>
                </c:pt>
                <c:pt idx="308">
                  <c:v>0.11217932</c:v>
                </c:pt>
                <c:pt idx="309">
                  <c:v>0.1003508</c:v>
                </c:pt>
                <c:pt idx="310">
                  <c:v>0.08851246</c:v>
                </c:pt>
                <c:pt idx="311">
                  <c:v>0.07666544</c:v>
                </c:pt>
                <c:pt idx="312">
                  <c:v>0.06481092</c:v>
                </c:pt>
                <c:pt idx="313">
                  <c:v>0.05295005</c:v>
                </c:pt>
                <c:pt idx="314">
                  <c:v>0.041084</c:v>
                </c:pt>
                <c:pt idx="315">
                  <c:v>0.02921393</c:v>
                </c:pt>
                <c:pt idx="316">
                  <c:v>0.01734099</c:v>
                </c:pt>
                <c:pt idx="317">
                  <c:v>0.00546635</c:v>
                </c:pt>
                <c:pt idx="318">
                  <c:v>-0.00640882</c:v>
                </c:pt>
                <c:pt idx="319">
                  <c:v>-0.01828336</c:v>
                </c:pt>
                <c:pt idx="320">
                  <c:v>-0.03015611</c:v>
                </c:pt>
                <c:pt idx="321">
                  <c:v>-0.04202591</c:v>
                </c:pt>
                <c:pt idx="322">
                  <c:v>-0.0538916</c:v>
                </c:pt>
                <c:pt idx="323">
                  <c:v>-0.065752</c:v>
                </c:pt>
                <c:pt idx="324">
                  <c:v>-0.07760597</c:v>
                </c:pt>
                <c:pt idx="325">
                  <c:v>-0.08945234</c:v>
                </c:pt>
                <c:pt idx="326">
                  <c:v>-0.10128995</c:v>
                </c:pt>
                <c:pt idx="327">
                  <c:v>-0.11311763</c:v>
                </c:pt>
                <c:pt idx="328">
                  <c:v>-0.12493424</c:v>
                </c:pt>
                <c:pt idx="329">
                  <c:v>-0.13673862</c:v>
                </c:pt>
                <c:pt idx="330">
                  <c:v>-0.1485296</c:v>
                </c:pt>
                <c:pt idx="331">
                  <c:v>-0.16030604</c:v>
                </c:pt>
                <c:pt idx="332">
                  <c:v>-0.17206678</c:v>
                </c:pt>
                <c:pt idx="333">
                  <c:v>-0.18381067</c:v>
                </c:pt>
                <c:pt idx="334">
                  <c:v>-0.19553656</c:v>
                </c:pt>
                <c:pt idx="335">
                  <c:v>-0.2072433</c:v>
                </c:pt>
                <c:pt idx="336">
                  <c:v>-0.21892974</c:v>
                </c:pt>
                <c:pt idx="337">
                  <c:v>-0.23059475</c:v>
                </c:pt>
                <c:pt idx="338">
                  <c:v>-0.24223717</c:v>
                </c:pt>
                <c:pt idx="339">
                  <c:v>-0.25385587</c:v>
                </c:pt>
                <c:pt idx="340">
                  <c:v>-0.26544971</c:v>
                </c:pt>
                <c:pt idx="341">
                  <c:v>-0.27701756</c:v>
                </c:pt>
                <c:pt idx="342">
                  <c:v>-0.28855827</c:v>
                </c:pt>
                <c:pt idx="343">
                  <c:v>-0.30007073</c:v>
                </c:pt>
                <c:pt idx="344">
                  <c:v>-0.3115538</c:v>
                </c:pt>
                <c:pt idx="345">
                  <c:v>-0.32300636</c:v>
                </c:pt>
                <c:pt idx="346">
                  <c:v>-0.33442729</c:v>
                </c:pt>
                <c:pt idx="347">
                  <c:v>-0.34581547</c:v>
                </c:pt>
                <c:pt idx="348">
                  <c:v>-0.35716978</c:v>
                </c:pt>
                <c:pt idx="349">
                  <c:v>-0.36848911</c:v>
                </c:pt>
                <c:pt idx="350">
                  <c:v>-0.37977236</c:v>
                </c:pt>
                <c:pt idx="351">
                  <c:v>-0.39101842</c:v>
                </c:pt>
                <c:pt idx="352">
                  <c:v>-0.40222618</c:v>
                </c:pt>
                <c:pt idx="353">
                  <c:v>-0.41339456</c:v>
                </c:pt>
                <c:pt idx="354">
                  <c:v>-0.42452245</c:v>
                </c:pt>
                <c:pt idx="355">
                  <c:v>-0.43560876</c:v>
                </c:pt>
                <c:pt idx="356">
                  <c:v>-0.44665242</c:v>
                </c:pt>
                <c:pt idx="357">
                  <c:v>-0.45765234</c:v>
                </c:pt>
                <c:pt idx="358">
                  <c:v>-0.46860743</c:v>
                </c:pt>
                <c:pt idx="359">
                  <c:v>-0.47951664</c:v>
                </c:pt>
                <c:pt idx="360">
                  <c:v>-0.49037889</c:v>
                </c:pt>
                <c:pt idx="361">
                  <c:v>-0.50119311</c:v>
                </c:pt>
                <c:pt idx="362">
                  <c:v>-0.51195826</c:v>
                </c:pt>
                <c:pt idx="363">
                  <c:v>-0.52267327</c:v>
                </c:pt>
                <c:pt idx="364">
                  <c:v>-0.53333709</c:v>
                </c:pt>
                <c:pt idx="365">
                  <c:v>-0.54394868</c:v>
                </c:pt>
                <c:pt idx="366">
                  <c:v>-0.554507</c:v>
                </c:pt>
                <c:pt idx="367">
                  <c:v>-0.56501102</c:v>
                </c:pt>
                <c:pt idx="368">
                  <c:v>-0.57545971</c:v>
                </c:pt>
                <c:pt idx="369">
                  <c:v>-0.58585204</c:v>
                </c:pt>
                <c:pt idx="370">
                  <c:v>-0.596187</c:v>
                </c:pt>
                <c:pt idx="371">
                  <c:v>-0.60646357</c:v>
                </c:pt>
                <c:pt idx="372">
                  <c:v>-0.61668076</c:v>
                </c:pt>
                <c:pt idx="373">
                  <c:v>-0.62683755</c:v>
                </c:pt>
                <c:pt idx="374">
                  <c:v>-0.63693296</c:v>
                </c:pt>
                <c:pt idx="375">
                  <c:v>-0.64696599</c:v>
                </c:pt>
                <c:pt idx="376">
                  <c:v>-0.65693566</c:v>
                </c:pt>
                <c:pt idx="377">
                  <c:v>-0.666841</c:v>
                </c:pt>
                <c:pt idx="378">
                  <c:v>-0.67668103</c:v>
                </c:pt>
                <c:pt idx="379">
                  <c:v>-0.6864548</c:v>
                </c:pt>
                <c:pt idx="380">
                  <c:v>-0.69616135</c:v>
                </c:pt>
                <c:pt idx="381">
                  <c:v>-0.70579971</c:v>
                </c:pt>
                <c:pt idx="382">
                  <c:v>-0.71536896</c:v>
                </c:pt>
                <c:pt idx="383">
                  <c:v>-0.72486815</c:v>
                </c:pt>
                <c:pt idx="384">
                  <c:v>-0.73429636</c:v>
                </c:pt>
                <c:pt idx="385">
                  <c:v>-0.74365265</c:v>
                </c:pt>
                <c:pt idx="386">
                  <c:v>-0.75293612</c:v>
                </c:pt>
                <c:pt idx="387">
                  <c:v>-0.76214586</c:v>
                </c:pt>
                <c:pt idx="388">
                  <c:v>-0.77128095</c:v>
                </c:pt>
                <c:pt idx="389">
                  <c:v>-0.78034052</c:v>
                </c:pt>
                <c:pt idx="390">
                  <c:v>-0.78932366</c:v>
                </c:pt>
                <c:pt idx="391">
                  <c:v>-0.79822951</c:v>
                </c:pt>
                <c:pt idx="392">
                  <c:v>-0.80705719</c:v>
                </c:pt>
                <c:pt idx="393">
                  <c:v>-0.81580583</c:v>
                </c:pt>
                <c:pt idx="394">
                  <c:v>-0.82447458</c:v>
                </c:pt>
                <c:pt idx="395">
                  <c:v>-0.83306259</c:v>
                </c:pt>
                <c:pt idx="396">
                  <c:v>-0.84156901</c:v>
                </c:pt>
                <c:pt idx="397">
                  <c:v>-0.84999302</c:v>
                </c:pt>
                <c:pt idx="398">
                  <c:v>-0.85833379</c:v>
                </c:pt>
                <c:pt idx="399">
                  <c:v>-0.86659051</c:v>
                </c:pt>
                <c:pt idx="400">
                  <c:v>-0.87476235</c:v>
                </c:pt>
              </c:numCache>
            </c:numRef>
          </c:yVal>
        </c:ser>
        <c:ser>
          <c:idx val="2"/>
          <c:order val="2"/>
          <c:tx>
            <c:v>Time lead = 3.86 ms</c:v>
          </c:tx>
          <c:spPr>
            <a:ln xmlns:a="http://schemas.openxmlformats.org/drawingml/2006/main" w="38100">
              <a:solidFill>
                <a:srgbClr val="881C1C"/>
              </a:solidFill>
            </a:ln>
          </c:spPr>
          <c:marker>
            <c:symbol val="circle"/>
            <c:size val="7"/>
            <c:spPr>
              <a:solidFill xmlns:a="http://schemas.openxmlformats.org/drawingml/2006/main">
                <a:srgbClr val="881C1C"/>
              </a:solidFill>
            </c:spPr>
          </c:marker>
          <c:xVal>
            <c:numRef>
              <c:f>'Chart Data'!$E$2:$E$3</c:f>
              <c:numCache>
                <c:formatCode>General</c:formatCode>
                <c:ptCount val="2"/>
                <c:pt idx="0">
                  <c:v>10.0308642</c:v>
                </c:pt>
                <c:pt idx="1">
                  <c:v>13.88888889</c:v>
                </c:pt>
              </c:numCache>
            </c:numRef>
          </c:xVal>
          <c:yVal>
            <c:numRef>
              <c:f>'Chart Data'!$F$2:$F$3</c:f>
              <c:numCache>
                <c:formatCode>0.0</c:formatCode>
                <c:ptCount val="2"/>
                <c:pt idx="0">
                  <c:v>1.42</c:v>
                </c:pt>
                <c:pt idx="1">
                  <c:v>1.42</c:v>
                </c:pt>
              </c:numCache>
            </c:numRef>
          </c:yVal>
        </c:ser>
        <c:ser>
          <c:idx val="3"/>
          <c:order val="3"/>
          <c:tx>
            <c:v>Peak guides</c:v>
          </c:tx>
          <c:spPr>
            <a:ln xmlns:a="http://schemas.openxmlformats.org/drawingml/2006/main" w="9525">
              <a:solidFill>
                <a:srgbClr val="881C1C"/>
              </a:solidFill>
            </a:ln>
          </c:spPr>
          <c:marker>
            <c:symbol val="none"/>
            <c:size val="7"/>
            <c:spPr>
              <a:solidFill xmlns:a="http://schemas.openxmlformats.org/drawingml/2006/main">
                <a:srgbClr val="881C1C"/>
              </a:solidFill>
            </c:spPr>
          </c:marker>
          <c:xVal>
            <c:numRef>
              <c:f>'Chart Data'!$G$2:$G$3</c:f>
              <c:numCache>
                <c:formatCode>General</c:formatCode>
                <c:ptCount val="2"/>
                <c:pt idx="0">
                  <c:v>10.0308642</c:v>
                </c:pt>
                <c:pt idx="1">
                  <c:v>10.0308642</c:v>
                </c:pt>
              </c:numCache>
            </c:numRef>
          </c:xVal>
          <c:yVal>
            <c:numRef>
              <c:f>'Chart Data'!$H$2:$H$3</c:f>
              <c:numCache>
                <c:formatCode>0.0</c:formatCode>
                <c:ptCount val="2"/>
                <c:pt idx="0">
                  <c:v>1.2</c:v>
                </c:pt>
                <c:pt idx="1">
                  <c:v>1.42</c:v>
                </c:pt>
              </c:numCache>
            </c:numRef>
          </c:yVal>
        </c:ser>
        <c:ser>
          <c:idx val="4"/>
          <c:order val="4"/>
          <c:tx>
            <c:v>Reference peak guide</c:v>
          </c:tx>
          <c:spPr>
            <a:ln xmlns:a="http://schemas.openxmlformats.org/drawingml/2006/main" w="9525">
              <a:solidFill>
                <a:srgbClr val="929292"/>
              </a:solidFill>
            </a:ln>
          </c:spPr>
          <c:marker>
            <c:symbol val="none"/>
            <c:size val="7"/>
            <c:spPr>
              <a:solidFill xmlns:a="http://schemas.openxmlformats.org/drawingml/2006/main">
                <a:srgbClr val="929292"/>
              </a:solidFill>
            </c:spPr>
          </c:marker>
          <c:xVal>
            <c:numRef>
              <c:f>'Chart Data'!$I$2:$I$3</c:f>
              <c:numCache>
                <c:formatCode>General</c:formatCode>
                <c:ptCount val="2"/>
                <c:pt idx="0">
                  <c:v>13.88888889</c:v>
                </c:pt>
                <c:pt idx="1">
                  <c:v>13.88888889</c:v>
                </c:pt>
              </c:numCache>
            </c:numRef>
          </c:xVal>
          <c:yVal>
            <c:numRef>
              <c:f>'Chart Data'!$J$2:$J$3</c:f>
              <c:numCache>
                <c:formatCode>0.0</c:formatCode>
                <c:ptCount val="2"/>
                <c:pt idx="0">
                  <c:v>1.2</c:v>
                </c:pt>
                <c:pt idx="1">
                  <c:v>1.42</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1.2"/>
        </c:scaling>
        <c:delete val="0"/>
        <c:axPos val="l"/>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Voltage (V)</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majorUnit val="0.6"/>
      </c:valAx>
      <c:valAx>
        <c:axId val="48650112"/>
        <c:scaling>
          <c:orientation val="minMax"/>
          <c:max val="35"/>
          <c:min val="0"/>
        </c:scaling>
        <c:delete val="0"/>
        <c:axPos val="b"/>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Time (ms)</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majorUnit val="7"/>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er>
          <c:idx val="0"/>
          <c:order val="0"/>
          <c:tx>
            <c:v>Dense reference</c:v>
          </c:tx>
          <c:spPr>
            <a:ln xmlns:a="http://schemas.openxmlformats.org/drawingml/2006/main" w="19050">
              <a:solidFill>
                <a:srgbClr val="AEB2B7"/>
              </a:solidFill>
            </a:ln>
          </c:spPr>
          <c:marker>
            <c:symbol val="none"/>
          </c:marker>
          <c:xVal>
            <c:numRef>
              <c:f>'Chart Data'!$A$2:$A$602</c:f>
              <c:numCache>
                <c:formatCode>General</c:formatCode>
                <c:ptCount val="601"/>
                <c:pt idx="0">
                  <c:v>0</c:v>
                </c:pt>
                <c:pt idx="1">
                  <c:v>0.00033333</c:v>
                </c:pt>
                <c:pt idx="2">
                  <c:v>0.00066667</c:v>
                </c:pt>
                <c:pt idx="3">
                  <c:v>0.001</c:v>
                </c:pt>
                <c:pt idx="4">
                  <c:v>0.00133333</c:v>
                </c:pt>
                <c:pt idx="5">
                  <c:v>0.00166667</c:v>
                </c:pt>
                <c:pt idx="6">
                  <c:v>0.002</c:v>
                </c:pt>
                <c:pt idx="7">
                  <c:v>0.00233333</c:v>
                </c:pt>
                <c:pt idx="8">
                  <c:v>0.00266667</c:v>
                </c:pt>
                <c:pt idx="9">
                  <c:v>0.003</c:v>
                </c:pt>
                <c:pt idx="10">
                  <c:v>0.00333333</c:v>
                </c:pt>
                <c:pt idx="11">
                  <c:v>0.00366667</c:v>
                </c:pt>
                <c:pt idx="12">
                  <c:v>0.004</c:v>
                </c:pt>
                <c:pt idx="13">
                  <c:v>0.00433333</c:v>
                </c:pt>
                <c:pt idx="14">
                  <c:v>0.00466667</c:v>
                </c:pt>
                <c:pt idx="15">
                  <c:v>0.005</c:v>
                </c:pt>
                <c:pt idx="16">
                  <c:v>0.00533333</c:v>
                </c:pt>
                <c:pt idx="17">
                  <c:v>0.00566667</c:v>
                </c:pt>
                <c:pt idx="18">
                  <c:v>0.006</c:v>
                </c:pt>
                <c:pt idx="19">
                  <c:v>0.00633333</c:v>
                </c:pt>
                <c:pt idx="20">
                  <c:v>0.00666667</c:v>
                </c:pt>
                <c:pt idx="21">
                  <c:v>0.007</c:v>
                </c:pt>
                <c:pt idx="22">
                  <c:v>0.00733333</c:v>
                </c:pt>
                <c:pt idx="23">
                  <c:v>0.00766667</c:v>
                </c:pt>
                <c:pt idx="24">
                  <c:v>0.008</c:v>
                </c:pt>
                <c:pt idx="25">
                  <c:v>0.00833333</c:v>
                </c:pt>
                <c:pt idx="26">
                  <c:v>0.00866667</c:v>
                </c:pt>
                <c:pt idx="27">
                  <c:v>0.009</c:v>
                </c:pt>
                <c:pt idx="28">
                  <c:v>0.00933333</c:v>
                </c:pt>
                <c:pt idx="29">
                  <c:v>0.00966667</c:v>
                </c:pt>
                <c:pt idx="30">
                  <c:v>0.01</c:v>
                </c:pt>
                <c:pt idx="31">
                  <c:v>0.01033333</c:v>
                </c:pt>
                <c:pt idx="32">
                  <c:v>0.01066667</c:v>
                </c:pt>
                <c:pt idx="33">
                  <c:v>0.011</c:v>
                </c:pt>
                <c:pt idx="34">
                  <c:v>0.01133333</c:v>
                </c:pt>
                <c:pt idx="35">
                  <c:v>0.01166667</c:v>
                </c:pt>
                <c:pt idx="36">
                  <c:v>0.012</c:v>
                </c:pt>
                <c:pt idx="37">
                  <c:v>0.01233333</c:v>
                </c:pt>
                <c:pt idx="38">
                  <c:v>0.01266667</c:v>
                </c:pt>
                <c:pt idx="39">
                  <c:v>0.013</c:v>
                </c:pt>
                <c:pt idx="40">
                  <c:v>0.01333333</c:v>
                </c:pt>
                <c:pt idx="41">
                  <c:v>0.01366667</c:v>
                </c:pt>
                <c:pt idx="42">
                  <c:v>0.014</c:v>
                </c:pt>
                <c:pt idx="43">
                  <c:v>0.01433333</c:v>
                </c:pt>
                <c:pt idx="44">
                  <c:v>0.01466667</c:v>
                </c:pt>
                <c:pt idx="45">
                  <c:v>0.015</c:v>
                </c:pt>
                <c:pt idx="46">
                  <c:v>0.01533333</c:v>
                </c:pt>
                <c:pt idx="47">
                  <c:v>0.01566667</c:v>
                </c:pt>
                <c:pt idx="48">
                  <c:v>0.016</c:v>
                </c:pt>
                <c:pt idx="49">
                  <c:v>0.01633333</c:v>
                </c:pt>
                <c:pt idx="50">
                  <c:v>0.01666667</c:v>
                </c:pt>
                <c:pt idx="51">
                  <c:v>0.017</c:v>
                </c:pt>
                <c:pt idx="52">
                  <c:v>0.01733333</c:v>
                </c:pt>
                <c:pt idx="53">
                  <c:v>0.01766667</c:v>
                </c:pt>
                <c:pt idx="54">
                  <c:v>0.018</c:v>
                </c:pt>
                <c:pt idx="55">
                  <c:v>0.01833333</c:v>
                </c:pt>
                <c:pt idx="56">
                  <c:v>0.01866667</c:v>
                </c:pt>
                <c:pt idx="57">
                  <c:v>0.019</c:v>
                </c:pt>
                <c:pt idx="58">
                  <c:v>0.01933333</c:v>
                </c:pt>
                <c:pt idx="59">
                  <c:v>0.01966667</c:v>
                </c:pt>
                <c:pt idx="60">
                  <c:v>0.02</c:v>
                </c:pt>
                <c:pt idx="61">
                  <c:v>0.02033333</c:v>
                </c:pt>
                <c:pt idx="62">
                  <c:v>0.02066667</c:v>
                </c:pt>
                <c:pt idx="63">
                  <c:v>0.021</c:v>
                </c:pt>
                <c:pt idx="64">
                  <c:v>0.02133333</c:v>
                </c:pt>
                <c:pt idx="65">
                  <c:v>0.02166667</c:v>
                </c:pt>
                <c:pt idx="66">
                  <c:v>0.022</c:v>
                </c:pt>
                <c:pt idx="67">
                  <c:v>0.02233333</c:v>
                </c:pt>
                <c:pt idx="68">
                  <c:v>0.02266667</c:v>
                </c:pt>
                <c:pt idx="69">
                  <c:v>0.023</c:v>
                </c:pt>
                <c:pt idx="70">
                  <c:v>0.02333333</c:v>
                </c:pt>
                <c:pt idx="71">
                  <c:v>0.02366667</c:v>
                </c:pt>
                <c:pt idx="72">
                  <c:v>0.024</c:v>
                </c:pt>
                <c:pt idx="73">
                  <c:v>0.02433333</c:v>
                </c:pt>
                <c:pt idx="74">
                  <c:v>0.02466667</c:v>
                </c:pt>
                <c:pt idx="75">
                  <c:v>0.025</c:v>
                </c:pt>
                <c:pt idx="76">
                  <c:v>0.02533333</c:v>
                </c:pt>
                <c:pt idx="77">
                  <c:v>0.02566667</c:v>
                </c:pt>
                <c:pt idx="78">
                  <c:v>0.026</c:v>
                </c:pt>
                <c:pt idx="79">
                  <c:v>0.02633333</c:v>
                </c:pt>
                <c:pt idx="80">
                  <c:v>0.02666667</c:v>
                </c:pt>
                <c:pt idx="81">
                  <c:v>0.027</c:v>
                </c:pt>
                <c:pt idx="82">
                  <c:v>0.02733333</c:v>
                </c:pt>
                <c:pt idx="83">
                  <c:v>0.02766667</c:v>
                </c:pt>
                <c:pt idx="84">
                  <c:v>0.028</c:v>
                </c:pt>
                <c:pt idx="85">
                  <c:v>0.02833333</c:v>
                </c:pt>
                <c:pt idx="86">
                  <c:v>0.02866667</c:v>
                </c:pt>
                <c:pt idx="87">
                  <c:v>0.029</c:v>
                </c:pt>
                <c:pt idx="88">
                  <c:v>0.02933333</c:v>
                </c:pt>
                <c:pt idx="89">
                  <c:v>0.02966667</c:v>
                </c:pt>
                <c:pt idx="90">
                  <c:v>0.03</c:v>
                </c:pt>
                <c:pt idx="91">
                  <c:v>0.03033333</c:v>
                </c:pt>
                <c:pt idx="92">
                  <c:v>0.03066667</c:v>
                </c:pt>
                <c:pt idx="93">
                  <c:v>0.031</c:v>
                </c:pt>
                <c:pt idx="94">
                  <c:v>0.03133333</c:v>
                </c:pt>
                <c:pt idx="95">
                  <c:v>0.03166667</c:v>
                </c:pt>
                <c:pt idx="96">
                  <c:v>0.032</c:v>
                </c:pt>
                <c:pt idx="97">
                  <c:v>0.03233333</c:v>
                </c:pt>
                <c:pt idx="98">
                  <c:v>0.03266667</c:v>
                </c:pt>
                <c:pt idx="99">
                  <c:v>0.033</c:v>
                </c:pt>
                <c:pt idx="100">
                  <c:v>0.03333333</c:v>
                </c:pt>
                <c:pt idx="101">
                  <c:v>0.03366667</c:v>
                </c:pt>
                <c:pt idx="102">
                  <c:v>0.034</c:v>
                </c:pt>
                <c:pt idx="103">
                  <c:v>0.03433333</c:v>
                </c:pt>
                <c:pt idx="104">
                  <c:v>0.03466667</c:v>
                </c:pt>
                <c:pt idx="105">
                  <c:v>0.035</c:v>
                </c:pt>
                <c:pt idx="106">
                  <c:v>0.03533333</c:v>
                </c:pt>
                <c:pt idx="107">
                  <c:v>0.03566667</c:v>
                </c:pt>
                <c:pt idx="108">
                  <c:v>0.036</c:v>
                </c:pt>
                <c:pt idx="109">
                  <c:v>0.03633333</c:v>
                </c:pt>
                <c:pt idx="110">
                  <c:v>0.03666667</c:v>
                </c:pt>
                <c:pt idx="111">
                  <c:v>0.037</c:v>
                </c:pt>
                <c:pt idx="112">
                  <c:v>0.03733333</c:v>
                </c:pt>
                <c:pt idx="113">
                  <c:v>0.03766667</c:v>
                </c:pt>
                <c:pt idx="114">
                  <c:v>0.038</c:v>
                </c:pt>
                <c:pt idx="115">
                  <c:v>0.03833333</c:v>
                </c:pt>
                <c:pt idx="116">
                  <c:v>0.03866667</c:v>
                </c:pt>
                <c:pt idx="117">
                  <c:v>0.039</c:v>
                </c:pt>
                <c:pt idx="118">
                  <c:v>0.03933333</c:v>
                </c:pt>
                <c:pt idx="119">
                  <c:v>0.03966667</c:v>
                </c:pt>
                <c:pt idx="120">
                  <c:v>0.04</c:v>
                </c:pt>
                <c:pt idx="121">
                  <c:v>0.04033333</c:v>
                </c:pt>
                <c:pt idx="122">
                  <c:v>0.04066667</c:v>
                </c:pt>
                <c:pt idx="123">
                  <c:v>0.041</c:v>
                </c:pt>
                <c:pt idx="124">
                  <c:v>0.04133333</c:v>
                </c:pt>
                <c:pt idx="125">
                  <c:v>0.04166667</c:v>
                </c:pt>
                <c:pt idx="126">
                  <c:v>0.042</c:v>
                </c:pt>
                <c:pt idx="127">
                  <c:v>0.04233333</c:v>
                </c:pt>
                <c:pt idx="128">
                  <c:v>0.04266667</c:v>
                </c:pt>
                <c:pt idx="129">
                  <c:v>0.043</c:v>
                </c:pt>
                <c:pt idx="130">
                  <c:v>0.04333333</c:v>
                </c:pt>
                <c:pt idx="131">
                  <c:v>0.04366667</c:v>
                </c:pt>
                <c:pt idx="132">
                  <c:v>0.044</c:v>
                </c:pt>
                <c:pt idx="133">
                  <c:v>0.04433333</c:v>
                </c:pt>
                <c:pt idx="134">
                  <c:v>0.04466667</c:v>
                </c:pt>
                <c:pt idx="135">
                  <c:v>0.045</c:v>
                </c:pt>
                <c:pt idx="136">
                  <c:v>0.04533333</c:v>
                </c:pt>
                <c:pt idx="137">
                  <c:v>0.04566667</c:v>
                </c:pt>
                <c:pt idx="138">
                  <c:v>0.046</c:v>
                </c:pt>
                <c:pt idx="139">
                  <c:v>0.04633333</c:v>
                </c:pt>
                <c:pt idx="140">
                  <c:v>0.04666667</c:v>
                </c:pt>
                <c:pt idx="141">
                  <c:v>0.047</c:v>
                </c:pt>
                <c:pt idx="142">
                  <c:v>0.04733333</c:v>
                </c:pt>
                <c:pt idx="143">
                  <c:v>0.04766667</c:v>
                </c:pt>
                <c:pt idx="144">
                  <c:v>0.048</c:v>
                </c:pt>
                <c:pt idx="145">
                  <c:v>0.04833333</c:v>
                </c:pt>
                <c:pt idx="146">
                  <c:v>0.04866667</c:v>
                </c:pt>
                <c:pt idx="147">
                  <c:v>0.049</c:v>
                </c:pt>
                <c:pt idx="148">
                  <c:v>0.04933333</c:v>
                </c:pt>
                <c:pt idx="149">
                  <c:v>0.04966667</c:v>
                </c:pt>
                <c:pt idx="150">
                  <c:v>0.05</c:v>
                </c:pt>
                <c:pt idx="151">
                  <c:v>0.05033333</c:v>
                </c:pt>
                <c:pt idx="152">
                  <c:v>0.05066667</c:v>
                </c:pt>
                <c:pt idx="153">
                  <c:v>0.051</c:v>
                </c:pt>
                <c:pt idx="154">
                  <c:v>0.05133333</c:v>
                </c:pt>
                <c:pt idx="155">
                  <c:v>0.05166667</c:v>
                </c:pt>
                <c:pt idx="156">
                  <c:v>0.052</c:v>
                </c:pt>
                <c:pt idx="157">
                  <c:v>0.05233333</c:v>
                </c:pt>
                <c:pt idx="158">
                  <c:v>0.05266667</c:v>
                </c:pt>
                <c:pt idx="159">
                  <c:v>0.053</c:v>
                </c:pt>
                <c:pt idx="160">
                  <c:v>0.05333333</c:v>
                </c:pt>
                <c:pt idx="161">
                  <c:v>0.05366667</c:v>
                </c:pt>
                <c:pt idx="162">
                  <c:v>0.054</c:v>
                </c:pt>
                <c:pt idx="163">
                  <c:v>0.05433333</c:v>
                </c:pt>
                <c:pt idx="164">
                  <c:v>0.05466667</c:v>
                </c:pt>
                <c:pt idx="165">
                  <c:v>0.055</c:v>
                </c:pt>
                <c:pt idx="166">
                  <c:v>0.05533333</c:v>
                </c:pt>
                <c:pt idx="167">
                  <c:v>0.05566667</c:v>
                </c:pt>
                <c:pt idx="168">
                  <c:v>0.056</c:v>
                </c:pt>
                <c:pt idx="169">
                  <c:v>0.05633333</c:v>
                </c:pt>
                <c:pt idx="170">
                  <c:v>0.05666667</c:v>
                </c:pt>
                <c:pt idx="171">
                  <c:v>0.057</c:v>
                </c:pt>
                <c:pt idx="172">
                  <c:v>0.05733333</c:v>
                </c:pt>
                <c:pt idx="173">
                  <c:v>0.05766667</c:v>
                </c:pt>
                <c:pt idx="174">
                  <c:v>0.058</c:v>
                </c:pt>
                <c:pt idx="175">
                  <c:v>0.05833333</c:v>
                </c:pt>
                <c:pt idx="176">
                  <c:v>0.05866667</c:v>
                </c:pt>
                <c:pt idx="177">
                  <c:v>0.059</c:v>
                </c:pt>
                <c:pt idx="178">
                  <c:v>0.05933333</c:v>
                </c:pt>
                <c:pt idx="179">
                  <c:v>0.05966667</c:v>
                </c:pt>
                <c:pt idx="180">
                  <c:v>0.06</c:v>
                </c:pt>
                <c:pt idx="181">
                  <c:v>0.06033333</c:v>
                </c:pt>
                <c:pt idx="182">
                  <c:v>0.06066667</c:v>
                </c:pt>
                <c:pt idx="183">
                  <c:v>0.061</c:v>
                </c:pt>
                <c:pt idx="184">
                  <c:v>0.06133333</c:v>
                </c:pt>
                <c:pt idx="185">
                  <c:v>0.06166667</c:v>
                </c:pt>
                <c:pt idx="186">
                  <c:v>0.062</c:v>
                </c:pt>
                <c:pt idx="187">
                  <c:v>0.06233333</c:v>
                </c:pt>
                <c:pt idx="188">
                  <c:v>0.06266667</c:v>
                </c:pt>
                <c:pt idx="189">
                  <c:v>0.063</c:v>
                </c:pt>
                <c:pt idx="190">
                  <c:v>0.06333333</c:v>
                </c:pt>
                <c:pt idx="191">
                  <c:v>0.06366667</c:v>
                </c:pt>
                <c:pt idx="192">
                  <c:v>0.064</c:v>
                </c:pt>
                <c:pt idx="193">
                  <c:v>0.06433333</c:v>
                </c:pt>
                <c:pt idx="194">
                  <c:v>0.06466667</c:v>
                </c:pt>
                <c:pt idx="195">
                  <c:v>0.065</c:v>
                </c:pt>
                <c:pt idx="196">
                  <c:v>0.06533333</c:v>
                </c:pt>
                <c:pt idx="197">
                  <c:v>0.06566667</c:v>
                </c:pt>
                <c:pt idx="198">
                  <c:v>0.066</c:v>
                </c:pt>
                <c:pt idx="199">
                  <c:v>0.06633333</c:v>
                </c:pt>
                <c:pt idx="200">
                  <c:v>0.06666667</c:v>
                </c:pt>
                <c:pt idx="201">
                  <c:v>0.067</c:v>
                </c:pt>
                <c:pt idx="202">
                  <c:v>0.06733333</c:v>
                </c:pt>
                <c:pt idx="203">
                  <c:v>0.06766667</c:v>
                </c:pt>
                <c:pt idx="204">
                  <c:v>0.068</c:v>
                </c:pt>
                <c:pt idx="205">
                  <c:v>0.06833333</c:v>
                </c:pt>
                <c:pt idx="206">
                  <c:v>0.06866667</c:v>
                </c:pt>
                <c:pt idx="207">
                  <c:v>0.069</c:v>
                </c:pt>
                <c:pt idx="208">
                  <c:v>0.06933333</c:v>
                </c:pt>
                <c:pt idx="209">
                  <c:v>0.06966667</c:v>
                </c:pt>
                <c:pt idx="210">
                  <c:v>0.07</c:v>
                </c:pt>
                <c:pt idx="211">
                  <c:v>0.07033333</c:v>
                </c:pt>
                <c:pt idx="212">
                  <c:v>0.07066667</c:v>
                </c:pt>
                <c:pt idx="213">
                  <c:v>0.071</c:v>
                </c:pt>
                <c:pt idx="214">
                  <c:v>0.07133333</c:v>
                </c:pt>
                <c:pt idx="215">
                  <c:v>0.07166667</c:v>
                </c:pt>
                <c:pt idx="216">
                  <c:v>0.072</c:v>
                </c:pt>
                <c:pt idx="217">
                  <c:v>0.07233333</c:v>
                </c:pt>
                <c:pt idx="218">
                  <c:v>0.07266667</c:v>
                </c:pt>
                <c:pt idx="219">
                  <c:v>0.073</c:v>
                </c:pt>
                <c:pt idx="220">
                  <c:v>0.07333333</c:v>
                </c:pt>
                <c:pt idx="221">
                  <c:v>0.07366667</c:v>
                </c:pt>
                <c:pt idx="222">
                  <c:v>0.074</c:v>
                </c:pt>
                <c:pt idx="223">
                  <c:v>0.07433333</c:v>
                </c:pt>
                <c:pt idx="224">
                  <c:v>0.07466667</c:v>
                </c:pt>
                <c:pt idx="225">
                  <c:v>0.075</c:v>
                </c:pt>
                <c:pt idx="226">
                  <c:v>0.07533333</c:v>
                </c:pt>
                <c:pt idx="227">
                  <c:v>0.07566667</c:v>
                </c:pt>
                <c:pt idx="228">
                  <c:v>0.076</c:v>
                </c:pt>
                <c:pt idx="229">
                  <c:v>0.07633333</c:v>
                </c:pt>
                <c:pt idx="230">
                  <c:v>0.07666667</c:v>
                </c:pt>
                <c:pt idx="231">
                  <c:v>0.077</c:v>
                </c:pt>
                <c:pt idx="232">
                  <c:v>0.07733333</c:v>
                </c:pt>
                <c:pt idx="233">
                  <c:v>0.07766667</c:v>
                </c:pt>
                <c:pt idx="234">
                  <c:v>0.078</c:v>
                </c:pt>
                <c:pt idx="235">
                  <c:v>0.07833333</c:v>
                </c:pt>
                <c:pt idx="236">
                  <c:v>0.07866667</c:v>
                </c:pt>
                <c:pt idx="237">
                  <c:v>0.079</c:v>
                </c:pt>
                <c:pt idx="238">
                  <c:v>0.07933333</c:v>
                </c:pt>
                <c:pt idx="239">
                  <c:v>0.07966667</c:v>
                </c:pt>
                <c:pt idx="240">
                  <c:v>0.08</c:v>
                </c:pt>
                <c:pt idx="241">
                  <c:v>0.08033333</c:v>
                </c:pt>
                <c:pt idx="242">
                  <c:v>0.08066667</c:v>
                </c:pt>
                <c:pt idx="243">
                  <c:v>0.081</c:v>
                </c:pt>
                <c:pt idx="244">
                  <c:v>0.08133333</c:v>
                </c:pt>
                <c:pt idx="245">
                  <c:v>0.08166667</c:v>
                </c:pt>
                <c:pt idx="246">
                  <c:v>0.082</c:v>
                </c:pt>
                <c:pt idx="247">
                  <c:v>0.08233333</c:v>
                </c:pt>
                <c:pt idx="248">
                  <c:v>0.08266667</c:v>
                </c:pt>
                <c:pt idx="249">
                  <c:v>0.083</c:v>
                </c:pt>
                <c:pt idx="250">
                  <c:v>0.08333333</c:v>
                </c:pt>
                <c:pt idx="251">
                  <c:v>0.08366667</c:v>
                </c:pt>
                <c:pt idx="252">
                  <c:v>0.084</c:v>
                </c:pt>
                <c:pt idx="253">
                  <c:v>0.08433333</c:v>
                </c:pt>
                <c:pt idx="254">
                  <c:v>0.08466667</c:v>
                </c:pt>
                <c:pt idx="255">
                  <c:v>0.085</c:v>
                </c:pt>
                <c:pt idx="256">
                  <c:v>0.08533333</c:v>
                </c:pt>
                <c:pt idx="257">
                  <c:v>0.08566667</c:v>
                </c:pt>
                <c:pt idx="258">
                  <c:v>0.086</c:v>
                </c:pt>
                <c:pt idx="259">
                  <c:v>0.08633333</c:v>
                </c:pt>
                <c:pt idx="260">
                  <c:v>0.08666667</c:v>
                </c:pt>
                <c:pt idx="261">
                  <c:v>0.087</c:v>
                </c:pt>
                <c:pt idx="262">
                  <c:v>0.08733333</c:v>
                </c:pt>
                <c:pt idx="263">
                  <c:v>0.08766667</c:v>
                </c:pt>
                <c:pt idx="264">
                  <c:v>0.088</c:v>
                </c:pt>
                <c:pt idx="265">
                  <c:v>0.08833333</c:v>
                </c:pt>
                <c:pt idx="266">
                  <c:v>0.08866667</c:v>
                </c:pt>
                <c:pt idx="267">
                  <c:v>0.089</c:v>
                </c:pt>
                <c:pt idx="268">
                  <c:v>0.08933333</c:v>
                </c:pt>
                <c:pt idx="269">
                  <c:v>0.08966667</c:v>
                </c:pt>
                <c:pt idx="270">
                  <c:v>0.09</c:v>
                </c:pt>
                <c:pt idx="271">
                  <c:v>0.09033333</c:v>
                </c:pt>
                <c:pt idx="272">
                  <c:v>0.09066667</c:v>
                </c:pt>
                <c:pt idx="273">
                  <c:v>0.091</c:v>
                </c:pt>
                <c:pt idx="274">
                  <c:v>0.09133333</c:v>
                </c:pt>
                <c:pt idx="275">
                  <c:v>0.09166667</c:v>
                </c:pt>
                <c:pt idx="276">
                  <c:v>0.092</c:v>
                </c:pt>
                <c:pt idx="277">
                  <c:v>0.09233333</c:v>
                </c:pt>
                <c:pt idx="278">
                  <c:v>0.09266667</c:v>
                </c:pt>
                <c:pt idx="279">
                  <c:v>0.093</c:v>
                </c:pt>
                <c:pt idx="280">
                  <c:v>0.09333333</c:v>
                </c:pt>
                <c:pt idx="281">
                  <c:v>0.09366667</c:v>
                </c:pt>
                <c:pt idx="282">
                  <c:v>0.094</c:v>
                </c:pt>
                <c:pt idx="283">
                  <c:v>0.09433333</c:v>
                </c:pt>
                <c:pt idx="284">
                  <c:v>0.09466667</c:v>
                </c:pt>
                <c:pt idx="285">
                  <c:v>0.095</c:v>
                </c:pt>
                <c:pt idx="286">
                  <c:v>0.09533333</c:v>
                </c:pt>
                <c:pt idx="287">
                  <c:v>0.09566667</c:v>
                </c:pt>
                <c:pt idx="288">
                  <c:v>0.096</c:v>
                </c:pt>
                <c:pt idx="289">
                  <c:v>0.09633333</c:v>
                </c:pt>
                <c:pt idx="290">
                  <c:v>0.09666667</c:v>
                </c:pt>
                <c:pt idx="291">
                  <c:v>0.097</c:v>
                </c:pt>
                <c:pt idx="292">
                  <c:v>0.09733333</c:v>
                </c:pt>
                <c:pt idx="293">
                  <c:v>0.09766667</c:v>
                </c:pt>
                <c:pt idx="294">
                  <c:v>0.098</c:v>
                </c:pt>
                <c:pt idx="295">
                  <c:v>0.09833333</c:v>
                </c:pt>
                <c:pt idx="296">
                  <c:v>0.09866667</c:v>
                </c:pt>
                <c:pt idx="297">
                  <c:v>0.099</c:v>
                </c:pt>
                <c:pt idx="298">
                  <c:v>0.09933333</c:v>
                </c:pt>
                <c:pt idx="299">
                  <c:v>0.09966667</c:v>
                </c:pt>
                <c:pt idx="300">
                  <c:v>0.1</c:v>
                </c:pt>
                <c:pt idx="301">
                  <c:v>0.10033333</c:v>
                </c:pt>
                <c:pt idx="302">
                  <c:v>0.10066667</c:v>
                </c:pt>
                <c:pt idx="303">
                  <c:v>0.101</c:v>
                </c:pt>
                <c:pt idx="304">
                  <c:v>0.10133333</c:v>
                </c:pt>
                <c:pt idx="305">
                  <c:v>0.10166667</c:v>
                </c:pt>
                <c:pt idx="306">
                  <c:v>0.102</c:v>
                </c:pt>
                <c:pt idx="307">
                  <c:v>0.10233333</c:v>
                </c:pt>
                <c:pt idx="308">
                  <c:v>0.10266667</c:v>
                </c:pt>
                <c:pt idx="309">
                  <c:v>0.103</c:v>
                </c:pt>
                <c:pt idx="310">
                  <c:v>0.10333333</c:v>
                </c:pt>
                <c:pt idx="311">
                  <c:v>0.10366667</c:v>
                </c:pt>
                <c:pt idx="312">
                  <c:v>0.104</c:v>
                </c:pt>
                <c:pt idx="313">
                  <c:v>0.10433333</c:v>
                </c:pt>
                <c:pt idx="314">
                  <c:v>0.10466667</c:v>
                </c:pt>
                <c:pt idx="315">
                  <c:v>0.105</c:v>
                </c:pt>
                <c:pt idx="316">
                  <c:v>0.10533333</c:v>
                </c:pt>
                <c:pt idx="317">
                  <c:v>0.10566667</c:v>
                </c:pt>
                <c:pt idx="318">
                  <c:v>0.106</c:v>
                </c:pt>
                <c:pt idx="319">
                  <c:v>0.10633333</c:v>
                </c:pt>
                <c:pt idx="320">
                  <c:v>0.10666667</c:v>
                </c:pt>
                <c:pt idx="321">
                  <c:v>0.107</c:v>
                </c:pt>
                <c:pt idx="322">
                  <c:v>0.10733333</c:v>
                </c:pt>
                <c:pt idx="323">
                  <c:v>0.10766667</c:v>
                </c:pt>
                <c:pt idx="324">
                  <c:v>0.108</c:v>
                </c:pt>
                <c:pt idx="325">
                  <c:v>0.10833333</c:v>
                </c:pt>
                <c:pt idx="326">
                  <c:v>0.10866667</c:v>
                </c:pt>
                <c:pt idx="327">
                  <c:v>0.109</c:v>
                </c:pt>
                <c:pt idx="328">
                  <c:v>0.10933333</c:v>
                </c:pt>
                <c:pt idx="329">
                  <c:v>0.10966667</c:v>
                </c:pt>
                <c:pt idx="330">
                  <c:v>0.11</c:v>
                </c:pt>
                <c:pt idx="331">
                  <c:v>0.11033333</c:v>
                </c:pt>
                <c:pt idx="332">
                  <c:v>0.11066667</c:v>
                </c:pt>
                <c:pt idx="333">
                  <c:v>0.111</c:v>
                </c:pt>
                <c:pt idx="334">
                  <c:v>0.11133333</c:v>
                </c:pt>
                <c:pt idx="335">
                  <c:v>0.11166667</c:v>
                </c:pt>
                <c:pt idx="336">
                  <c:v>0.112</c:v>
                </c:pt>
                <c:pt idx="337">
                  <c:v>0.11233333</c:v>
                </c:pt>
                <c:pt idx="338">
                  <c:v>0.11266667</c:v>
                </c:pt>
                <c:pt idx="339">
                  <c:v>0.113</c:v>
                </c:pt>
                <c:pt idx="340">
                  <c:v>0.11333333</c:v>
                </c:pt>
                <c:pt idx="341">
                  <c:v>0.11366667</c:v>
                </c:pt>
                <c:pt idx="342">
                  <c:v>0.114</c:v>
                </c:pt>
                <c:pt idx="343">
                  <c:v>0.11433333</c:v>
                </c:pt>
                <c:pt idx="344">
                  <c:v>0.11466667</c:v>
                </c:pt>
                <c:pt idx="345">
                  <c:v>0.115</c:v>
                </c:pt>
                <c:pt idx="346">
                  <c:v>0.11533333</c:v>
                </c:pt>
                <c:pt idx="347">
                  <c:v>0.11566667</c:v>
                </c:pt>
                <c:pt idx="348">
                  <c:v>0.116</c:v>
                </c:pt>
                <c:pt idx="349">
                  <c:v>0.11633333</c:v>
                </c:pt>
                <c:pt idx="350">
                  <c:v>0.11666667</c:v>
                </c:pt>
                <c:pt idx="351">
                  <c:v>0.117</c:v>
                </c:pt>
                <c:pt idx="352">
                  <c:v>0.11733333</c:v>
                </c:pt>
                <c:pt idx="353">
                  <c:v>0.11766667</c:v>
                </c:pt>
                <c:pt idx="354">
                  <c:v>0.118</c:v>
                </c:pt>
                <c:pt idx="355">
                  <c:v>0.11833333</c:v>
                </c:pt>
                <c:pt idx="356">
                  <c:v>0.11866667</c:v>
                </c:pt>
                <c:pt idx="357">
                  <c:v>0.119</c:v>
                </c:pt>
                <c:pt idx="358">
                  <c:v>0.11933333</c:v>
                </c:pt>
                <c:pt idx="359">
                  <c:v>0.11966667</c:v>
                </c:pt>
                <c:pt idx="360">
                  <c:v>0.12</c:v>
                </c:pt>
                <c:pt idx="361">
                  <c:v>0.12033333</c:v>
                </c:pt>
                <c:pt idx="362">
                  <c:v>0.12066667</c:v>
                </c:pt>
                <c:pt idx="363">
                  <c:v>0.121</c:v>
                </c:pt>
                <c:pt idx="364">
                  <c:v>0.12133333</c:v>
                </c:pt>
                <c:pt idx="365">
                  <c:v>0.12166667</c:v>
                </c:pt>
                <c:pt idx="366">
                  <c:v>0.122</c:v>
                </c:pt>
                <c:pt idx="367">
                  <c:v>0.12233333</c:v>
                </c:pt>
                <c:pt idx="368">
                  <c:v>0.12266667</c:v>
                </c:pt>
                <c:pt idx="369">
                  <c:v>0.123</c:v>
                </c:pt>
                <c:pt idx="370">
                  <c:v>0.12333333</c:v>
                </c:pt>
                <c:pt idx="371">
                  <c:v>0.12366667</c:v>
                </c:pt>
                <c:pt idx="372">
                  <c:v>0.124</c:v>
                </c:pt>
                <c:pt idx="373">
                  <c:v>0.12433333</c:v>
                </c:pt>
                <c:pt idx="374">
                  <c:v>0.12466667</c:v>
                </c:pt>
                <c:pt idx="375">
                  <c:v>0.125</c:v>
                </c:pt>
                <c:pt idx="376">
                  <c:v>0.12533333</c:v>
                </c:pt>
                <c:pt idx="377">
                  <c:v>0.12566667</c:v>
                </c:pt>
                <c:pt idx="378">
                  <c:v>0.126</c:v>
                </c:pt>
                <c:pt idx="379">
                  <c:v>0.12633333</c:v>
                </c:pt>
                <c:pt idx="380">
                  <c:v>0.12666667</c:v>
                </c:pt>
                <c:pt idx="381">
                  <c:v>0.127</c:v>
                </c:pt>
                <c:pt idx="382">
                  <c:v>0.12733333</c:v>
                </c:pt>
                <c:pt idx="383">
                  <c:v>0.12766667</c:v>
                </c:pt>
                <c:pt idx="384">
                  <c:v>0.128</c:v>
                </c:pt>
                <c:pt idx="385">
                  <c:v>0.12833333</c:v>
                </c:pt>
                <c:pt idx="386">
                  <c:v>0.12866667</c:v>
                </c:pt>
                <c:pt idx="387">
                  <c:v>0.129</c:v>
                </c:pt>
                <c:pt idx="388">
                  <c:v>0.12933333</c:v>
                </c:pt>
                <c:pt idx="389">
                  <c:v>0.12966667</c:v>
                </c:pt>
                <c:pt idx="390">
                  <c:v>0.13</c:v>
                </c:pt>
                <c:pt idx="391">
                  <c:v>0.13033333</c:v>
                </c:pt>
                <c:pt idx="392">
                  <c:v>0.13066667</c:v>
                </c:pt>
                <c:pt idx="393">
                  <c:v>0.131</c:v>
                </c:pt>
                <c:pt idx="394">
                  <c:v>0.13133333</c:v>
                </c:pt>
                <c:pt idx="395">
                  <c:v>0.13166667</c:v>
                </c:pt>
                <c:pt idx="396">
                  <c:v>0.132</c:v>
                </c:pt>
                <c:pt idx="397">
                  <c:v>0.13233333</c:v>
                </c:pt>
                <c:pt idx="398">
                  <c:v>0.13266667</c:v>
                </c:pt>
                <c:pt idx="399">
                  <c:v>0.133</c:v>
                </c:pt>
                <c:pt idx="400">
                  <c:v>0.13333333</c:v>
                </c:pt>
                <c:pt idx="401">
                  <c:v>0.13366667</c:v>
                </c:pt>
                <c:pt idx="402">
                  <c:v>0.134</c:v>
                </c:pt>
                <c:pt idx="403">
                  <c:v>0.13433333</c:v>
                </c:pt>
                <c:pt idx="404">
                  <c:v>0.13466667</c:v>
                </c:pt>
                <c:pt idx="405">
                  <c:v>0.135</c:v>
                </c:pt>
                <c:pt idx="406">
                  <c:v>0.13533333</c:v>
                </c:pt>
                <c:pt idx="407">
                  <c:v>0.13566667</c:v>
                </c:pt>
                <c:pt idx="408">
                  <c:v>0.136</c:v>
                </c:pt>
                <c:pt idx="409">
                  <c:v>0.13633333</c:v>
                </c:pt>
                <c:pt idx="410">
                  <c:v>0.13666667</c:v>
                </c:pt>
                <c:pt idx="411">
                  <c:v>0.137</c:v>
                </c:pt>
                <c:pt idx="412">
                  <c:v>0.13733333</c:v>
                </c:pt>
                <c:pt idx="413">
                  <c:v>0.13766667</c:v>
                </c:pt>
                <c:pt idx="414">
                  <c:v>0.138</c:v>
                </c:pt>
                <c:pt idx="415">
                  <c:v>0.13833333</c:v>
                </c:pt>
                <c:pt idx="416">
                  <c:v>0.13866667</c:v>
                </c:pt>
                <c:pt idx="417">
                  <c:v>0.139</c:v>
                </c:pt>
                <c:pt idx="418">
                  <c:v>0.13933333</c:v>
                </c:pt>
                <c:pt idx="419">
                  <c:v>0.13966667</c:v>
                </c:pt>
                <c:pt idx="420">
                  <c:v>0.14</c:v>
                </c:pt>
                <c:pt idx="421">
                  <c:v>0.14033333</c:v>
                </c:pt>
                <c:pt idx="422">
                  <c:v>0.14066667</c:v>
                </c:pt>
                <c:pt idx="423">
                  <c:v>0.141</c:v>
                </c:pt>
                <c:pt idx="424">
                  <c:v>0.14133333</c:v>
                </c:pt>
                <c:pt idx="425">
                  <c:v>0.14166667</c:v>
                </c:pt>
                <c:pt idx="426">
                  <c:v>0.142</c:v>
                </c:pt>
                <c:pt idx="427">
                  <c:v>0.14233333</c:v>
                </c:pt>
                <c:pt idx="428">
                  <c:v>0.14266667</c:v>
                </c:pt>
                <c:pt idx="429">
                  <c:v>0.143</c:v>
                </c:pt>
                <c:pt idx="430">
                  <c:v>0.14333333</c:v>
                </c:pt>
                <c:pt idx="431">
                  <c:v>0.14366667</c:v>
                </c:pt>
                <c:pt idx="432">
                  <c:v>0.144</c:v>
                </c:pt>
                <c:pt idx="433">
                  <c:v>0.14433333</c:v>
                </c:pt>
                <c:pt idx="434">
                  <c:v>0.14466667</c:v>
                </c:pt>
                <c:pt idx="435">
                  <c:v>0.145</c:v>
                </c:pt>
                <c:pt idx="436">
                  <c:v>0.14533333</c:v>
                </c:pt>
                <c:pt idx="437">
                  <c:v>0.14566667</c:v>
                </c:pt>
                <c:pt idx="438">
                  <c:v>0.146</c:v>
                </c:pt>
                <c:pt idx="439">
                  <c:v>0.14633333</c:v>
                </c:pt>
                <c:pt idx="440">
                  <c:v>0.14666667</c:v>
                </c:pt>
                <c:pt idx="441">
                  <c:v>0.147</c:v>
                </c:pt>
                <c:pt idx="442">
                  <c:v>0.14733333</c:v>
                </c:pt>
                <c:pt idx="443">
                  <c:v>0.14766667</c:v>
                </c:pt>
                <c:pt idx="444">
                  <c:v>0.148</c:v>
                </c:pt>
                <c:pt idx="445">
                  <c:v>0.14833333</c:v>
                </c:pt>
                <c:pt idx="446">
                  <c:v>0.14866667</c:v>
                </c:pt>
                <c:pt idx="447">
                  <c:v>0.149</c:v>
                </c:pt>
                <c:pt idx="448">
                  <c:v>0.14933333</c:v>
                </c:pt>
                <c:pt idx="449">
                  <c:v>0.14966667</c:v>
                </c:pt>
                <c:pt idx="450">
                  <c:v>0.15</c:v>
                </c:pt>
                <c:pt idx="451">
                  <c:v>0.15033333</c:v>
                </c:pt>
                <c:pt idx="452">
                  <c:v>0.15066667</c:v>
                </c:pt>
                <c:pt idx="453">
                  <c:v>0.151</c:v>
                </c:pt>
                <c:pt idx="454">
                  <c:v>0.15133333</c:v>
                </c:pt>
                <c:pt idx="455">
                  <c:v>0.15166667</c:v>
                </c:pt>
                <c:pt idx="456">
                  <c:v>0.152</c:v>
                </c:pt>
                <c:pt idx="457">
                  <c:v>0.15233333</c:v>
                </c:pt>
                <c:pt idx="458">
                  <c:v>0.15266667</c:v>
                </c:pt>
                <c:pt idx="459">
                  <c:v>0.153</c:v>
                </c:pt>
                <c:pt idx="460">
                  <c:v>0.15333333</c:v>
                </c:pt>
                <c:pt idx="461">
                  <c:v>0.15366667</c:v>
                </c:pt>
                <c:pt idx="462">
                  <c:v>0.154</c:v>
                </c:pt>
                <c:pt idx="463">
                  <c:v>0.15433333</c:v>
                </c:pt>
                <c:pt idx="464">
                  <c:v>0.15466667</c:v>
                </c:pt>
                <c:pt idx="465">
                  <c:v>0.155</c:v>
                </c:pt>
                <c:pt idx="466">
                  <c:v>0.15533333</c:v>
                </c:pt>
                <c:pt idx="467">
                  <c:v>0.15566667</c:v>
                </c:pt>
                <c:pt idx="468">
                  <c:v>0.156</c:v>
                </c:pt>
                <c:pt idx="469">
                  <c:v>0.15633333</c:v>
                </c:pt>
                <c:pt idx="470">
                  <c:v>0.15666667</c:v>
                </c:pt>
                <c:pt idx="471">
                  <c:v>0.157</c:v>
                </c:pt>
                <c:pt idx="472">
                  <c:v>0.15733333</c:v>
                </c:pt>
                <c:pt idx="473">
                  <c:v>0.15766667</c:v>
                </c:pt>
                <c:pt idx="474">
                  <c:v>0.158</c:v>
                </c:pt>
                <c:pt idx="475">
                  <c:v>0.15833333</c:v>
                </c:pt>
                <c:pt idx="476">
                  <c:v>0.15866667</c:v>
                </c:pt>
                <c:pt idx="477">
                  <c:v>0.159</c:v>
                </c:pt>
                <c:pt idx="478">
                  <c:v>0.15933333</c:v>
                </c:pt>
                <c:pt idx="479">
                  <c:v>0.15966667</c:v>
                </c:pt>
                <c:pt idx="480">
                  <c:v>0.16</c:v>
                </c:pt>
                <c:pt idx="481">
                  <c:v>0.16033333</c:v>
                </c:pt>
                <c:pt idx="482">
                  <c:v>0.16066667</c:v>
                </c:pt>
                <c:pt idx="483">
                  <c:v>0.161</c:v>
                </c:pt>
                <c:pt idx="484">
                  <c:v>0.16133333</c:v>
                </c:pt>
                <c:pt idx="485">
                  <c:v>0.16166667</c:v>
                </c:pt>
                <c:pt idx="486">
                  <c:v>0.162</c:v>
                </c:pt>
                <c:pt idx="487">
                  <c:v>0.16233333</c:v>
                </c:pt>
                <c:pt idx="488">
                  <c:v>0.16266667</c:v>
                </c:pt>
                <c:pt idx="489">
                  <c:v>0.163</c:v>
                </c:pt>
                <c:pt idx="490">
                  <c:v>0.16333333</c:v>
                </c:pt>
                <c:pt idx="491">
                  <c:v>0.16366667</c:v>
                </c:pt>
                <c:pt idx="492">
                  <c:v>0.164</c:v>
                </c:pt>
                <c:pt idx="493">
                  <c:v>0.16433333</c:v>
                </c:pt>
                <c:pt idx="494">
                  <c:v>0.16466667</c:v>
                </c:pt>
                <c:pt idx="495">
                  <c:v>0.165</c:v>
                </c:pt>
                <c:pt idx="496">
                  <c:v>0.16533333</c:v>
                </c:pt>
                <c:pt idx="497">
                  <c:v>0.16566667</c:v>
                </c:pt>
                <c:pt idx="498">
                  <c:v>0.166</c:v>
                </c:pt>
                <c:pt idx="499">
                  <c:v>0.16633333</c:v>
                </c:pt>
                <c:pt idx="500">
                  <c:v>0.16666667</c:v>
                </c:pt>
                <c:pt idx="501">
                  <c:v>0.167</c:v>
                </c:pt>
                <c:pt idx="502">
                  <c:v>0.16733333</c:v>
                </c:pt>
                <c:pt idx="503">
                  <c:v>0.16766667</c:v>
                </c:pt>
                <c:pt idx="504">
                  <c:v>0.168</c:v>
                </c:pt>
                <c:pt idx="505">
                  <c:v>0.16833333</c:v>
                </c:pt>
                <c:pt idx="506">
                  <c:v>0.16866667</c:v>
                </c:pt>
                <c:pt idx="507">
                  <c:v>0.169</c:v>
                </c:pt>
                <c:pt idx="508">
                  <c:v>0.16933333</c:v>
                </c:pt>
                <c:pt idx="509">
                  <c:v>0.16966667</c:v>
                </c:pt>
                <c:pt idx="510">
                  <c:v>0.17</c:v>
                </c:pt>
                <c:pt idx="511">
                  <c:v>0.17033333</c:v>
                </c:pt>
                <c:pt idx="512">
                  <c:v>0.17066667</c:v>
                </c:pt>
                <c:pt idx="513">
                  <c:v>0.171</c:v>
                </c:pt>
                <c:pt idx="514">
                  <c:v>0.17133333</c:v>
                </c:pt>
                <c:pt idx="515">
                  <c:v>0.17166667</c:v>
                </c:pt>
                <c:pt idx="516">
                  <c:v>0.172</c:v>
                </c:pt>
                <c:pt idx="517">
                  <c:v>0.17233333</c:v>
                </c:pt>
                <c:pt idx="518">
                  <c:v>0.17266667</c:v>
                </c:pt>
                <c:pt idx="519">
                  <c:v>0.173</c:v>
                </c:pt>
                <c:pt idx="520">
                  <c:v>0.17333333</c:v>
                </c:pt>
                <c:pt idx="521">
                  <c:v>0.17366667</c:v>
                </c:pt>
                <c:pt idx="522">
                  <c:v>0.174</c:v>
                </c:pt>
                <c:pt idx="523">
                  <c:v>0.17433333</c:v>
                </c:pt>
                <c:pt idx="524">
                  <c:v>0.17466667</c:v>
                </c:pt>
                <c:pt idx="525">
                  <c:v>0.175</c:v>
                </c:pt>
                <c:pt idx="526">
                  <c:v>0.17533333</c:v>
                </c:pt>
                <c:pt idx="527">
                  <c:v>0.17566667</c:v>
                </c:pt>
                <c:pt idx="528">
                  <c:v>0.176</c:v>
                </c:pt>
                <c:pt idx="529">
                  <c:v>0.17633333</c:v>
                </c:pt>
                <c:pt idx="530">
                  <c:v>0.17666667</c:v>
                </c:pt>
                <c:pt idx="531">
                  <c:v>0.177</c:v>
                </c:pt>
                <c:pt idx="532">
                  <c:v>0.17733333</c:v>
                </c:pt>
                <c:pt idx="533">
                  <c:v>0.17766667</c:v>
                </c:pt>
                <c:pt idx="534">
                  <c:v>0.178</c:v>
                </c:pt>
                <c:pt idx="535">
                  <c:v>0.17833333</c:v>
                </c:pt>
                <c:pt idx="536">
                  <c:v>0.17866667</c:v>
                </c:pt>
                <c:pt idx="537">
                  <c:v>0.179</c:v>
                </c:pt>
                <c:pt idx="538">
                  <c:v>0.17933333</c:v>
                </c:pt>
                <c:pt idx="539">
                  <c:v>0.17966667</c:v>
                </c:pt>
                <c:pt idx="540">
                  <c:v>0.18</c:v>
                </c:pt>
                <c:pt idx="541">
                  <c:v>0.18033333</c:v>
                </c:pt>
                <c:pt idx="542">
                  <c:v>0.18066667</c:v>
                </c:pt>
                <c:pt idx="543">
                  <c:v>0.181</c:v>
                </c:pt>
                <c:pt idx="544">
                  <c:v>0.18133333</c:v>
                </c:pt>
                <c:pt idx="545">
                  <c:v>0.18166667</c:v>
                </c:pt>
                <c:pt idx="546">
                  <c:v>0.182</c:v>
                </c:pt>
                <c:pt idx="547">
                  <c:v>0.18233333</c:v>
                </c:pt>
                <c:pt idx="548">
                  <c:v>0.18266667</c:v>
                </c:pt>
                <c:pt idx="549">
                  <c:v>0.183</c:v>
                </c:pt>
                <c:pt idx="550">
                  <c:v>0.18333333</c:v>
                </c:pt>
                <c:pt idx="551">
                  <c:v>0.18366667</c:v>
                </c:pt>
                <c:pt idx="552">
                  <c:v>0.184</c:v>
                </c:pt>
                <c:pt idx="553">
                  <c:v>0.18433333</c:v>
                </c:pt>
                <c:pt idx="554">
                  <c:v>0.18466667</c:v>
                </c:pt>
                <c:pt idx="555">
                  <c:v>0.185</c:v>
                </c:pt>
                <c:pt idx="556">
                  <c:v>0.18533333</c:v>
                </c:pt>
                <c:pt idx="557">
                  <c:v>0.18566667</c:v>
                </c:pt>
                <c:pt idx="558">
                  <c:v>0.186</c:v>
                </c:pt>
                <c:pt idx="559">
                  <c:v>0.18633333</c:v>
                </c:pt>
                <c:pt idx="560">
                  <c:v>0.18666667</c:v>
                </c:pt>
                <c:pt idx="561">
                  <c:v>0.187</c:v>
                </c:pt>
                <c:pt idx="562">
                  <c:v>0.18733333</c:v>
                </c:pt>
                <c:pt idx="563">
                  <c:v>0.18766667</c:v>
                </c:pt>
                <c:pt idx="564">
                  <c:v>0.188</c:v>
                </c:pt>
                <c:pt idx="565">
                  <c:v>0.18833333</c:v>
                </c:pt>
                <c:pt idx="566">
                  <c:v>0.18866667</c:v>
                </c:pt>
                <c:pt idx="567">
                  <c:v>0.189</c:v>
                </c:pt>
                <c:pt idx="568">
                  <c:v>0.18933333</c:v>
                </c:pt>
                <c:pt idx="569">
                  <c:v>0.18966667</c:v>
                </c:pt>
                <c:pt idx="570">
                  <c:v>0.19</c:v>
                </c:pt>
                <c:pt idx="571">
                  <c:v>0.19033333</c:v>
                </c:pt>
                <c:pt idx="572">
                  <c:v>0.19066667</c:v>
                </c:pt>
                <c:pt idx="573">
                  <c:v>0.191</c:v>
                </c:pt>
                <c:pt idx="574">
                  <c:v>0.19133333</c:v>
                </c:pt>
                <c:pt idx="575">
                  <c:v>0.19166667</c:v>
                </c:pt>
                <c:pt idx="576">
                  <c:v>0.192</c:v>
                </c:pt>
                <c:pt idx="577">
                  <c:v>0.19233333</c:v>
                </c:pt>
                <c:pt idx="578">
                  <c:v>0.19266667</c:v>
                </c:pt>
                <c:pt idx="579">
                  <c:v>0.193</c:v>
                </c:pt>
                <c:pt idx="580">
                  <c:v>0.19333333</c:v>
                </c:pt>
                <c:pt idx="581">
                  <c:v>0.19366667</c:v>
                </c:pt>
                <c:pt idx="582">
                  <c:v>0.194</c:v>
                </c:pt>
                <c:pt idx="583">
                  <c:v>0.19433333</c:v>
                </c:pt>
                <c:pt idx="584">
                  <c:v>0.19466667</c:v>
                </c:pt>
                <c:pt idx="585">
                  <c:v>0.195</c:v>
                </c:pt>
                <c:pt idx="586">
                  <c:v>0.19533333</c:v>
                </c:pt>
                <c:pt idx="587">
                  <c:v>0.19566667</c:v>
                </c:pt>
                <c:pt idx="588">
                  <c:v>0.196</c:v>
                </c:pt>
                <c:pt idx="589">
                  <c:v>0.19633333</c:v>
                </c:pt>
                <c:pt idx="590">
                  <c:v>0.19666667</c:v>
                </c:pt>
                <c:pt idx="591">
                  <c:v>0.197</c:v>
                </c:pt>
                <c:pt idx="592">
                  <c:v>0.19733333</c:v>
                </c:pt>
                <c:pt idx="593">
                  <c:v>0.19766667</c:v>
                </c:pt>
                <c:pt idx="594">
                  <c:v>0.198</c:v>
                </c:pt>
                <c:pt idx="595">
                  <c:v>0.19833333</c:v>
                </c:pt>
                <c:pt idx="596">
                  <c:v>0.19866667</c:v>
                </c:pt>
                <c:pt idx="597">
                  <c:v>0.199</c:v>
                </c:pt>
                <c:pt idx="598">
                  <c:v>0.19933333</c:v>
                </c:pt>
                <c:pt idx="599">
                  <c:v>0.19966667</c:v>
                </c:pt>
                <c:pt idx="600">
                  <c:v>0.2</c:v>
                </c:pt>
              </c:numCache>
            </c:numRef>
          </c:xVal>
          <c:yVal>
            <c:numRef>
              <c:f>'Chart Data'!$B$2:$B$602</c:f>
              <c:numCache>
                <c:formatCode>0.0</c:formatCode>
                <c:ptCount val="601"/>
                <c:pt idx="0">
                  <c:v>0.941809</c:v>
                </c:pt>
                <c:pt idx="1">
                  <c:v>0.99099</c:v>
                </c:pt>
                <c:pt idx="2">
                  <c:v>1.035966</c:v>
                </c:pt>
                <c:pt idx="3">
                  <c:v>1.07664</c:v>
                </c:pt>
                <c:pt idx="4">
                  <c:v>1.112944</c:v>
                </c:pt>
                <c:pt idx="5">
                  <c:v>1.144837</c:v>
                </c:pt>
                <c:pt idx="6">
                  <c:v>1.172308</c:v>
                </c:pt>
                <c:pt idx="7">
                  <c:v>1.195373</c:v>
                </c:pt>
                <c:pt idx="8">
                  <c:v>1.214075</c:v>
                </c:pt>
                <c:pt idx="9">
                  <c:v>1.228484</c:v>
                </c:pt>
                <c:pt idx="10">
                  <c:v>1.238697</c:v>
                </c:pt>
                <c:pt idx="11">
                  <c:v>1.244834</c:v>
                </c:pt>
                <c:pt idx="12">
                  <c:v>1.247041</c:v>
                </c:pt>
                <c:pt idx="13">
                  <c:v>1.245484</c:v>
                </c:pt>
                <c:pt idx="14">
                  <c:v>1.240351</c:v>
                </c:pt>
                <c:pt idx="15">
                  <c:v>1.23185</c:v>
                </c:pt>
                <c:pt idx="16">
                  <c:v>1.220203</c:v>
                </c:pt>
                <c:pt idx="17">
                  <c:v>1.205651</c:v>
                </c:pt>
                <c:pt idx="18">
                  <c:v>1.188446</c:v>
                </c:pt>
                <c:pt idx="19">
                  <c:v>1.168852</c:v>
                </c:pt>
                <c:pt idx="20">
                  <c:v>1.14714</c:v>
                </c:pt>
                <c:pt idx="21">
                  <c:v>1.123591</c:v>
                </c:pt>
                <c:pt idx="22">
                  <c:v>1.098486</c:v>
                </c:pt>
                <c:pt idx="23">
                  <c:v>1.072111</c:v>
                </c:pt>
                <c:pt idx="24">
                  <c:v>1.044751</c:v>
                </c:pt>
                <c:pt idx="25">
                  <c:v>1.016687</c:v>
                </c:pt>
                <c:pt idx="26">
                  <c:v>0.988196</c:v>
                </c:pt>
                <c:pt idx="27">
                  <c:v>0.959548</c:v>
                </c:pt>
                <c:pt idx="28">
                  <c:v>0.931003</c:v>
                </c:pt>
                <c:pt idx="29">
                  <c:v>0.902808</c:v>
                </c:pt>
                <c:pt idx="30">
                  <c:v>0.875201</c:v>
                </c:pt>
                <c:pt idx="31">
                  <c:v>0.848399</c:v>
                </c:pt>
                <c:pt idx="32">
                  <c:v>0.822607</c:v>
                </c:pt>
                <c:pt idx="33">
                  <c:v>0.798008</c:v>
                </c:pt>
                <c:pt idx="34">
                  <c:v>0.774767</c:v>
                </c:pt>
                <c:pt idx="35">
                  <c:v>0.753027</c:v>
                </c:pt>
                <c:pt idx="36">
                  <c:v>0.732908</c:v>
                </c:pt>
                <c:pt idx="37">
                  <c:v>0.71451</c:v>
                </c:pt>
                <c:pt idx="38">
                  <c:v>0.697904</c:v>
                </c:pt>
                <c:pt idx="39">
                  <c:v>0.683143</c:v>
                </c:pt>
                <c:pt idx="40">
                  <c:v>0.670249</c:v>
                </c:pt>
                <c:pt idx="41">
                  <c:v>0.659225</c:v>
                </c:pt>
                <c:pt idx="42">
                  <c:v>0.650045</c:v>
                </c:pt>
                <c:pt idx="43">
                  <c:v>0.642663</c:v>
                </c:pt>
                <c:pt idx="44">
                  <c:v>0.637006</c:v>
                </c:pt>
                <c:pt idx="45">
                  <c:v>0.63298</c:v>
                </c:pt>
                <c:pt idx="46">
                  <c:v>0.630468</c:v>
                </c:pt>
                <c:pt idx="47">
                  <c:v>0.629334</c:v>
                </c:pt>
                <c:pt idx="48">
                  <c:v>0.62942</c:v>
                </c:pt>
                <c:pt idx="49">
                  <c:v>0.630551</c:v>
                </c:pt>
                <c:pt idx="50">
                  <c:v>0.632537</c:v>
                </c:pt>
                <c:pt idx="51">
                  <c:v>0.635171</c:v>
                </c:pt>
                <c:pt idx="52">
                  <c:v>0.638233</c:v>
                </c:pt>
                <c:pt idx="53">
                  <c:v>0.641495</c:v>
                </c:pt>
                <c:pt idx="54">
                  <c:v>0.644717</c:v>
                </c:pt>
                <c:pt idx="55">
                  <c:v>0.647655</c:v>
                </c:pt>
                <c:pt idx="56">
                  <c:v>0.650057</c:v>
                </c:pt>
                <c:pt idx="57">
                  <c:v>0.651673</c:v>
                </c:pt>
                <c:pt idx="58">
                  <c:v>0.652249</c:v>
                </c:pt>
                <c:pt idx="59">
                  <c:v>0.651537</c:v>
                </c:pt>
                <c:pt idx="60">
                  <c:v>0.649291</c:v>
                </c:pt>
                <c:pt idx="61">
                  <c:v>0.645272</c:v>
                </c:pt>
                <c:pt idx="62">
                  <c:v>0.639253</c:v>
                </c:pt>
                <c:pt idx="63">
                  <c:v>0.631014</c:v>
                </c:pt>
                <c:pt idx="64">
                  <c:v>0.620352</c:v>
                </c:pt>
                <c:pt idx="65">
                  <c:v>0.607077</c:v>
                </c:pt>
                <c:pt idx="66">
                  <c:v>0.591017</c:v>
                </c:pt>
                <c:pt idx="67">
                  <c:v>0.572018</c:v>
                </c:pt>
                <c:pt idx="68">
                  <c:v>0.549948</c:v>
                </c:pt>
                <c:pt idx="69">
                  <c:v>0.524695</c:v>
                </c:pt>
                <c:pt idx="70">
                  <c:v>0.49617</c:v>
                </c:pt>
                <c:pt idx="71">
                  <c:v>0.464311</c:v>
                </c:pt>
                <c:pt idx="72">
                  <c:v>0.429079</c:v>
                </c:pt>
                <c:pt idx="73">
                  <c:v>0.390459</c:v>
                </c:pt>
                <c:pt idx="74">
                  <c:v>0.348467</c:v>
                </c:pt>
                <c:pt idx="75">
                  <c:v>0.30314</c:v>
                </c:pt>
                <c:pt idx="76">
                  <c:v>0.254546</c:v>
                </c:pt>
                <c:pt idx="77">
                  <c:v>0.202779</c:v>
                </c:pt>
                <c:pt idx="78">
                  <c:v>0.147956</c:v>
                </c:pt>
                <c:pt idx="79">
                  <c:v>0.090224</c:v>
                </c:pt>
                <c:pt idx="80">
                  <c:v>0.029752</c:v>
                </c:pt>
                <c:pt idx="81">
                  <c:v>-0.033265</c:v>
                </c:pt>
                <c:pt idx="82">
                  <c:v>-0.09861</c:v>
                </c:pt>
                <c:pt idx="83">
                  <c:v>-0.166045</c:v>
                </c:pt>
                <c:pt idx="84">
                  <c:v>-0.235311</c:v>
                </c:pt>
                <c:pt idx="85">
                  <c:v>-0.306129</c:v>
                </c:pt>
                <c:pt idx="86">
                  <c:v>-0.378206</c:v>
                </c:pt>
                <c:pt idx="87">
                  <c:v>-0.451231</c:v>
                </c:pt>
                <c:pt idx="88">
                  <c:v>-0.524884</c:v>
                </c:pt>
                <c:pt idx="89">
                  <c:v>-0.598831</c:v>
                </c:pt>
                <c:pt idx="90">
                  <c:v>-0.672731</c:v>
                </c:pt>
                <c:pt idx="91">
                  <c:v>-0.746236</c:v>
                </c:pt>
                <c:pt idx="92">
                  <c:v>-0.818995</c:v>
                </c:pt>
                <c:pt idx="93">
                  <c:v>-0.890656</c:v>
                </c:pt>
                <c:pt idx="94">
                  <c:v>-0.960867</c:v>
                </c:pt>
                <c:pt idx="95">
                  <c:v>-1.02928</c:v>
                </c:pt>
                <c:pt idx="96">
                  <c:v>-1.095553</c:v>
                </c:pt>
                <c:pt idx="97">
                  <c:v>-1.159352</c:v>
                </c:pt>
                <c:pt idx="98">
                  <c:v>-1.220353</c:v>
                </c:pt>
                <c:pt idx="99">
                  <c:v>-1.278247</c:v>
                </c:pt>
                <c:pt idx="100">
                  <c:v>-1.332738</c:v>
                </c:pt>
                <c:pt idx="101">
                  <c:v>-1.383547</c:v>
                </c:pt>
                <c:pt idx="102">
                  <c:v>-1.430416</c:v>
                </c:pt>
                <c:pt idx="103">
                  <c:v>-1.473106</c:v>
                </c:pt>
                <c:pt idx="104">
                  <c:v>-1.511401</c:v>
                </c:pt>
                <c:pt idx="105">
                  <c:v>-1.54511</c:v>
                </c:pt>
                <c:pt idx="106">
                  <c:v>-1.574066</c:v>
                </c:pt>
                <c:pt idx="107">
                  <c:v>-1.598129</c:v>
                </c:pt>
                <c:pt idx="108">
                  <c:v>-1.617187</c:v>
                </c:pt>
                <c:pt idx="109">
                  <c:v>-1.631156</c:v>
                </c:pt>
                <c:pt idx="110">
                  <c:v>-1.639981</c:v>
                </c:pt>
                <c:pt idx="111">
                  <c:v>-1.643635</c:v>
                </c:pt>
                <c:pt idx="112">
                  <c:v>-1.642121</c:v>
                </c:pt>
                <c:pt idx="113">
                  <c:v>-1.635472</c:v>
                </c:pt>
                <c:pt idx="114">
                  <c:v>-1.62375</c:v>
                </c:pt>
                <c:pt idx="115">
                  <c:v>-1.607044</c:v>
                </c:pt>
                <c:pt idx="116">
                  <c:v>-1.585472</c:v>
                </c:pt>
                <c:pt idx="117">
                  <c:v>-1.559178</c:v>
                </c:pt>
                <c:pt idx="118">
                  <c:v>-1.528333</c:v>
                </c:pt>
                <c:pt idx="119">
                  <c:v>-1.493131</c:v>
                </c:pt>
                <c:pt idx="120">
                  <c:v>-1.45379</c:v>
                </c:pt>
                <c:pt idx="121">
                  <c:v>-1.410551</c:v>
                </c:pt>
                <c:pt idx="122">
                  <c:v>-1.363671</c:v>
                </c:pt>
                <c:pt idx="123">
                  <c:v>-1.313428</c:v>
                </c:pt>
                <c:pt idx="124">
                  <c:v>-1.260115</c:v>
                </c:pt>
                <c:pt idx="125">
                  <c:v>-1.204038</c:v>
                </c:pt>
                <c:pt idx="126">
                  <c:v>-1.145515</c:v>
                </c:pt>
                <c:pt idx="127">
                  <c:v>-1.084872</c:v>
                </c:pt>
                <c:pt idx="128">
                  <c:v>-1.022445</c:v>
                </c:pt>
                <c:pt idx="129">
                  <c:v>-0.95857</c:v>
                </c:pt>
                <c:pt idx="130">
                  <c:v>-0.893588</c:v>
                </c:pt>
                <c:pt idx="131">
                  <c:v>-0.82784</c:v>
                </c:pt>
                <c:pt idx="132">
                  <c:v>-0.761662</c:v>
                </c:pt>
                <c:pt idx="133">
                  <c:v>-0.695386</c:v>
                </c:pt>
                <c:pt idx="134">
                  <c:v>-0.629337</c:v>
                </c:pt>
                <c:pt idx="135">
                  <c:v>-0.563828</c:v>
                </c:pt>
                <c:pt idx="136">
                  <c:v>-0.499164</c:v>
                </c:pt>
                <c:pt idx="137">
                  <c:v>-0.435633</c:v>
                </c:pt>
                <c:pt idx="138">
                  <c:v>-0.373508</c:v>
                </c:pt>
                <c:pt idx="139">
                  <c:v>-0.313045</c:v>
                </c:pt>
                <c:pt idx="140">
                  <c:v>-0.254479</c:v>
                </c:pt>
                <c:pt idx="141">
                  <c:v>-0.198026</c:v>
                </c:pt>
                <c:pt idx="142">
                  <c:v>-0.143879</c:v>
                </c:pt>
                <c:pt idx="143">
                  <c:v>-0.092207</c:v>
                </c:pt>
                <c:pt idx="144">
                  <c:v>-0.043158</c:v>
                </c:pt>
                <c:pt idx="145">
                  <c:v>0.00315</c:v>
                </c:pt>
                <c:pt idx="146">
                  <c:v>0.046621</c:v>
                </c:pt>
                <c:pt idx="147">
                  <c:v>0.087185</c:v>
                </c:pt>
                <c:pt idx="148">
                  <c:v>0.1248</c:v>
                </c:pt>
                <c:pt idx="149">
                  <c:v>0.159449</c:v>
                </c:pt>
                <c:pt idx="150">
                  <c:v>0.19114</c:v>
                </c:pt>
                <c:pt idx="151">
                  <c:v>0.219909</c:v>
                </c:pt>
                <c:pt idx="152">
                  <c:v>0.245812</c:v>
                </c:pt>
                <c:pt idx="153">
                  <c:v>0.268934</c:v>
                </c:pt>
                <c:pt idx="154">
                  <c:v>0.28938</c:v>
                </c:pt>
                <c:pt idx="155">
                  <c:v>0.307276</c:v>
                </c:pt>
                <c:pt idx="156">
                  <c:v>0.322769</c:v>
                </c:pt>
                <c:pt idx="157">
                  <c:v>0.336025</c:v>
                </c:pt>
                <c:pt idx="158">
                  <c:v>0.347228</c:v>
                </c:pt>
                <c:pt idx="159">
                  <c:v>0.356573</c:v>
                </c:pt>
                <c:pt idx="160">
                  <c:v>0.364273</c:v>
                </c:pt>
                <c:pt idx="161">
                  <c:v>0.37055</c:v>
                </c:pt>
                <c:pt idx="162">
                  <c:v>0.375634</c:v>
                </c:pt>
                <c:pt idx="163">
                  <c:v>0.379763</c:v>
                </c:pt>
                <c:pt idx="164">
                  <c:v>0.38318</c:v>
                </c:pt>
                <c:pt idx="165">
                  <c:v>0.38613</c:v>
                </c:pt>
                <c:pt idx="166">
                  <c:v>0.388858</c:v>
                </c:pt>
                <c:pt idx="167">
                  <c:v>0.391607</c:v>
                </c:pt>
                <c:pt idx="168">
                  <c:v>0.394614</c:v>
                </c:pt>
                <c:pt idx="169">
                  <c:v>0.398111</c:v>
                </c:pt>
                <c:pt idx="170">
                  <c:v>0.402321</c:v>
                </c:pt>
                <c:pt idx="171">
                  <c:v>0.407457</c:v>
                </c:pt>
                <c:pt idx="172">
                  <c:v>0.413716</c:v>
                </c:pt>
                <c:pt idx="173">
                  <c:v>0.421284</c:v>
                </c:pt>
                <c:pt idx="174">
                  <c:v>0.430327</c:v>
                </c:pt>
                <c:pt idx="175">
                  <c:v>0.440996</c:v>
                </c:pt>
                <c:pt idx="176">
                  <c:v>0.453421</c:v>
                </c:pt>
                <c:pt idx="177">
                  <c:v>0.467709</c:v>
                </c:pt>
                <c:pt idx="178">
                  <c:v>0.483949</c:v>
                </c:pt>
                <c:pt idx="179">
                  <c:v>0.502205</c:v>
                </c:pt>
                <c:pt idx="180">
                  <c:v>0.522516</c:v>
                </c:pt>
                <c:pt idx="181">
                  <c:v>0.544898</c:v>
                </c:pt>
                <c:pt idx="182">
                  <c:v>0.569344</c:v>
                </c:pt>
                <c:pt idx="183">
                  <c:v>0.595818</c:v>
                </c:pt>
                <c:pt idx="184">
                  <c:v>0.624262</c:v>
                </c:pt>
                <c:pt idx="185">
                  <c:v>0.654594</c:v>
                </c:pt>
                <c:pt idx="186">
                  <c:v>0.686706</c:v>
                </c:pt>
                <c:pt idx="187">
                  <c:v>0.720468</c:v>
                </c:pt>
                <c:pt idx="188">
                  <c:v>0.755725</c:v>
                </c:pt>
                <c:pt idx="189">
                  <c:v>0.792303</c:v>
                </c:pt>
                <c:pt idx="190">
                  <c:v>0.830007</c:v>
                </c:pt>
                <c:pt idx="191">
                  <c:v>0.868623</c:v>
                </c:pt>
                <c:pt idx="192">
                  <c:v>0.907917</c:v>
                </c:pt>
                <c:pt idx="193">
                  <c:v>0.947644</c:v>
                </c:pt>
                <c:pt idx="194">
                  <c:v>0.98754</c:v>
                </c:pt>
                <c:pt idx="195">
                  <c:v>1.027333</c:v>
                </c:pt>
                <c:pt idx="196">
                  <c:v>1.06674</c:v>
                </c:pt>
                <c:pt idx="197">
                  <c:v>1.105469</c:v>
                </c:pt>
                <c:pt idx="198">
                  <c:v>1.143223</c:v>
                </c:pt>
                <c:pt idx="199">
                  <c:v>1.179702</c:v>
                </c:pt>
                <c:pt idx="200">
                  <c:v>1.214607</c:v>
                </c:pt>
                <c:pt idx="201">
                  <c:v>1.247636</c:v>
                </c:pt>
                <c:pt idx="202">
                  <c:v>1.278496</c:v>
                </c:pt>
                <c:pt idx="203">
                  <c:v>1.306895</c:v>
                </c:pt>
                <c:pt idx="204">
                  <c:v>1.332555</c:v>
                </c:pt>
                <c:pt idx="205">
                  <c:v>1.355203</c:v>
                </c:pt>
                <c:pt idx="206">
                  <c:v>1.374584</c:v>
                </c:pt>
                <c:pt idx="207">
                  <c:v>1.390454</c:v>
                </c:pt>
                <c:pt idx="208">
                  <c:v>1.402589</c:v>
                </c:pt>
                <c:pt idx="209">
                  <c:v>1.410782</c:v>
                </c:pt>
                <c:pt idx="210">
                  <c:v>1.414847</c:v>
                </c:pt>
                <c:pt idx="211">
                  <c:v>1.414622</c:v>
                </c:pt>
                <c:pt idx="212">
                  <c:v>1.409967</c:v>
                </c:pt>
                <c:pt idx="213">
                  <c:v>1.400766</c:v>
                </c:pt>
                <c:pt idx="214">
                  <c:v>1.386932</c:v>
                </c:pt>
                <c:pt idx="215">
                  <c:v>1.368402</c:v>
                </c:pt>
                <c:pt idx="216">
                  <c:v>1.345144</c:v>
                </c:pt>
                <c:pt idx="217">
                  <c:v>1.317152</c:v>
                </c:pt>
                <c:pt idx="218">
                  <c:v>1.284448</c:v>
                </c:pt>
                <c:pt idx="219">
                  <c:v>1.247085</c:v>
                </c:pt>
                <c:pt idx="220">
                  <c:v>1.205142</c:v>
                </c:pt>
                <c:pt idx="221">
                  <c:v>1.158729</c:v>
                </c:pt>
                <c:pt idx="222">
                  <c:v>1.10798</c:v>
                </c:pt>
                <c:pt idx="223">
                  <c:v>1.053061</c:v>
                </c:pt>
                <c:pt idx="224">
                  <c:v>0.994158</c:v>
                </c:pt>
                <c:pt idx="225">
                  <c:v>0.931487</c:v>
                </c:pt>
                <c:pt idx="226">
                  <c:v>0.865285</c:v>
                </c:pt>
                <c:pt idx="227">
                  <c:v>0.795812</c:v>
                </c:pt>
                <c:pt idx="228">
                  <c:v>0.723347</c:v>
                </c:pt>
                <c:pt idx="229">
                  <c:v>0.64819</c:v>
                </c:pt>
                <c:pt idx="230">
                  <c:v>0.570656</c:v>
                </c:pt>
                <c:pt idx="231">
                  <c:v>0.491074</c:v>
                </c:pt>
                <c:pt idx="232">
                  <c:v>0.409788</c:v>
                </c:pt>
                <c:pt idx="233">
                  <c:v>0.327151</c:v>
                </c:pt>
                <c:pt idx="234">
                  <c:v>0.243521</c:v>
                </c:pt>
                <c:pt idx="235">
                  <c:v>0.159267</c:v>
                </c:pt>
                <c:pt idx="236">
                  <c:v>0.074757</c:v>
                </c:pt>
                <c:pt idx="237">
                  <c:v>-0.00964</c:v>
                </c:pt>
                <c:pt idx="238">
                  <c:v>-0.093555</c:v>
                </c:pt>
                <c:pt idx="239">
                  <c:v>-0.176626</c:v>
                </c:pt>
                <c:pt idx="240">
                  <c:v>-0.258494</c:v>
                </c:pt>
                <c:pt idx="241">
                  <c:v>-0.338813</c:v>
                </c:pt>
                <c:pt idx="242">
                  <c:v>-0.417245</c:v>
                </c:pt>
                <c:pt idx="243">
                  <c:v>-0.493469</c:v>
                </c:pt>
                <c:pt idx="244">
                  <c:v>-0.567176</c:v>
                </c:pt>
                <c:pt idx="245">
                  <c:v>-0.638077</c:v>
                </c:pt>
                <c:pt idx="246">
                  <c:v>-0.705902</c:v>
                </c:pt>
                <c:pt idx="247">
                  <c:v>-0.770402</c:v>
                </c:pt>
                <c:pt idx="248">
                  <c:v>-0.831351</c:v>
                </c:pt>
                <c:pt idx="249">
                  <c:v>-0.888545</c:v>
                </c:pt>
                <c:pt idx="250">
                  <c:v>-0.941809</c:v>
                </c:pt>
                <c:pt idx="251">
                  <c:v>-0.99099</c:v>
                </c:pt>
                <c:pt idx="252">
                  <c:v>-1.035966</c:v>
                </c:pt>
                <c:pt idx="253">
                  <c:v>-1.07664</c:v>
                </c:pt>
                <c:pt idx="254">
                  <c:v>-1.112944</c:v>
                </c:pt>
                <c:pt idx="255">
                  <c:v>-1.144837</c:v>
                </c:pt>
                <c:pt idx="256">
                  <c:v>-1.172308</c:v>
                </c:pt>
                <c:pt idx="257">
                  <c:v>-1.195373</c:v>
                </c:pt>
                <c:pt idx="258">
                  <c:v>-1.214075</c:v>
                </c:pt>
                <c:pt idx="259">
                  <c:v>-1.228484</c:v>
                </c:pt>
                <c:pt idx="260">
                  <c:v>-1.238697</c:v>
                </c:pt>
                <c:pt idx="261">
                  <c:v>-1.244834</c:v>
                </c:pt>
                <c:pt idx="262">
                  <c:v>-1.247041</c:v>
                </c:pt>
                <c:pt idx="263">
                  <c:v>-1.245484</c:v>
                </c:pt>
                <c:pt idx="264">
                  <c:v>-1.240351</c:v>
                </c:pt>
                <c:pt idx="265">
                  <c:v>-1.23185</c:v>
                </c:pt>
                <c:pt idx="266">
                  <c:v>-1.220203</c:v>
                </c:pt>
                <c:pt idx="267">
                  <c:v>-1.205651</c:v>
                </c:pt>
                <c:pt idx="268">
                  <c:v>-1.188446</c:v>
                </c:pt>
                <c:pt idx="269">
                  <c:v>-1.168852</c:v>
                </c:pt>
                <c:pt idx="270">
                  <c:v>-1.14714</c:v>
                </c:pt>
                <c:pt idx="271">
                  <c:v>-1.123591</c:v>
                </c:pt>
                <c:pt idx="272">
                  <c:v>-1.098486</c:v>
                </c:pt>
                <c:pt idx="273">
                  <c:v>-1.072111</c:v>
                </c:pt>
                <c:pt idx="274">
                  <c:v>-1.044751</c:v>
                </c:pt>
                <c:pt idx="275">
                  <c:v>-1.016687</c:v>
                </c:pt>
                <c:pt idx="276">
                  <c:v>-0.988196</c:v>
                </c:pt>
                <c:pt idx="277">
                  <c:v>-0.959548</c:v>
                </c:pt>
                <c:pt idx="278">
                  <c:v>-0.931003</c:v>
                </c:pt>
                <c:pt idx="279">
                  <c:v>-0.902808</c:v>
                </c:pt>
                <c:pt idx="280">
                  <c:v>-0.875201</c:v>
                </c:pt>
                <c:pt idx="281">
                  <c:v>-0.848399</c:v>
                </c:pt>
                <c:pt idx="282">
                  <c:v>-0.822607</c:v>
                </c:pt>
                <c:pt idx="283">
                  <c:v>-0.798008</c:v>
                </c:pt>
                <c:pt idx="284">
                  <c:v>-0.774767</c:v>
                </c:pt>
                <c:pt idx="285">
                  <c:v>-0.753027</c:v>
                </c:pt>
                <c:pt idx="286">
                  <c:v>-0.732908</c:v>
                </c:pt>
                <c:pt idx="287">
                  <c:v>-0.71451</c:v>
                </c:pt>
                <c:pt idx="288">
                  <c:v>-0.697904</c:v>
                </c:pt>
                <c:pt idx="289">
                  <c:v>-0.683143</c:v>
                </c:pt>
                <c:pt idx="290">
                  <c:v>-0.670249</c:v>
                </c:pt>
                <c:pt idx="291">
                  <c:v>-0.659225</c:v>
                </c:pt>
                <c:pt idx="292">
                  <c:v>-0.650045</c:v>
                </c:pt>
                <c:pt idx="293">
                  <c:v>-0.642663</c:v>
                </c:pt>
                <c:pt idx="294">
                  <c:v>-0.637006</c:v>
                </c:pt>
                <c:pt idx="295">
                  <c:v>-0.63298</c:v>
                </c:pt>
                <c:pt idx="296">
                  <c:v>-0.630468</c:v>
                </c:pt>
                <c:pt idx="297">
                  <c:v>-0.629334</c:v>
                </c:pt>
                <c:pt idx="298">
                  <c:v>-0.62942</c:v>
                </c:pt>
                <c:pt idx="299">
                  <c:v>-0.630551</c:v>
                </c:pt>
                <c:pt idx="300">
                  <c:v>-0.632537</c:v>
                </c:pt>
                <c:pt idx="301">
                  <c:v>-0.635171</c:v>
                </c:pt>
                <c:pt idx="302">
                  <c:v>-0.638233</c:v>
                </c:pt>
                <c:pt idx="303">
                  <c:v>-0.641495</c:v>
                </c:pt>
                <c:pt idx="304">
                  <c:v>-0.644717</c:v>
                </c:pt>
                <c:pt idx="305">
                  <c:v>-0.647655</c:v>
                </c:pt>
                <c:pt idx="306">
                  <c:v>-0.650057</c:v>
                </c:pt>
                <c:pt idx="307">
                  <c:v>-0.651673</c:v>
                </c:pt>
                <c:pt idx="308">
                  <c:v>-0.652249</c:v>
                </c:pt>
                <c:pt idx="309">
                  <c:v>-0.651537</c:v>
                </c:pt>
                <c:pt idx="310">
                  <c:v>-0.649291</c:v>
                </c:pt>
                <c:pt idx="311">
                  <c:v>-0.645272</c:v>
                </c:pt>
                <c:pt idx="312">
                  <c:v>-0.639253</c:v>
                </c:pt>
                <c:pt idx="313">
                  <c:v>-0.631014</c:v>
                </c:pt>
                <c:pt idx="314">
                  <c:v>-0.620352</c:v>
                </c:pt>
                <c:pt idx="315">
                  <c:v>-0.607077</c:v>
                </c:pt>
                <c:pt idx="316">
                  <c:v>-0.591017</c:v>
                </c:pt>
                <c:pt idx="317">
                  <c:v>-0.572018</c:v>
                </c:pt>
                <c:pt idx="318">
                  <c:v>-0.549948</c:v>
                </c:pt>
                <c:pt idx="319">
                  <c:v>-0.524695</c:v>
                </c:pt>
                <c:pt idx="320">
                  <c:v>-0.49617</c:v>
                </c:pt>
                <c:pt idx="321">
                  <c:v>-0.464311</c:v>
                </c:pt>
                <c:pt idx="322">
                  <c:v>-0.429079</c:v>
                </c:pt>
                <c:pt idx="323">
                  <c:v>-0.390459</c:v>
                </c:pt>
                <c:pt idx="324">
                  <c:v>-0.348467</c:v>
                </c:pt>
                <c:pt idx="325">
                  <c:v>-0.30314</c:v>
                </c:pt>
                <c:pt idx="326">
                  <c:v>-0.254546</c:v>
                </c:pt>
                <c:pt idx="327">
                  <c:v>-0.202779</c:v>
                </c:pt>
                <c:pt idx="328">
                  <c:v>-0.147956</c:v>
                </c:pt>
                <c:pt idx="329">
                  <c:v>-0.090224</c:v>
                </c:pt>
                <c:pt idx="330">
                  <c:v>-0.029752</c:v>
                </c:pt>
                <c:pt idx="331">
                  <c:v>0.033265</c:v>
                </c:pt>
                <c:pt idx="332">
                  <c:v>0.09861</c:v>
                </c:pt>
                <c:pt idx="333">
                  <c:v>0.166045</c:v>
                </c:pt>
                <c:pt idx="334">
                  <c:v>0.235311</c:v>
                </c:pt>
                <c:pt idx="335">
                  <c:v>0.306129</c:v>
                </c:pt>
                <c:pt idx="336">
                  <c:v>0.378206</c:v>
                </c:pt>
                <c:pt idx="337">
                  <c:v>0.451231</c:v>
                </c:pt>
                <c:pt idx="338">
                  <c:v>0.524884</c:v>
                </c:pt>
                <c:pt idx="339">
                  <c:v>0.598831</c:v>
                </c:pt>
                <c:pt idx="340">
                  <c:v>0.672731</c:v>
                </c:pt>
                <c:pt idx="341">
                  <c:v>0.746236</c:v>
                </c:pt>
                <c:pt idx="342">
                  <c:v>0.818995</c:v>
                </c:pt>
                <c:pt idx="343">
                  <c:v>0.890656</c:v>
                </c:pt>
                <c:pt idx="344">
                  <c:v>0.960867</c:v>
                </c:pt>
                <c:pt idx="345">
                  <c:v>1.02928</c:v>
                </c:pt>
                <c:pt idx="346">
                  <c:v>1.095553</c:v>
                </c:pt>
                <c:pt idx="347">
                  <c:v>1.159352</c:v>
                </c:pt>
                <c:pt idx="348">
                  <c:v>1.220353</c:v>
                </c:pt>
                <c:pt idx="349">
                  <c:v>1.278247</c:v>
                </c:pt>
                <c:pt idx="350">
                  <c:v>1.332738</c:v>
                </c:pt>
                <c:pt idx="351">
                  <c:v>1.383547</c:v>
                </c:pt>
                <c:pt idx="352">
                  <c:v>1.430416</c:v>
                </c:pt>
                <c:pt idx="353">
                  <c:v>1.473106</c:v>
                </c:pt>
                <c:pt idx="354">
                  <c:v>1.511401</c:v>
                </c:pt>
                <c:pt idx="355">
                  <c:v>1.54511</c:v>
                </c:pt>
                <c:pt idx="356">
                  <c:v>1.574066</c:v>
                </c:pt>
                <c:pt idx="357">
                  <c:v>1.598129</c:v>
                </c:pt>
                <c:pt idx="358">
                  <c:v>1.617187</c:v>
                </c:pt>
                <c:pt idx="359">
                  <c:v>1.631156</c:v>
                </c:pt>
                <c:pt idx="360">
                  <c:v>1.639981</c:v>
                </c:pt>
                <c:pt idx="361">
                  <c:v>1.643635</c:v>
                </c:pt>
                <c:pt idx="362">
                  <c:v>1.642121</c:v>
                </c:pt>
                <c:pt idx="363">
                  <c:v>1.635472</c:v>
                </c:pt>
                <c:pt idx="364">
                  <c:v>1.62375</c:v>
                </c:pt>
                <c:pt idx="365">
                  <c:v>1.607044</c:v>
                </c:pt>
                <c:pt idx="366">
                  <c:v>1.585472</c:v>
                </c:pt>
                <c:pt idx="367">
                  <c:v>1.559178</c:v>
                </c:pt>
                <c:pt idx="368">
                  <c:v>1.528333</c:v>
                </c:pt>
                <c:pt idx="369">
                  <c:v>1.493131</c:v>
                </c:pt>
                <c:pt idx="370">
                  <c:v>1.45379</c:v>
                </c:pt>
                <c:pt idx="371">
                  <c:v>1.410551</c:v>
                </c:pt>
                <c:pt idx="372">
                  <c:v>1.363671</c:v>
                </c:pt>
                <c:pt idx="373">
                  <c:v>1.313428</c:v>
                </c:pt>
                <c:pt idx="374">
                  <c:v>1.260115</c:v>
                </c:pt>
                <c:pt idx="375">
                  <c:v>1.204038</c:v>
                </c:pt>
                <c:pt idx="376">
                  <c:v>1.145515</c:v>
                </c:pt>
                <c:pt idx="377">
                  <c:v>1.084872</c:v>
                </c:pt>
                <c:pt idx="378">
                  <c:v>1.022445</c:v>
                </c:pt>
                <c:pt idx="379">
                  <c:v>0.95857</c:v>
                </c:pt>
                <c:pt idx="380">
                  <c:v>0.893588</c:v>
                </c:pt>
                <c:pt idx="381">
                  <c:v>0.82784</c:v>
                </c:pt>
                <c:pt idx="382">
                  <c:v>0.761662</c:v>
                </c:pt>
                <c:pt idx="383">
                  <c:v>0.695386</c:v>
                </c:pt>
                <c:pt idx="384">
                  <c:v>0.629337</c:v>
                </c:pt>
                <c:pt idx="385">
                  <c:v>0.563828</c:v>
                </c:pt>
                <c:pt idx="386">
                  <c:v>0.499164</c:v>
                </c:pt>
                <c:pt idx="387">
                  <c:v>0.435633</c:v>
                </c:pt>
                <c:pt idx="388">
                  <c:v>0.373508</c:v>
                </c:pt>
                <c:pt idx="389">
                  <c:v>0.313045</c:v>
                </c:pt>
                <c:pt idx="390">
                  <c:v>0.254479</c:v>
                </c:pt>
                <c:pt idx="391">
                  <c:v>0.198026</c:v>
                </c:pt>
                <c:pt idx="392">
                  <c:v>0.143879</c:v>
                </c:pt>
                <c:pt idx="393">
                  <c:v>0.092207</c:v>
                </c:pt>
                <c:pt idx="394">
                  <c:v>0.043158</c:v>
                </c:pt>
                <c:pt idx="395">
                  <c:v>-0.00315</c:v>
                </c:pt>
                <c:pt idx="396">
                  <c:v>-0.046621</c:v>
                </c:pt>
                <c:pt idx="397">
                  <c:v>-0.087185</c:v>
                </c:pt>
                <c:pt idx="398">
                  <c:v>-0.1248</c:v>
                </c:pt>
                <c:pt idx="399">
                  <c:v>-0.159449</c:v>
                </c:pt>
                <c:pt idx="400">
                  <c:v>-0.19114</c:v>
                </c:pt>
                <c:pt idx="401">
                  <c:v>-0.219909</c:v>
                </c:pt>
                <c:pt idx="402">
                  <c:v>-0.245812</c:v>
                </c:pt>
                <c:pt idx="403">
                  <c:v>-0.268934</c:v>
                </c:pt>
                <c:pt idx="404">
                  <c:v>-0.28938</c:v>
                </c:pt>
                <c:pt idx="405">
                  <c:v>-0.307276</c:v>
                </c:pt>
                <c:pt idx="406">
                  <c:v>-0.322769</c:v>
                </c:pt>
                <c:pt idx="407">
                  <c:v>-0.336025</c:v>
                </c:pt>
                <c:pt idx="408">
                  <c:v>-0.347228</c:v>
                </c:pt>
                <c:pt idx="409">
                  <c:v>-0.356573</c:v>
                </c:pt>
                <c:pt idx="410">
                  <c:v>-0.364273</c:v>
                </c:pt>
                <c:pt idx="411">
                  <c:v>-0.37055</c:v>
                </c:pt>
                <c:pt idx="412">
                  <c:v>-0.375634</c:v>
                </c:pt>
                <c:pt idx="413">
                  <c:v>-0.379763</c:v>
                </c:pt>
                <c:pt idx="414">
                  <c:v>-0.38318</c:v>
                </c:pt>
                <c:pt idx="415">
                  <c:v>-0.38613</c:v>
                </c:pt>
                <c:pt idx="416">
                  <c:v>-0.388858</c:v>
                </c:pt>
                <c:pt idx="417">
                  <c:v>-0.391607</c:v>
                </c:pt>
                <c:pt idx="418">
                  <c:v>-0.394614</c:v>
                </c:pt>
                <c:pt idx="419">
                  <c:v>-0.398111</c:v>
                </c:pt>
                <c:pt idx="420">
                  <c:v>-0.402321</c:v>
                </c:pt>
                <c:pt idx="421">
                  <c:v>-0.407457</c:v>
                </c:pt>
                <c:pt idx="422">
                  <c:v>-0.413716</c:v>
                </c:pt>
                <c:pt idx="423">
                  <c:v>-0.421284</c:v>
                </c:pt>
                <c:pt idx="424">
                  <c:v>-0.430327</c:v>
                </c:pt>
                <c:pt idx="425">
                  <c:v>-0.440996</c:v>
                </c:pt>
                <c:pt idx="426">
                  <c:v>-0.453421</c:v>
                </c:pt>
                <c:pt idx="427">
                  <c:v>-0.467709</c:v>
                </c:pt>
                <c:pt idx="428">
                  <c:v>-0.483949</c:v>
                </c:pt>
                <c:pt idx="429">
                  <c:v>-0.502205</c:v>
                </c:pt>
                <c:pt idx="430">
                  <c:v>-0.522516</c:v>
                </c:pt>
                <c:pt idx="431">
                  <c:v>-0.544898</c:v>
                </c:pt>
                <c:pt idx="432">
                  <c:v>-0.569344</c:v>
                </c:pt>
                <c:pt idx="433">
                  <c:v>-0.595818</c:v>
                </c:pt>
                <c:pt idx="434">
                  <c:v>-0.624262</c:v>
                </c:pt>
                <c:pt idx="435">
                  <c:v>-0.654594</c:v>
                </c:pt>
                <c:pt idx="436">
                  <c:v>-0.686706</c:v>
                </c:pt>
                <c:pt idx="437">
                  <c:v>-0.720468</c:v>
                </c:pt>
                <c:pt idx="438">
                  <c:v>-0.755725</c:v>
                </c:pt>
                <c:pt idx="439">
                  <c:v>-0.792303</c:v>
                </c:pt>
                <c:pt idx="440">
                  <c:v>-0.830007</c:v>
                </c:pt>
                <c:pt idx="441">
                  <c:v>-0.868623</c:v>
                </c:pt>
                <c:pt idx="442">
                  <c:v>-0.907917</c:v>
                </c:pt>
                <c:pt idx="443">
                  <c:v>-0.947644</c:v>
                </c:pt>
                <c:pt idx="444">
                  <c:v>-0.98754</c:v>
                </c:pt>
                <c:pt idx="445">
                  <c:v>-1.027333</c:v>
                </c:pt>
                <c:pt idx="446">
                  <c:v>-1.06674</c:v>
                </c:pt>
                <c:pt idx="447">
                  <c:v>-1.105469</c:v>
                </c:pt>
                <c:pt idx="448">
                  <c:v>-1.143223</c:v>
                </c:pt>
                <c:pt idx="449">
                  <c:v>-1.179702</c:v>
                </c:pt>
                <c:pt idx="450">
                  <c:v>-1.214607</c:v>
                </c:pt>
                <c:pt idx="451">
                  <c:v>-1.247636</c:v>
                </c:pt>
                <c:pt idx="452">
                  <c:v>-1.278496</c:v>
                </c:pt>
                <c:pt idx="453">
                  <c:v>-1.306895</c:v>
                </c:pt>
                <c:pt idx="454">
                  <c:v>-1.332555</c:v>
                </c:pt>
                <c:pt idx="455">
                  <c:v>-1.355203</c:v>
                </c:pt>
                <c:pt idx="456">
                  <c:v>-1.374584</c:v>
                </c:pt>
                <c:pt idx="457">
                  <c:v>-1.390454</c:v>
                </c:pt>
                <c:pt idx="458">
                  <c:v>-1.402589</c:v>
                </c:pt>
                <c:pt idx="459">
                  <c:v>-1.410782</c:v>
                </c:pt>
                <c:pt idx="460">
                  <c:v>-1.414847</c:v>
                </c:pt>
                <c:pt idx="461">
                  <c:v>-1.414622</c:v>
                </c:pt>
                <c:pt idx="462">
                  <c:v>-1.409967</c:v>
                </c:pt>
                <c:pt idx="463">
                  <c:v>-1.400766</c:v>
                </c:pt>
                <c:pt idx="464">
                  <c:v>-1.386932</c:v>
                </c:pt>
                <c:pt idx="465">
                  <c:v>-1.368402</c:v>
                </c:pt>
                <c:pt idx="466">
                  <c:v>-1.345144</c:v>
                </c:pt>
                <c:pt idx="467">
                  <c:v>-1.317152</c:v>
                </c:pt>
                <c:pt idx="468">
                  <c:v>-1.284448</c:v>
                </c:pt>
                <c:pt idx="469">
                  <c:v>-1.247085</c:v>
                </c:pt>
                <c:pt idx="470">
                  <c:v>-1.205142</c:v>
                </c:pt>
                <c:pt idx="471">
                  <c:v>-1.158729</c:v>
                </c:pt>
                <c:pt idx="472">
                  <c:v>-1.10798</c:v>
                </c:pt>
                <c:pt idx="473">
                  <c:v>-1.053061</c:v>
                </c:pt>
                <c:pt idx="474">
                  <c:v>-0.994158</c:v>
                </c:pt>
                <c:pt idx="475">
                  <c:v>-0.931487</c:v>
                </c:pt>
                <c:pt idx="476">
                  <c:v>-0.865285</c:v>
                </c:pt>
                <c:pt idx="477">
                  <c:v>-0.795812</c:v>
                </c:pt>
                <c:pt idx="478">
                  <c:v>-0.723347</c:v>
                </c:pt>
                <c:pt idx="479">
                  <c:v>-0.64819</c:v>
                </c:pt>
                <c:pt idx="480">
                  <c:v>-0.570656</c:v>
                </c:pt>
                <c:pt idx="481">
                  <c:v>-0.491074</c:v>
                </c:pt>
                <c:pt idx="482">
                  <c:v>-0.409788</c:v>
                </c:pt>
                <c:pt idx="483">
                  <c:v>-0.327151</c:v>
                </c:pt>
                <c:pt idx="484">
                  <c:v>-0.243521</c:v>
                </c:pt>
                <c:pt idx="485">
                  <c:v>-0.159267</c:v>
                </c:pt>
                <c:pt idx="486">
                  <c:v>-0.074757</c:v>
                </c:pt>
                <c:pt idx="487">
                  <c:v>0.00964</c:v>
                </c:pt>
                <c:pt idx="488">
                  <c:v>0.093555</c:v>
                </c:pt>
                <c:pt idx="489">
                  <c:v>0.176626</c:v>
                </c:pt>
                <c:pt idx="490">
                  <c:v>0.258494</c:v>
                </c:pt>
                <c:pt idx="491">
                  <c:v>0.338813</c:v>
                </c:pt>
                <c:pt idx="492">
                  <c:v>0.417245</c:v>
                </c:pt>
                <c:pt idx="493">
                  <c:v>0.493469</c:v>
                </c:pt>
                <c:pt idx="494">
                  <c:v>0.567176</c:v>
                </c:pt>
                <c:pt idx="495">
                  <c:v>0.638077</c:v>
                </c:pt>
                <c:pt idx="496">
                  <c:v>0.705902</c:v>
                </c:pt>
                <c:pt idx="497">
                  <c:v>0.770402</c:v>
                </c:pt>
                <c:pt idx="498">
                  <c:v>0.831351</c:v>
                </c:pt>
                <c:pt idx="499">
                  <c:v>0.888545</c:v>
                </c:pt>
                <c:pt idx="500">
                  <c:v>0.941809</c:v>
                </c:pt>
                <c:pt idx="501">
                  <c:v>0.99099</c:v>
                </c:pt>
                <c:pt idx="502">
                  <c:v>1.035966</c:v>
                </c:pt>
                <c:pt idx="503">
                  <c:v>1.07664</c:v>
                </c:pt>
                <c:pt idx="504">
                  <c:v>1.112944</c:v>
                </c:pt>
                <c:pt idx="505">
                  <c:v>1.144837</c:v>
                </c:pt>
                <c:pt idx="506">
                  <c:v>1.172308</c:v>
                </c:pt>
                <c:pt idx="507">
                  <c:v>1.195373</c:v>
                </c:pt>
                <c:pt idx="508">
                  <c:v>1.214075</c:v>
                </c:pt>
                <c:pt idx="509">
                  <c:v>1.228484</c:v>
                </c:pt>
                <c:pt idx="510">
                  <c:v>1.238697</c:v>
                </c:pt>
                <c:pt idx="511">
                  <c:v>1.244834</c:v>
                </c:pt>
                <c:pt idx="512">
                  <c:v>1.247041</c:v>
                </c:pt>
                <c:pt idx="513">
                  <c:v>1.245484</c:v>
                </c:pt>
                <c:pt idx="514">
                  <c:v>1.240351</c:v>
                </c:pt>
                <c:pt idx="515">
                  <c:v>1.23185</c:v>
                </c:pt>
                <c:pt idx="516">
                  <c:v>1.220203</c:v>
                </c:pt>
                <c:pt idx="517">
                  <c:v>1.205651</c:v>
                </c:pt>
                <c:pt idx="518">
                  <c:v>1.188446</c:v>
                </c:pt>
                <c:pt idx="519">
                  <c:v>1.168852</c:v>
                </c:pt>
                <c:pt idx="520">
                  <c:v>1.14714</c:v>
                </c:pt>
                <c:pt idx="521">
                  <c:v>1.123591</c:v>
                </c:pt>
                <c:pt idx="522">
                  <c:v>1.098486</c:v>
                </c:pt>
                <c:pt idx="523">
                  <c:v>1.072111</c:v>
                </c:pt>
                <c:pt idx="524">
                  <c:v>1.044751</c:v>
                </c:pt>
                <c:pt idx="525">
                  <c:v>1.016687</c:v>
                </c:pt>
                <c:pt idx="526">
                  <c:v>0.988196</c:v>
                </c:pt>
                <c:pt idx="527">
                  <c:v>0.959548</c:v>
                </c:pt>
                <c:pt idx="528">
                  <c:v>0.931003</c:v>
                </c:pt>
                <c:pt idx="529">
                  <c:v>0.902808</c:v>
                </c:pt>
                <c:pt idx="530">
                  <c:v>0.875201</c:v>
                </c:pt>
                <c:pt idx="531">
                  <c:v>0.848399</c:v>
                </c:pt>
                <c:pt idx="532">
                  <c:v>0.822607</c:v>
                </c:pt>
                <c:pt idx="533">
                  <c:v>0.798008</c:v>
                </c:pt>
                <c:pt idx="534">
                  <c:v>0.774767</c:v>
                </c:pt>
                <c:pt idx="535">
                  <c:v>0.753027</c:v>
                </c:pt>
                <c:pt idx="536">
                  <c:v>0.732908</c:v>
                </c:pt>
                <c:pt idx="537">
                  <c:v>0.71451</c:v>
                </c:pt>
                <c:pt idx="538">
                  <c:v>0.697904</c:v>
                </c:pt>
                <c:pt idx="539">
                  <c:v>0.683143</c:v>
                </c:pt>
                <c:pt idx="540">
                  <c:v>0.670249</c:v>
                </c:pt>
                <c:pt idx="541">
                  <c:v>0.659225</c:v>
                </c:pt>
                <c:pt idx="542">
                  <c:v>0.650045</c:v>
                </c:pt>
                <c:pt idx="543">
                  <c:v>0.642663</c:v>
                </c:pt>
                <c:pt idx="544">
                  <c:v>0.637006</c:v>
                </c:pt>
                <c:pt idx="545">
                  <c:v>0.63298</c:v>
                </c:pt>
                <c:pt idx="546">
                  <c:v>0.630468</c:v>
                </c:pt>
                <c:pt idx="547">
                  <c:v>0.629334</c:v>
                </c:pt>
                <c:pt idx="548">
                  <c:v>0.62942</c:v>
                </c:pt>
                <c:pt idx="549">
                  <c:v>0.630551</c:v>
                </c:pt>
                <c:pt idx="550">
                  <c:v>0.632537</c:v>
                </c:pt>
                <c:pt idx="551">
                  <c:v>0.635171</c:v>
                </c:pt>
                <c:pt idx="552">
                  <c:v>0.638233</c:v>
                </c:pt>
                <c:pt idx="553">
                  <c:v>0.641495</c:v>
                </c:pt>
                <c:pt idx="554">
                  <c:v>0.644717</c:v>
                </c:pt>
                <c:pt idx="555">
                  <c:v>0.647655</c:v>
                </c:pt>
                <c:pt idx="556">
                  <c:v>0.650057</c:v>
                </c:pt>
                <c:pt idx="557">
                  <c:v>0.651673</c:v>
                </c:pt>
                <c:pt idx="558">
                  <c:v>0.652249</c:v>
                </c:pt>
                <c:pt idx="559">
                  <c:v>0.651537</c:v>
                </c:pt>
                <c:pt idx="560">
                  <c:v>0.649291</c:v>
                </c:pt>
                <c:pt idx="561">
                  <c:v>0.645272</c:v>
                </c:pt>
                <c:pt idx="562">
                  <c:v>0.639253</c:v>
                </c:pt>
                <c:pt idx="563">
                  <c:v>0.631014</c:v>
                </c:pt>
                <c:pt idx="564">
                  <c:v>0.620352</c:v>
                </c:pt>
                <c:pt idx="565">
                  <c:v>0.607077</c:v>
                </c:pt>
                <c:pt idx="566">
                  <c:v>0.591017</c:v>
                </c:pt>
                <c:pt idx="567">
                  <c:v>0.572018</c:v>
                </c:pt>
                <c:pt idx="568">
                  <c:v>0.549948</c:v>
                </c:pt>
                <c:pt idx="569">
                  <c:v>0.524695</c:v>
                </c:pt>
                <c:pt idx="570">
                  <c:v>0.49617</c:v>
                </c:pt>
                <c:pt idx="571">
                  <c:v>0.464311</c:v>
                </c:pt>
                <c:pt idx="572">
                  <c:v>0.429079</c:v>
                </c:pt>
                <c:pt idx="573">
                  <c:v>0.390459</c:v>
                </c:pt>
                <c:pt idx="574">
                  <c:v>0.348467</c:v>
                </c:pt>
                <c:pt idx="575">
                  <c:v>0.30314</c:v>
                </c:pt>
                <c:pt idx="576">
                  <c:v>0.254546</c:v>
                </c:pt>
                <c:pt idx="577">
                  <c:v>0.202779</c:v>
                </c:pt>
                <c:pt idx="578">
                  <c:v>0.147956</c:v>
                </c:pt>
                <c:pt idx="579">
                  <c:v>0.090224</c:v>
                </c:pt>
                <c:pt idx="580">
                  <c:v>0.029752</c:v>
                </c:pt>
                <c:pt idx="581">
                  <c:v>-0.033265</c:v>
                </c:pt>
                <c:pt idx="582">
                  <c:v>-0.09861</c:v>
                </c:pt>
                <c:pt idx="583">
                  <c:v>-0.166045</c:v>
                </c:pt>
                <c:pt idx="584">
                  <c:v>-0.235311</c:v>
                </c:pt>
                <c:pt idx="585">
                  <c:v>-0.306129</c:v>
                </c:pt>
                <c:pt idx="586">
                  <c:v>-0.378206</c:v>
                </c:pt>
                <c:pt idx="587">
                  <c:v>-0.451231</c:v>
                </c:pt>
                <c:pt idx="588">
                  <c:v>-0.524884</c:v>
                </c:pt>
                <c:pt idx="589">
                  <c:v>-0.598831</c:v>
                </c:pt>
                <c:pt idx="590">
                  <c:v>-0.672731</c:v>
                </c:pt>
                <c:pt idx="591">
                  <c:v>-0.746236</c:v>
                </c:pt>
                <c:pt idx="592">
                  <c:v>-0.818995</c:v>
                </c:pt>
                <c:pt idx="593">
                  <c:v>-0.890656</c:v>
                </c:pt>
                <c:pt idx="594">
                  <c:v>-0.960867</c:v>
                </c:pt>
                <c:pt idx="595">
                  <c:v>-1.02928</c:v>
                </c:pt>
                <c:pt idx="596">
                  <c:v>-1.095553</c:v>
                </c:pt>
                <c:pt idx="597">
                  <c:v>-1.159352</c:v>
                </c:pt>
                <c:pt idx="598">
                  <c:v>-1.220353</c:v>
                </c:pt>
                <c:pt idx="599">
                  <c:v>-1.278247</c:v>
                </c:pt>
                <c:pt idx="600">
                  <c:v>-1.332738</c:v>
                </c:pt>
              </c:numCache>
            </c:numRef>
          </c:yVal>
        </c:ser>
        <c:ser>
          <c:idx val="1"/>
          <c:order val="1"/>
          <c:tx>
            <c:v>48 Hz samples</c:v>
          </c:tx>
          <c:spPr>
            <a:ln xmlns:a="http://schemas.openxmlformats.org/drawingml/2006/main" w="19050">
              <a:solidFill>
                <a:srgbClr val="286BB0"/>
              </a:solidFill>
            </a:ln>
          </c:spPr>
          <c:marker>
            <c:symbol val="circle"/>
            <c:size val="7"/>
            <c:spPr>
              <a:solidFill xmlns:a="http://schemas.openxmlformats.org/drawingml/2006/main">
                <a:srgbClr val="286BB0"/>
              </a:solidFill>
            </c:spPr>
          </c:marker>
          <c:xVal>
            <c:numRef>
              <c:f>'Chart Data'!$C$2:$C$11</c:f>
              <c:numCache>
                <c:formatCode>General</c:formatCode>
                <c:ptCount val="10"/>
                <c:pt idx="0">
                  <c:v>0</c:v>
                </c:pt>
                <c:pt idx="1">
                  <c:v>0.02083333</c:v>
                </c:pt>
                <c:pt idx="2">
                  <c:v>0.04166667</c:v>
                </c:pt>
                <c:pt idx="3">
                  <c:v>0.0625</c:v>
                </c:pt>
                <c:pt idx="4">
                  <c:v>0.08333333</c:v>
                </c:pt>
                <c:pt idx="5">
                  <c:v>0.10416667</c:v>
                </c:pt>
                <c:pt idx="6">
                  <c:v>0.125</c:v>
                </c:pt>
                <c:pt idx="7">
                  <c:v>0.14583333</c:v>
                </c:pt>
                <c:pt idx="8">
                  <c:v>0.16666667</c:v>
                </c:pt>
                <c:pt idx="9">
                  <c:v>0.1875</c:v>
                </c:pt>
              </c:numCache>
            </c:numRef>
          </c:xVal>
          <c:yVal>
            <c:numRef>
              <c:f>'Chart Data'!$D$2:$D$11</c:f>
              <c:numCache>
                <c:formatCode>0.0</c:formatCode>
                <c:ptCount val="10"/>
                <c:pt idx="0">
                  <c:v>0.941809</c:v>
                </c:pt>
                <c:pt idx="1">
                  <c:v>0.635424</c:v>
                </c:pt>
                <c:pt idx="2">
                  <c:v>-1.204038</c:v>
                </c:pt>
                <c:pt idx="3">
                  <c:v>0.73792</c:v>
                </c:pt>
                <c:pt idx="4">
                  <c:v>-0.941809</c:v>
                </c:pt>
                <c:pt idx="5">
                  <c:v>-0.635424</c:v>
                </c:pt>
                <c:pt idx="6">
                  <c:v>1.204038</c:v>
                </c:pt>
                <c:pt idx="7">
                  <c:v>-0.73792</c:v>
                </c:pt>
                <c:pt idx="8">
                  <c:v>0.941809</c:v>
                </c:pt>
                <c:pt idx="9">
                  <c:v>0.635424</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1.8"/>
        </c:scaling>
        <c:delete val="0"/>
        <c:axPos val="l"/>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Voltage (V)</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majorUnit val="0.6"/>
      </c:valAx>
      <c:valAx>
        <c:axId val="48650112"/>
        <c:scaling>
          <c:orientation val="minMax"/>
          <c:max val="0.2"/>
          <c:min val="0"/>
        </c:scaling>
        <c:delete val="0"/>
        <c:axPos val="b"/>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Time (s)</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majorUnit val="0.05"/>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75">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er>
          <c:idx val="0"/>
          <c:order val="0"/>
          <c:tx>
            <c:v>42 Hz sine wave, zero phase</c:v>
          </c:tx>
          <c:spPr>
            <a:ln xmlns:a="http://schemas.openxmlformats.org/drawingml/2006/main" w="28575">
              <a:solidFill>
                <a:srgbClr val="286BB0"/>
              </a:solidFill>
            </a:ln>
          </c:spPr>
          <c:marker>
            <c:symbol val="none"/>
            <c:size val="7"/>
            <c:spPr>
              <a:solidFill xmlns:a="http://schemas.openxmlformats.org/drawingml/2006/main">
                <a:srgbClr val="286BB0"/>
              </a:solidFill>
            </c:spPr>
          </c:marker>
          <c:xVal>
            <c:numRef>
              <c:f>'Chart Data'!$A$2:$A$402</c:f>
              <c:numCache>
                <c:formatCode>General</c:formatCode>
                <c:ptCount val="401"/>
                <c:pt idx="0">
                  <c:v>0</c:v>
                </c:pt>
                <c:pt idx="1">
                  <c:v>0.15</c:v>
                </c:pt>
                <c:pt idx="2">
                  <c:v>0.3</c:v>
                </c:pt>
                <c:pt idx="3">
                  <c:v>0.45</c:v>
                </c:pt>
                <c:pt idx="4">
                  <c:v>0.6</c:v>
                </c:pt>
                <c:pt idx="5">
                  <c:v>0.75</c:v>
                </c:pt>
                <c:pt idx="6">
                  <c:v>0.9</c:v>
                </c:pt>
                <c:pt idx="7">
                  <c:v>1.05</c:v>
                </c:pt>
                <c:pt idx="8">
                  <c:v>1.2</c:v>
                </c:pt>
                <c:pt idx="9">
                  <c:v>1.35</c:v>
                </c:pt>
                <c:pt idx="10">
                  <c:v>1.5</c:v>
                </c:pt>
                <c:pt idx="11">
                  <c:v>1.65</c:v>
                </c:pt>
                <c:pt idx="12">
                  <c:v>1.8</c:v>
                </c:pt>
                <c:pt idx="13">
                  <c:v>1.95</c:v>
                </c:pt>
                <c:pt idx="14">
                  <c:v>2.1</c:v>
                </c:pt>
                <c:pt idx="15">
                  <c:v>2.25</c:v>
                </c:pt>
                <c:pt idx="16">
                  <c:v>2.4</c:v>
                </c:pt>
                <c:pt idx="17">
                  <c:v>2.55</c:v>
                </c:pt>
                <c:pt idx="18">
                  <c:v>2.7</c:v>
                </c:pt>
                <c:pt idx="19">
                  <c:v>2.85</c:v>
                </c:pt>
                <c:pt idx="20">
                  <c:v>3</c:v>
                </c:pt>
                <c:pt idx="21">
                  <c:v>3.15</c:v>
                </c:pt>
                <c:pt idx="22">
                  <c:v>3.3</c:v>
                </c:pt>
                <c:pt idx="23">
                  <c:v>3.45</c:v>
                </c:pt>
                <c:pt idx="24">
                  <c:v>3.6</c:v>
                </c:pt>
                <c:pt idx="25">
                  <c:v>3.75</c:v>
                </c:pt>
                <c:pt idx="26">
                  <c:v>3.9</c:v>
                </c:pt>
                <c:pt idx="27">
                  <c:v>4.05</c:v>
                </c:pt>
                <c:pt idx="28">
                  <c:v>4.2</c:v>
                </c:pt>
                <c:pt idx="29">
                  <c:v>4.35</c:v>
                </c:pt>
                <c:pt idx="30">
                  <c:v>4.5</c:v>
                </c:pt>
                <c:pt idx="31">
                  <c:v>4.65</c:v>
                </c:pt>
                <c:pt idx="32">
                  <c:v>4.8</c:v>
                </c:pt>
                <c:pt idx="33">
                  <c:v>4.95</c:v>
                </c:pt>
                <c:pt idx="34">
                  <c:v>5.1</c:v>
                </c:pt>
                <c:pt idx="35">
                  <c:v>5.25</c:v>
                </c:pt>
                <c:pt idx="36">
                  <c:v>5.4</c:v>
                </c:pt>
                <c:pt idx="37">
                  <c:v>5.55</c:v>
                </c:pt>
                <c:pt idx="38">
                  <c:v>5.7</c:v>
                </c:pt>
                <c:pt idx="39">
                  <c:v>5.85</c:v>
                </c:pt>
                <c:pt idx="40">
                  <c:v>6</c:v>
                </c:pt>
                <c:pt idx="41">
                  <c:v>6.15</c:v>
                </c:pt>
                <c:pt idx="42">
                  <c:v>6.3</c:v>
                </c:pt>
                <c:pt idx="43">
                  <c:v>6.45</c:v>
                </c:pt>
                <c:pt idx="44">
                  <c:v>6.6</c:v>
                </c:pt>
                <c:pt idx="45">
                  <c:v>6.75</c:v>
                </c:pt>
                <c:pt idx="46">
                  <c:v>6.9</c:v>
                </c:pt>
                <c:pt idx="47">
                  <c:v>7.05</c:v>
                </c:pt>
                <c:pt idx="48">
                  <c:v>7.2</c:v>
                </c:pt>
                <c:pt idx="49">
                  <c:v>7.35</c:v>
                </c:pt>
                <c:pt idx="50">
                  <c:v>7.5</c:v>
                </c:pt>
                <c:pt idx="51">
                  <c:v>7.65</c:v>
                </c:pt>
                <c:pt idx="52">
                  <c:v>7.8</c:v>
                </c:pt>
                <c:pt idx="53">
                  <c:v>7.95</c:v>
                </c:pt>
                <c:pt idx="54">
                  <c:v>8.1</c:v>
                </c:pt>
                <c:pt idx="55">
                  <c:v>8.25</c:v>
                </c:pt>
                <c:pt idx="56">
                  <c:v>8.4</c:v>
                </c:pt>
                <c:pt idx="57">
                  <c:v>8.55</c:v>
                </c:pt>
                <c:pt idx="58">
                  <c:v>8.7</c:v>
                </c:pt>
                <c:pt idx="59">
                  <c:v>8.85</c:v>
                </c:pt>
                <c:pt idx="60">
                  <c:v>9</c:v>
                </c:pt>
                <c:pt idx="61">
                  <c:v>9.15</c:v>
                </c:pt>
                <c:pt idx="62">
                  <c:v>9.3</c:v>
                </c:pt>
                <c:pt idx="63">
                  <c:v>9.45</c:v>
                </c:pt>
                <c:pt idx="64">
                  <c:v>9.6</c:v>
                </c:pt>
                <c:pt idx="65">
                  <c:v>9.75</c:v>
                </c:pt>
                <c:pt idx="66">
                  <c:v>9.9</c:v>
                </c:pt>
                <c:pt idx="67">
                  <c:v>10.05</c:v>
                </c:pt>
                <c:pt idx="68">
                  <c:v>10.2</c:v>
                </c:pt>
                <c:pt idx="69">
                  <c:v>10.35</c:v>
                </c:pt>
                <c:pt idx="70">
                  <c:v>10.5</c:v>
                </c:pt>
                <c:pt idx="71">
                  <c:v>10.65</c:v>
                </c:pt>
                <c:pt idx="72">
                  <c:v>10.8</c:v>
                </c:pt>
                <c:pt idx="73">
                  <c:v>10.95</c:v>
                </c:pt>
                <c:pt idx="74">
                  <c:v>11.1</c:v>
                </c:pt>
                <c:pt idx="75">
                  <c:v>11.25</c:v>
                </c:pt>
                <c:pt idx="76">
                  <c:v>11.4</c:v>
                </c:pt>
                <c:pt idx="77">
                  <c:v>11.55</c:v>
                </c:pt>
                <c:pt idx="78">
                  <c:v>11.7</c:v>
                </c:pt>
                <c:pt idx="79">
                  <c:v>11.85</c:v>
                </c:pt>
                <c:pt idx="80">
                  <c:v>12</c:v>
                </c:pt>
                <c:pt idx="81">
                  <c:v>12.15</c:v>
                </c:pt>
                <c:pt idx="82">
                  <c:v>12.3</c:v>
                </c:pt>
                <c:pt idx="83">
                  <c:v>12.45</c:v>
                </c:pt>
                <c:pt idx="84">
                  <c:v>12.6</c:v>
                </c:pt>
                <c:pt idx="85">
                  <c:v>12.75</c:v>
                </c:pt>
                <c:pt idx="86">
                  <c:v>12.9</c:v>
                </c:pt>
                <c:pt idx="87">
                  <c:v>13.05</c:v>
                </c:pt>
                <c:pt idx="88">
                  <c:v>13.2</c:v>
                </c:pt>
                <c:pt idx="89">
                  <c:v>13.35</c:v>
                </c:pt>
                <c:pt idx="90">
                  <c:v>13.5</c:v>
                </c:pt>
                <c:pt idx="91">
                  <c:v>13.65</c:v>
                </c:pt>
                <c:pt idx="92">
                  <c:v>13.8</c:v>
                </c:pt>
                <c:pt idx="93">
                  <c:v>13.95</c:v>
                </c:pt>
                <c:pt idx="94">
                  <c:v>14.1</c:v>
                </c:pt>
                <c:pt idx="95">
                  <c:v>14.25</c:v>
                </c:pt>
                <c:pt idx="96">
                  <c:v>14.4</c:v>
                </c:pt>
                <c:pt idx="97">
                  <c:v>14.55</c:v>
                </c:pt>
                <c:pt idx="98">
                  <c:v>14.7</c:v>
                </c:pt>
                <c:pt idx="99">
                  <c:v>14.85</c:v>
                </c:pt>
                <c:pt idx="100">
                  <c:v>15</c:v>
                </c:pt>
                <c:pt idx="101">
                  <c:v>15.15</c:v>
                </c:pt>
                <c:pt idx="102">
                  <c:v>15.3</c:v>
                </c:pt>
                <c:pt idx="103">
                  <c:v>15.45</c:v>
                </c:pt>
                <c:pt idx="104">
                  <c:v>15.6</c:v>
                </c:pt>
                <c:pt idx="105">
                  <c:v>15.75</c:v>
                </c:pt>
                <c:pt idx="106">
                  <c:v>15.9</c:v>
                </c:pt>
                <c:pt idx="107">
                  <c:v>16.05</c:v>
                </c:pt>
                <c:pt idx="108">
                  <c:v>16.2</c:v>
                </c:pt>
                <c:pt idx="109">
                  <c:v>16.35</c:v>
                </c:pt>
                <c:pt idx="110">
                  <c:v>16.5</c:v>
                </c:pt>
                <c:pt idx="111">
                  <c:v>16.65</c:v>
                </c:pt>
                <c:pt idx="112">
                  <c:v>16.8</c:v>
                </c:pt>
                <c:pt idx="113">
                  <c:v>16.95</c:v>
                </c:pt>
                <c:pt idx="114">
                  <c:v>17.1</c:v>
                </c:pt>
                <c:pt idx="115">
                  <c:v>17.25</c:v>
                </c:pt>
                <c:pt idx="116">
                  <c:v>17.4</c:v>
                </c:pt>
                <c:pt idx="117">
                  <c:v>17.55</c:v>
                </c:pt>
                <c:pt idx="118">
                  <c:v>17.7</c:v>
                </c:pt>
                <c:pt idx="119">
                  <c:v>17.85</c:v>
                </c:pt>
                <c:pt idx="120">
                  <c:v>18</c:v>
                </c:pt>
                <c:pt idx="121">
                  <c:v>18.15</c:v>
                </c:pt>
                <c:pt idx="122">
                  <c:v>18.3</c:v>
                </c:pt>
                <c:pt idx="123">
                  <c:v>18.45</c:v>
                </c:pt>
                <c:pt idx="124">
                  <c:v>18.6</c:v>
                </c:pt>
                <c:pt idx="125">
                  <c:v>18.75</c:v>
                </c:pt>
                <c:pt idx="126">
                  <c:v>18.9</c:v>
                </c:pt>
                <c:pt idx="127">
                  <c:v>19.05</c:v>
                </c:pt>
                <c:pt idx="128">
                  <c:v>19.2</c:v>
                </c:pt>
                <c:pt idx="129">
                  <c:v>19.35</c:v>
                </c:pt>
                <c:pt idx="130">
                  <c:v>19.5</c:v>
                </c:pt>
                <c:pt idx="131">
                  <c:v>19.65</c:v>
                </c:pt>
                <c:pt idx="132">
                  <c:v>19.8</c:v>
                </c:pt>
                <c:pt idx="133">
                  <c:v>19.95</c:v>
                </c:pt>
                <c:pt idx="134">
                  <c:v>20.1</c:v>
                </c:pt>
                <c:pt idx="135">
                  <c:v>20.25</c:v>
                </c:pt>
                <c:pt idx="136">
                  <c:v>20.4</c:v>
                </c:pt>
                <c:pt idx="137">
                  <c:v>20.55</c:v>
                </c:pt>
                <c:pt idx="138">
                  <c:v>20.7</c:v>
                </c:pt>
                <c:pt idx="139">
                  <c:v>20.85</c:v>
                </c:pt>
                <c:pt idx="140">
                  <c:v>21</c:v>
                </c:pt>
                <c:pt idx="141">
                  <c:v>21.15</c:v>
                </c:pt>
                <c:pt idx="142">
                  <c:v>21.3</c:v>
                </c:pt>
                <c:pt idx="143">
                  <c:v>21.45</c:v>
                </c:pt>
                <c:pt idx="144">
                  <c:v>21.6</c:v>
                </c:pt>
                <c:pt idx="145">
                  <c:v>21.75</c:v>
                </c:pt>
                <c:pt idx="146">
                  <c:v>21.9</c:v>
                </c:pt>
                <c:pt idx="147">
                  <c:v>22.05</c:v>
                </c:pt>
                <c:pt idx="148">
                  <c:v>22.2</c:v>
                </c:pt>
                <c:pt idx="149">
                  <c:v>22.35</c:v>
                </c:pt>
                <c:pt idx="150">
                  <c:v>22.5</c:v>
                </c:pt>
                <c:pt idx="151">
                  <c:v>22.65</c:v>
                </c:pt>
                <c:pt idx="152">
                  <c:v>22.8</c:v>
                </c:pt>
                <c:pt idx="153">
                  <c:v>22.95</c:v>
                </c:pt>
                <c:pt idx="154">
                  <c:v>23.1</c:v>
                </c:pt>
                <c:pt idx="155">
                  <c:v>23.25</c:v>
                </c:pt>
                <c:pt idx="156">
                  <c:v>23.4</c:v>
                </c:pt>
                <c:pt idx="157">
                  <c:v>23.55</c:v>
                </c:pt>
                <c:pt idx="158">
                  <c:v>23.7</c:v>
                </c:pt>
                <c:pt idx="159">
                  <c:v>23.85</c:v>
                </c:pt>
                <c:pt idx="160">
                  <c:v>24</c:v>
                </c:pt>
                <c:pt idx="161">
                  <c:v>24.15</c:v>
                </c:pt>
                <c:pt idx="162">
                  <c:v>24.3</c:v>
                </c:pt>
                <c:pt idx="163">
                  <c:v>24.45</c:v>
                </c:pt>
                <c:pt idx="164">
                  <c:v>24.6</c:v>
                </c:pt>
                <c:pt idx="165">
                  <c:v>24.75</c:v>
                </c:pt>
                <c:pt idx="166">
                  <c:v>24.9</c:v>
                </c:pt>
                <c:pt idx="167">
                  <c:v>25.05</c:v>
                </c:pt>
                <c:pt idx="168">
                  <c:v>25.2</c:v>
                </c:pt>
                <c:pt idx="169">
                  <c:v>25.35</c:v>
                </c:pt>
                <c:pt idx="170">
                  <c:v>25.5</c:v>
                </c:pt>
                <c:pt idx="171">
                  <c:v>25.65</c:v>
                </c:pt>
                <c:pt idx="172">
                  <c:v>25.8</c:v>
                </c:pt>
                <c:pt idx="173">
                  <c:v>25.95</c:v>
                </c:pt>
                <c:pt idx="174">
                  <c:v>26.1</c:v>
                </c:pt>
                <c:pt idx="175">
                  <c:v>26.25</c:v>
                </c:pt>
                <c:pt idx="176">
                  <c:v>26.4</c:v>
                </c:pt>
                <c:pt idx="177">
                  <c:v>26.55</c:v>
                </c:pt>
                <c:pt idx="178">
                  <c:v>26.7</c:v>
                </c:pt>
                <c:pt idx="179">
                  <c:v>26.85</c:v>
                </c:pt>
                <c:pt idx="180">
                  <c:v>27</c:v>
                </c:pt>
                <c:pt idx="181">
                  <c:v>27.15</c:v>
                </c:pt>
                <c:pt idx="182">
                  <c:v>27.3</c:v>
                </c:pt>
                <c:pt idx="183">
                  <c:v>27.45</c:v>
                </c:pt>
                <c:pt idx="184">
                  <c:v>27.6</c:v>
                </c:pt>
                <c:pt idx="185">
                  <c:v>27.75</c:v>
                </c:pt>
                <c:pt idx="186">
                  <c:v>27.9</c:v>
                </c:pt>
                <c:pt idx="187">
                  <c:v>28.05</c:v>
                </c:pt>
                <c:pt idx="188">
                  <c:v>28.2</c:v>
                </c:pt>
                <c:pt idx="189">
                  <c:v>28.35</c:v>
                </c:pt>
                <c:pt idx="190">
                  <c:v>28.5</c:v>
                </c:pt>
                <c:pt idx="191">
                  <c:v>28.65</c:v>
                </c:pt>
                <c:pt idx="192">
                  <c:v>28.8</c:v>
                </c:pt>
                <c:pt idx="193">
                  <c:v>28.95</c:v>
                </c:pt>
                <c:pt idx="194">
                  <c:v>29.1</c:v>
                </c:pt>
                <c:pt idx="195">
                  <c:v>29.25</c:v>
                </c:pt>
                <c:pt idx="196">
                  <c:v>29.4</c:v>
                </c:pt>
                <c:pt idx="197">
                  <c:v>29.55</c:v>
                </c:pt>
                <c:pt idx="198">
                  <c:v>29.7</c:v>
                </c:pt>
                <c:pt idx="199">
                  <c:v>29.85</c:v>
                </c:pt>
                <c:pt idx="200">
                  <c:v>30</c:v>
                </c:pt>
                <c:pt idx="201">
                  <c:v>30.15</c:v>
                </c:pt>
                <c:pt idx="202">
                  <c:v>30.3</c:v>
                </c:pt>
                <c:pt idx="203">
                  <c:v>30.45</c:v>
                </c:pt>
                <c:pt idx="204">
                  <c:v>30.6</c:v>
                </c:pt>
                <c:pt idx="205">
                  <c:v>30.75</c:v>
                </c:pt>
                <c:pt idx="206">
                  <c:v>30.9</c:v>
                </c:pt>
                <c:pt idx="207">
                  <c:v>31.05</c:v>
                </c:pt>
                <c:pt idx="208">
                  <c:v>31.2</c:v>
                </c:pt>
                <c:pt idx="209">
                  <c:v>31.35</c:v>
                </c:pt>
                <c:pt idx="210">
                  <c:v>31.5</c:v>
                </c:pt>
                <c:pt idx="211">
                  <c:v>31.65</c:v>
                </c:pt>
                <c:pt idx="212">
                  <c:v>31.8</c:v>
                </c:pt>
                <c:pt idx="213">
                  <c:v>31.95</c:v>
                </c:pt>
                <c:pt idx="214">
                  <c:v>32.1</c:v>
                </c:pt>
                <c:pt idx="215">
                  <c:v>32.25</c:v>
                </c:pt>
                <c:pt idx="216">
                  <c:v>32.4</c:v>
                </c:pt>
                <c:pt idx="217">
                  <c:v>32.55</c:v>
                </c:pt>
                <c:pt idx="218">
                  <c:v>32.7</c:v>
                </c:pt>
                <c:pt idx="219">
                  <c:v>32.85</c:v>
                </c:pt>
                <c:pt idx="220">
                  <c:v>33</c:v>
                </c:pt>
                <c:pt idx="221">
                  <c:v>33.15</c:v>
                </c:pt>
                <c:pt idx="222">
                  <c:v>33.3</c:v>
                </c:pt>
                <c:pt idx="223">
                  <c:v>33.45</c:v>
                </c:pt>
                <c:pt idx="224">
                  <c:v>33.6</c:v>
                </c:pt>
                <c:pt idx="225">
                  <c:v>33.75</c:v>
                </c:pt>
                <c:pt idx="226">
                  <c:v>33.9</c:v>
                </c:pt>
                <c:pt idx="227">
                  <c:v>34.05</c:v>
                </c:pt>
                <c:pt idx="228">
                  <c:v>34.2</c:v>
                </c:pt>
                <c:pt idx="229">
                  <c:v>34.35</c:v>
                </c:pt>
                <c:pt idx="230">
                  <c:v>34.5</c:v>
                </c:pt>
                <c:pt idx="231">
                  <c:v>34.65</c:v>
                </c:pt>
                <c:pt idx="232">
                  <c:v>34.8</c:v>
                </c:pt>
                <c:pt idx="233">
                  <c:v>34.95</c:v>
                </c:pt>
                <c:pt idx="234">
                  <c:v>35.1</c:v>
                </c:pt>
                <c:pt idx="235">
                  <c:v>35.25</c:v>
                </c:pt>
                <c:pt idx="236">
                  <c:v>35.4</c:v>
                </c:pt>
                <c:pt idx="237">
                  <c:v>35.55</c:v>
                </c:pt>
                <c:pt idx="238">
                  <c:v>35.7</c:v>
                </c:pt>
                <c:pt idx="239">
                  <c:v>35.85</c:v>
                </c:pt>
                <c:pt idx="240">
                  <c:v>36</c:v>
                </c:pt>
                <c:pt idx="241">
                  <c:v>36.15</c:v>
                </c:pt>
                <c:pt idx="242">
                  <c:v>36.3</c:v>
                </c:pt>
                <c:pt idx="243">
                  <c:v>36.45</c:v>
                </c:pt>
                <c:pt idx="244">
                  <c:v>36.6</c:v>
                </c:pt>
                <c:pt idx="245">
                  <c:v>36.75</c:v>
                </c:pt>
                <c:pt idx="246">
                  <c:v>36.9</c:v>
                </c:pt>
                <c:pt idx="247">
                  <c:v>37.05</c:v>
                </c:pt>
                <c:pt idx="248">
                  <c:v>37.2</c:v>
                </c:pt>
                <c:pt idx="249">
                  <c:v>37.35</c:v>
                </c:pt>
                <c:pt idx="250">
                  <c:v>37.5</c:v>
                </c:pt>
                <c:pt idx="251">
                  <c:v>37.65</c:v>
                </c:pt>
                <c:pt idx="252">
                  <c:v>37.8</c:v>
                </c:pt>
                <c:pt idx="253">
                  <c:v>37.95</c:v>
                </c:pt>
                <c:pt idx="254">
                  <c:v>38.1</c:v>
                </c:pt>
                <c:pt idx="255">
                  <c:v>38.25</c:v>
                </c:pt>
                <c:pt idx="256">
                  <c:v>38.4</c:v>
                </c:pt>
                <c:pt idx="257">
                  <c:v>38.55</c:v>
                </c:pt>
                <c:pt idx="258">
                  <c:v>38.7</c:v>
                </c:pt>
                <c:pt idx="259">
                  <c:v>38.85</c:v>
                </c:pt>
                <c:pt idx="260">
                  <c:v>39</c:v>
                </c:pt>
                <c:pt idx="261">
                  <c:v>39.15</c:v>
                </c:pt>
                <c:pt idx="262">
                  <c:v>39.3</c:v>
                </c:pt>
                <c:pt idx="263">
                  <c:v>39.45</c:v>
                </c:pt>
                <c:pt idx="264">
                  <c:v>39.6</c:v>
                </c:pt>
                <c:pt idx="265">
                  <c:v>39.75</c:v>
                </c:pt>
                <c:pt idx="266">
                  <c:v>39.9</c:v>
                </c:pt>
                <c:pt idx="267">
                  <c:v>40.05</c:v>
                </c:pt>
                <c:pt idx="268">
                  <c:v>40.2</c:v>
                </c:pt>
                <c:pt idx="269">
                  <c:v>40.35</c:v>
                </c:pt>
                <c:pt idx="270">
                  <c:v>40.5</c:v>
                </c:pt>
                <c:pt idx="271">
                  <c:v>40.65</c:v>
                </c:pt>
                <c:pt idx="272">
                  <c:v>40.8</c:v>
                </c:pt>
                <c:pt idx="273">
                  <c:v>40.95</c:v>
                </c:pt>
                <c:pt idx="274">
                  <c:v>41.1</c:v>
                </c:pt>
                <c:pt idx="275">
                  <c:v>41.25</c:v>
                </c:pt>
                <c:pt idx="276">
                  <c:v>41.4</c:v>
                </c:pt>
                <c:pt idx="277">
                  <c:v>41.55</c:v>
                </c:pt>
                <c:pt idx="278">
                  <c:v>41.7</c:v>
                </c:pt>
                <c:pt idx="279">
                  <c:v>41.85</c:v>
                </c:pt>
                <c:pt idx="280">
                  <c:v>42</c:v>
                </c:pt>
                <c:pt idx="281">
                  <c:v>42.15</c:v>
                </c:pt>
                <c:pt idx="282">
                  <c:v>42.3</c:v>
                </c:pt>
                <c:pt idx="283">
                  <c:v>42.45</c:v>
                </c:pt>
                <c:pt idx="284">
                  <c:v>42.6</c:v>
                </c:pt>
                <c:pt idx="285">
                  <c:v>42.75</c:v>
                </c:pt>
                <c:pt idx="286">
                  <c:v>42.9</c:v>
                </c:pt>
                <c:pt idx="287">
                  <c:v>43.05</c:v>
                </c:pt>
                <c:pt idx="288">
                  <c:v>43.2</c:v>
                </c:pt>
                <c:pt idx="289">
                  <c:v>43.35</c:v>
                </c:pt>
                <c:pt idx="290">
                  <c:v>43.5</c:v>
                </c:pt>
                <c:pt idx="291">
                  <c:v>43.65</c:v>
                </c:pt>
                <c:pt idx="292">
                  <c:v>43.8</c:v>
                </c:pt>
                <c:pt idx="293">
                  <c:v>43.95</c:v>
                </c:pt>
                <c:pt idx="294">
                  <c:v>44.1</c:v>
                </c:pt>
                <c:pt idx="295">
                  <c:v>44.25</c:v>
                </c:pt>
                <c:pt idx="296">
                  <c:v>44.4</c:v>
                </c:pt>
                <c:pt idx="297">
                  <c:v>44.55</c:v>
                </c:pt>
                <c:pt idx="298">
                  <c:v>44.7</c:v>
                </c:pt>
                <c:pt idx="299">
                  <c:v>44.85</c:v>
                </c:pt>
                <c:pt idx="300">
                  <c:v>45</c:v>
                </c:pt>
                <c:pt idx="301">
                  <c:v>45.15</c:v>
                </c:pt>
                <c:pt idx="302">
                  <c:v>45.3</c:v>
                </c:pt>
                <c:pt idx="303">
                  <c:v>45.45</c:v>
                </c:pt>
                <c:pt idx="304">
                  <c:v>45.6</c:v>
                </c:pt>
                <c:pt idx="305">
                  <c:v>45.75</c:v>
                </c:pt>
                <c:pt idx="306">
                  <c:v>45.9</c:v>
                </c:pt>
                <c:pt idx="307">
                  <c:v>46.05</c:v>
                </c:pt>
                <c:pt idx="308">
                  <c:v>46.2</c:v>
                </c:pt>
                <c:pt idx="309">
                  <c:v>46.35</c:v>
                </c:pt>
                <c:pt idx="310">
                  <c:v>46.5</c:v>
                </c:pt>
                <c:pt idx="311">
                  <c:v>46.65</c:v>
                </c:pt>
                <c:pt idx="312">
                  <c:v>46.8</c:v>
                </c:pt>
                <c:pt idx="313">
                  <c:v>46.95</c:v>
                </c:pt>
                <c:pt idx="314">
                  <c:v>47.1</c:v>
                </c:pt>
                <c:pt idx="315">
                  <c:v>47.25</c:v>
                </c:pt>
                <c:pt idx="316">
                  <c:v>47.4</c:v>
                </c:pt>
                <c:pt idx="317">
                  <c:v>47.55</c:v>
                </c:pt>
                <c:pt idx="318">
                  <c:v>47.7</c:v>
                </c:pt>
                <c:pt idx="319">
                  <c:v>47.85</c:v>
                </c:pt>
                <c:pt idx="320">
                  <c:v>48</c:v>
                </c:pt>
                <c:pt idx="321">
                  <c:v>48.15</c:v>
                </c:pt>
                <c:pt idx="322">
                  <c:v>48.3</c:v>
                </c:pt>
                <c:pt idx="323">
                  <c:v>48.45</c:v>
                </c:pt>
                <c:pt idx="324">
                  <c:v>48.6</c:v>
                </c:pt>
                <c:pt idx="325">
                  <c:v>48.75</c:v>
                </c:pt>
                <c:pt idx="326">
                  <c:v>48.9</c:v>
                </c:pt>
                <c:pt idx="327">
                  <c:v>49.05</c:v>
                </c:pt>
                <c:pt idx="328">
                  <c:v>49.2</c:v>
                </c:pt>
                <c:pt idx="329">
                  <c:v>49.35</c:v>
                </c:pt>
                <c:pt idx="330">
                  <c:v>49.5</c:v>
                </c:pt>
                <c:pt idx="331">
                  <c:v>49.65</c:v>
                </c:pt>
                <c:pt idx="332">
                  <c:v>49.8</c:v>
                </c:pt>
                <c:pt idx="333">
                  <c:v>49.95</c:v>
                </c:pt>
                <c:pt idx="334">
                  <c:v>50.1</c:v>
                </c:pt>
                <c:pt idx="335">
                  <c:v>50.25</c:v>
                </c:pt>
                <c:pt idx="336">
                  <c:v>50.4</c:v>
                </c:pt>
                <c:pt idx="337">
                  <c:v>50.55</c:v>
                </c:pt>
                <c:pt idx="338">
                  <c:v>50.7</c:v>
                </c:pt>
                <c:pt idx="339">
                  <c:v>50.85</c:v>
                </c:pt>
                <c:pt idx="340">
                  <c:v>51</c:v>
                </c:pt>
                <c:pt idx="341">
                  <c:v>51.15</c:v>
                </c:pt>
                <c:pt idx="342">
                  <c:v>51.3</c:v>
                </c:pt>
                <c:pt idx="343">
                  <c:v>51.45</c:v>
                </c:pt>
                <c:pt idx="344">
                  <c:v>51.6</c:v>
                </c:pt>
                <c:pt idx="345">
                  <c:v>51.75</c:v>
                </c:pt>
                <c:pt idx="346">
                  <c:v>51.9</c:v>
                </c:pt>
                <c:pt idx="347">
                  <c:v>52.05</c:v>
                </c:pt>
                <c:pt idx="348">
                  <c:v>52.2</c:v>
                </c:pt>
                <c:pt idx="349">
                  <c:v>52.35</c:v>
                </c:pt>
                <c:pt idx="350">
                  <c:v>52.5</c:v>
                </c:pt>
                <c:pt idx="351">
                  <c:v>52.65</c:v>
                </c:pt>
                <c:pt idx="352">
                  <c:v>52.8</c:v>
                </c:pt>
                <c:pt idx="353">
                  <c:v>52.95</c:v>
                </c:pt>
                <c:pt idx="354">
                  <c:v>53.1</c:v>
                </c:pt>
                <c:pt idx="355">
                  <c:v>53.25</c:v>
                </c:pt>
                <c:pt idx="356">
                  <c:v>53.4</c:v>
                </c:pt>
                <c:pt idx="357">
                  <c:v>53.55</c:v>
                </c:pt>
                <c:pt idx="358">
                  <c:v>53.7</c:v>
                </c:pt>
                <c:pt idx="359">
                  <c:v>53.85</c:v>
                </c:pt>
                <c:pt idx="360">
                  <c:v>54</c:v>
                </c:pt>
                <c:pt idx="361">
                  <c:v>54.15</c:v>
                </c:pt>
                <c:pt idx="362">
                  <c:v>54.3</c:v>
                </c:pt>
                <c:pt idx="363">
                  <c:v>54.45</c:v>
                </c:pt>
                <c:pt idx="364">
                  <c:v>54.6</c:v>
                </c:pt>
                <c:pt idx="365">
                  <c:v>54.75</c:v>
                </c:pt>
                <c:pt idx="366">
                  <c:v>54.9</c:v>
                </c:pt>
                <c:pt idx="367">
                  <c:v>55.05</c:v>
                </c:pt>
                <c:pt idx="368">
                  <c:v>55.2</c:v>
                </c:pt>
                <c:pt idx="369">
                  <c:v>55.35</c:v>
                </c:pt>
                <c:pt idx="370">
                  <c:v>55.5</c:v>
                </c:pt>
                <c:pt idx="371">
                  <c:v>55.65</c:v>
                </c:pt>
                <c:pt idx="372">
                  <c:v>55.8</c:v>
                </c:pt>
                <c:pt idx="373">
                  <c:v>55.95</c:v>
                </c:pt>
                <c:pt idx="374">
                  <c:v>56.1</c:v>
                </c:pt>
                <c:pt idx="375">
                  <c:v>56.25</c:v>
                </c:pt>
                <c:pt idx="376">
                  <c:v>56.4</c:v>
                </c:pt>
                <c:pt idx="377">
                  <c:v>56.55</c:v>
                </c:pt>
                <c:pt idx="378">
                  <c:v>56.7</c:v>
                </c:pt>
                <c:pt idx="379">
                  <c:v>56.85</c:v>
                </c:pt>
                <c:pt idx="380">
                  <c:v>57</c:v>
                </c:pt>
                <c:pt idx="381">
                  <c:v>57.15</c:v>
                </c:pt>
                <c:pt idx="382">
                  <c:v>57.3</c:v>
                </c:pt>
                <c:pt idx="383">
                  <c:v>57.45</c:v>
                </c:pt>
                <c:pt idx="384">
                  <c:v>57.6</c:v>
                </c:pt>
                <c:pt idx="385">
                  <c:v>57.75</c:v>
                </c:pt>
                <c:pt idx="386">
                  <c:v>57.9</c:v>
                </c:pt>
                <c:pt idx="387">
                  <c:v>58.05</c:v>
                </c:pt>
                <c:pt idx="388">
                  <c:v>58.2</c:v>
                </c:pt>
                <c:pt idx="389">
                  <c:v>58.35</c:v>
                </c:pt>
                <c:pt idx="390">
                  <c:v>58.5</c:v>
                </c:pt>
                <c:pt idx="391">
                  <c:v>58.65</c:v>
                </c:pt>
                <c:pt idx="392">
                  <c:v>58.8</c:v>
                </c:pt>
                <c:pt idx="393">
                  <c:v>58.95</c:v>
                </c:pt>
                <c:pt idx="394">
                  <c:v>59.1</c:v>
                </c:pt>
                <c:pt idx="395">
                  <c:v>59.25</c:v>
                </c:pt>
                <c:pt idx="396">
                  <c:v>59.4</c:v>
                </c:pt>
                <c:pt idx="397">
                  <c:v>59.55</c:v>
                </c:pt>
                <c:pt idx="398">
                  <c:v>59.7</c:v>
                </c:pt>
                <c:pt idx="399">
                  <c:v>59.85</c:v>
                </c:pt>
                <c:pt idx="400">
                  <c:v>60</c:v>
                </c:pt>
              </c:numCache>
            </c:numRef>
          </c:xVal>
          <c:yVal>
            <c:numRef>
              <c:f>'Chart Data'!$B$2:$B$402</c:f>
              <c:numCache>
                <c:formatCode>0.0</c:formatCode>
                <c:ptCount val="401"/>
                <c:pt idx="0">
                  <c:v>0</c:v>
                </c:pt>
                <c:pt idx="1">
                  <c:v>0.04748848</c:v>
                </c:pt>
                <c:pt idx="2">
                  <c:v>0.09490255</c:v>
                </c:pt>
                <c:pt idx="3">
                  <c:v>0.14216795</c:v>
                </c:pt>
                <c:pt idx="4">
                  <c:v>0.18921061</c:v>
                </c:pt>
                <c:pt idx="5">
                  <c:v>0.23595683</c:v>
                </c:pt>
                <c:pt idx="6">
                  <c:v>0.28233339</c:v>
                </c:pt>
                <c:pt idx="7">
                  <c:v>0.32826761</c:v>
                </c:pt>
                <c:pt idx="8">
                  <c:v>0.37368754</c:v>
                </c:pt>
                <c:pt idx="9">
                  <c:v>0.41852201</c:v>
                </c:pt>
                <c:pt idx="10">
                  <c:v>0.46270079</c:v>
                </c:pt>
                <c:pt idx="11">
                  <c:v>0.50615466</c:v>
                </c:pt>
                <c:pt idx="12">
                  <c:v>0.54881554</c:v>
                </c:pt>
                <c:pt idx="13">
                  <c:v>0.59061659</c:v>
                </c:pt>
                <c:pt idx="14">
                  <c:v>0.63149233</c:v>
                </c:pt>
                <c:pt idx="15">
                  <c:v>0.67137871</c:v>
                </c:pt>
                <c:pt idx="16">
                  <c:v>0.71021325</c:v>
                </c:pt>
                <c:pt idx="17">
                  <c:v>0.7479351</c:v>
                </c:pt>
                <c:pt idx="18">
                  <c:v>0.78448516</c:v>
                </c:pt>
                <c:pt idx="19">
                  <c:v>0.81980618</c:v>
                </c:pt>
                <c:pt idx="20">
                  <c:v>0.85384281</c:v>
                </c:pt>
                <c:pt idx="21">
                  <c:v>0.88654173</c:v>
                </c:pt>
                <c:pt idx="22">
                  <c:v>0.91785172</c:v>
                </c:pt>
                <c:pt idx="23">
                  <c:v>0.94772371</c:v>
                </c:pt>
                <c:pt idx="24">
                  <c:v>0.9761109</c:v>
                </c:pt>
                <c:pt idx="25">
                  <c:v>1.00296883</c:v>
                </c:pt>
                <c:pt idx="26">
                  <c:v>1.02825542</c:v>
                </c:pt>
                <c:pt idx="27">
                  <c:v>1.05193104</c:v>
                </c:pt>
                <c:pt idx="28">
                  <c:v>1.07395861</c:v>
                </c:pt>
                <c:pt idx="29">
                  <c:v>1.09430362</c:v>
                </c:pt>
                <c:pt idx="30">
                  <c:v>1.11293418</c:v>
                </c:pt>
                <c:pt idx="31">
                  <c:v>1.12982112</c:v>
                </c:pt>
                <c:pt idx="32">
                  <c:v>1.14493798</c:v>
                </c:pt>
                <c:pt idx="33">
                  <c:v>1.15826107</c:v>
                </c:pt>
                <c:pt idx="34">
                  <c:v>1.16976952</c:v>
                </c:pt>
                <c:pt idx="35">
                  <c:v>1.17944529</c:v>
                </c:pt>
                <c:pt idx="36">
                  <c:v>1.18727324</c:v>
                </c:pt>
                <c:pt idx="37">
                  <c:v>1.1932411</c:v>
                </c:pt>
                <c:pt idx="38">
                  <c:v>1.19733951</c:v>
                </c:pt>
                <c:pt idx="39">
                  <c:v>1.19956205</c:v>
                </c:pt>
                <c:pt idx="40">
                  <c:v>1.19990525</c:v>
                </c:pt>
                <c:pt idx="41">
                  <c:v>1.19836857</c:v>
                </c:pt>
                <c:pt idx="42">
                  <c:v>1.19495441</c:v>
                </c:pt>
                <c:pt idx="43">
                  <c:v>1.18966812</c:v>
                </c:pt>
                <c:pt idx="44">
                  <c:v>1.18251799</c:v>
                </c:pt>
                <c:pt idx="45">
                  <c:v>1.17351521</c:v>
                </c:pt>
                <c:pt idx="46">
                  <c:v>1.16267389</c:v>
                </c:pt>
                <c:pt idx="47">
                  <c:v>1.15001102</c:v>
                </c:pt>
                <c:pt idx="48">
                  <c:v>1.13554643</c:v>
                </c:pt>
                <c:pt idx="49">
                  <c:v>1.1193028</c:v>
                </c:pt>
                <c:pt idx="50">
                  <c:v>1.10130555</c:v>
                </c:pt>
                <c:pt idx="51">
                  <c:v>1.0815829</c:v>
                </c:pt>
                <c:pt idx="52">
                  <c:v>1.06016574</c:v>
                </c:pt>
                <c:pt idx="53">
                  <c:v>1.03708762</c:v>
                </c:pt>
                <c:pt idx="54">
                  <c:v>1.0123847</c:v>
                </c:pt>
                <c:pt idx="55">
                  <c:v>0.98609569</c:v>
                </c:pt>
                <c:pt idx="56">
                  <c:v>0.95826177</c:v>
                </c:pt>
                <c:pt idx="57">
                  <c:v>0.92892654</c:v>
                </c:pt>
                <c:pt idx="58">
                  <c:v>0.89813597</c:v>
                </c:pt>
                <c:pt idx="59">
                  <c:v>0.8659383</c:v>
                </c:pt>
                <c:pt idx="60">
                  <c:v>0.83238397</c:v>
                </c:pt>
                <c:pt idx="61">
                  <c:v>0.79752554</c:v>
                </c:pt>
                <c:pt idx="62">
                  <c:v>0.76141764</c:v>
                </c:pt>
                <c:pt idx="63">
                  <c:v>0.72411683</c:v>
                </c:pt>
                <c:pt idx="64">
                  <c:v>0.68568155</c:v>
                </c:pt>
                <c:pt idx="65">
                  <c:v>0.64617202</c:v>
                </c:pt>
                <c:pt idx="66">
                  <c:v>0.60565013</c:v>
                </c:pt>
                <c:pt idx="67">
                  <c:v>0.56417938</c:v>
                </c:pt>
                <c:pt idx="68">
                  <c:v>0.52182472</c:v>
                </c:pt>
                <c:pt idx="69">
                  <c:v>0.47865253</c:v>
                </c:pt>
                <c:pt idx="70">
                  <c:v>0.43473044</c:v>
                </c:pt>
                <c:pt idx="71">
                  <c:v>0.39012726</c:v>
                </c:pt>
                <c:pt idx="72">
                  <c:v>0.34491287</c:v>
                </c:pt>
                <c:pt idx="73">
                  <c:v>0.2991581</c:v>
                </c:pt>
                <c:pt idx="74">
                  <c:v>0.25293465</c:v>
                </c:pt>
                <c:pt idx="75">
                  <c:v>0.20631492</c:v>
                </c:pt>
                <c:pt idx="76">
                  <c:v>0.15937196</c:v>
                </c:pt>
                <c:pt idx="77">
                  <c:v>0.11217932</c:v>
                </c:pt>
                <c:pt idx="78">
                  <c:v>0.06481092</c:v>
                </c:pt>
                <c:pt idx="79">
                  <c:v>0.01734099</c:v>
                </c:pt>
                <c:pt idx="80">
                  <c:v>-0.03015611</c:v>
                </c:pt>
                <c:pt idx="81">
                  <c:v>-0.07760597</c:v>
                </c:pt>
                <c:pt idx="82">
                  <c:v>-0.12493424</c:v>
                </c:pt>
                <c:pt idx="83">
                  <c:v>-0.17206678</c:v>
                </c:pt>
                <c:pt idx="84">
                  <c:v>-0.21892974</c:v>
                </c:pt>
                <c:pt idx="85">
                  <c:v>-0.26544971</c:v>
                </c:pt>
                <c:pt idx="86">
                  <c:v>-0.3115538</c:v>
                </c:pt>
                <c:pt idx="87">
                  <c:v>-0.35716978</c:v>
                </c:pt>
                <c:pt idx="88">
                  <c:v>-0.40222618</c:v>
                </c:pt>
                <c:pt idx="89">
                  <c:v>-0.44665242</c:v>
                </c:pt>
                <c:pt idx="90">
                  <c:v>-0.49037889</c:v>
                </c:pt>
                <c:pt idx="91">
                  <c:v>-0.53333709</c:v>
                </c:pt>
                <c:pt idx="92">
                  <c:v>-0.57545971</c:v>
                </c:pt>
                <c:pt idx="93">
                  <c:v>-0.61668076</c:v>
                </c:pt>
                <c:pt idx="94">
                  <c:v>-0.65693566</c:v>
                </c:pt>
                <c:pt idx="95">
                  <c:v>-0.69616135</c:v>
                </c:pt>
                <c:pt idx="96">
                  <c:v>-0.73429636</c:v>
                </c:pt>
                <c:pt idx="97">
                  <c:v>-0.77128095</c:v>
                </c:pt>
                <c:pt idx="98">
                  <c:v>-0.80705719</c:v>
                </c:pt>
                <c:pt idx="99">
                  <c:v>-0.84156901</c:v>
                </c:pt>
                <c:pt idx="100">
                  <c:v>-0.87476235</c:v>
                </c:pt>
                <c:pt idx="101">
                  <c:v>-0.90658521</c:v>
                </c:pt>
                <c:pt idx="102">
                  <c:v>-0.93698773</c:v>
                </c:pt>
                <c:pt idx="103">
                  <c:v>-0.96592227</c:v>
                </c:pt>
                <c:pt idx="104">
                  <c:v>-0.99334351</c:v>
                </c:pt>
                <c:pt idx="105">
                  <c:v>-1.01920848</c:v>
                </c:pt>
                <c:pt idx="106">
                  <c:v>-1.04347667</c:v>
                </c:pt>
                <c:pt idx="107">
                  <c:v>-1.06611004</c:v>
                </c:pt>
                <c:pt idx="108">
                  <c:v>-1.08707315</c:v>
                </c:pt>
                <c:pt idx="109">
                  <c:v>-1.10633315</c:v>
                </c:pt>
                <c:pt idx="110">
                  <c:v>-1.12385986</c:v>
                </c:pt>
                <c:pt idx="111">
                  <c:v>-1.13962583</c:v>
                </c:pt>
                <c:pt idx="112">
                  <c:v>-1.15360636</c:v>
                </c:pt>
                <c:pt idx="113">
                  <c:v>-1.16577953</c:v>
                </c:pt>
                <c:pt idx="114">
                  <c:v>-1.17612629</c:v>
                </c:pt>
                <c:pt idx="115">
                  <c:v>-1.18463042</c:v>
                </c:pt>
                <c:pt idx="116">
                  <c:v>-1.19127859</c:v>
                </c:pt>
                <c:pt idx="117">
                  <c:v>-1.1960604</c:v>
                </c:pt>
                <c:pt idx="118">
                  <c:v>-1.19896834</c:v>
                </c:pt>
                <c:pt idx="119">
                  <c:v>-1.19999787</c:v>
                </c:pt>
                <c:pt idx="120">
                  <c:v>-1.19914737</c:v>
                </c:pt>
                <c:pt idx="121">
                  <c:v>-1.19641817</c:v>
                </c:pt>
                <c:pt idx="122">
                  <c:v>-1.19181455</c:v>
                </c:pt>
                <c:pt idx="123">
                  <c:v>-1.18534372</c:v>
                </c:pt>
                <c:pt idx="124">
                  <c:v>-1.17701583</c:v>
                </c:pt>
                <c:pt idx="125">
                  <c:v>-1.1668439</c:v>
                </c:pt>
                <c:pt idx="126">
                  <c:v>-1.1548439</c:v>
                </c:pt>
                <c:pt idx="127">
                  <c:v>-1.1410346</c:v>
                </c:pt>
                <c:pt idx="128">
                  <c:v>-1.12543765</c:v>
                </c:pt>
                <c:pt idx="129">
                  <c:v>-1.10807749</c:v>
                </c:pt>
                <c:pt idx="130">
                  <c:v>-1.08898131</c:v>
                </c:pt>
                <c:pt idx="131">
                  <c:v>-1.06817903</c:v>
                </c:pt>
                <c:pt idx="132">
                  <c:v>-1.04570324</c:v>
                </c:pt>
                <c:pt idx="133">
                  <c:v>-1.02158915</c:v>
                </c:pt>
                <c:pt idx="134">
                  <c:v>-0.99587454</c:v>
                </c:pt>
                <c:pt idx="135">
                  <c:v>-0.96859971</c:v>
                </c:pt>
                <c:pt idx="136">
                  <c:v>-0.93980737</c:v>
                </c:pt>
                <c:pt idx="137">
                  <c:v>-0.90954265</c:v>
                </c:pt>
                <c:pt idx="138">
                  <c:v>-0.87785295</c:v>
                </c:pt>
                <c:pt idx="139">
                  <c:v>-0.84478792</c:v>
                </c:pt>
                <c:pt idx="140">
                  <c:v>-0.81039937</c:v>
                </c:pt>
                <c:pt idx="141">
                  <c:v>-0.77474117</c:v>
                </c:pt>
                <c:pt idx="142">
                  <c:v>-0.73786919</c:v>
                </c:pt>
                <c:pt idx="143">
                  <c:v>-0.69984119</c:v>
                </c:pt>
                <c:pt idx="144">
                  <c:v>-0.66071676</c:v>
                </c:pt>
                <c:pt idx="145">
                  <c:v>-0.62055719</c:v>
                </c:pt>
                <c:pt idx="146">
                  <c:v>-0.57942539</c:v>
                </c:pt>
                <c:pt idx="147">
                  <c:v>-0.53738581</c:v>
                </c:pt>
                <c:pt idx="148">
                  <c:v>-0.49450431</c:v>
                </c:pt>
                <c:pt idx="149">
                  <c:v>-0.45084808</c:v>
                </c:pt>
                <c:pt idx="150">
                  <c:v>-0.4064855</c:v>
                </c:pt>
                <c:pt idx="151">
                  <c:v>-0.36148609</c:v>
                </c:pt>
                <c:pt idx="152">
                  <c:v>-0.31592034</c:v>
                </c:pt>
                <c:pt idx="153">
                  <c:v>-0.26985964</c:v>
                </c:pt>
                <c:pt idx="154">
                  <c:v>-0.22337615</c:v>
                </c:pt>
                <c:pt idx="155">
                  <c:v>-0.17654269</c:v>
                </c:pt>
                <c:pt idx="156">
                  <c:v>-0.12943265</c:v>
                </c:pt>
                <c:pt idx="157">
                  <c:v>-0.08211983</c:v>
                </c:pt>
                <c:pt idx="158">
                  <c:v>-0.03467835</c:v>
                </c:pt>
                <c:pt idx="159">
                  <c:v>0.01281745</c:v>
                </c:pt>
                <c:pt idx="160">
                  <c:v>0.06029318</c:v>
                </c:pt>
                <c:pt idx="161">
                  <c:v>0.10767445</c:v>
                </c:pt>
                <c:pt idx="162">
                  <c:v>0.15488702</c:v>
                </c:pt>
                <c:pt idx="163">
                  <c:v>0.20185694</c:v>
                </c:pt>
                <c:pt idx="164">
                  <c:v>0.2485106</c:v>
                </c:pt>
                <c:pt idx="165">
                  <c:v>0.29477493</c:v>
                </c:pt>
                <c:pt idx="166">
                  <c:v>0.34057743</c:v>
                </c:pt>
                <c:pt idx="167">
                  <c:v>0.38584635</c:v>
                </c:pt>
                <c:pt idx="168">
                  <c:v>0.43051077</c:v>
                </c:pt>
                <c:pt idx="169">
                  <c:v>0.47450071</c:v>
                </c:pt>
                <c:pt idx="170">
                  <c:v>0.51774725</c:v>
                </c:pt>
                <c:pt idx="171">
                  <c:v>0.56018265</c:v>
                </c:pt>
                <c:pt idx="172">
                  <c:v>0.6017404</c:v>
                </c:pt>
                <c:pt idx="173">
                  <c:v>0.64235542</c:v>
                </c:pt>
                <c:pt idx="174">
                  <c:v>0.68196406</c:v>
                </c:pt>
                <c:pt idx="175">
                  <c:v>0.72050427</c:v>
                </c:pt>
                <c:pt idx="176">
                  <c:v>0.75791567</c:v>
                </c:pt>
                <c:pt idx="177">
                  <c:v>0.79413965</c:v>
                </c:pt>
                <c:pt idx="178">
                  <c:v>0.82911946</c:v>
                </c:pt>
                <c:pt idx="179">
                  <c:v>0.86280029</c:v>
                </c:pt>
                <c:pt idx="180">
                  <c:v>0.89512937</c:v>
                </c:pt>
                <c:pt idx="181">
                  <c:v>0.92605607</c:v>
                </c:pt>
                <c:pt idx="182">
                  <c:v>0.95553191</c:v>
                </c:pt>
                <c:pt idx="183">
                  <c:v>0.98351073</c:v>
                </c:pt>
                <c:pt idx="184">
                  <c:v>1.00994869</c:v>
                </c:pt>
                <c:pt idx="185">
                  <c:v>1.03480437</c:v>
                </c:pt>
                <c:pt idx="186">
                  <c:v>1.05803883</c:v>
                </c:pt>
                <c:pt idx="187">
                  <c:v>1.07961567</c:v>
                </c:pt>
                <c:pt idx="188">
                  <c:v>1.09950107</c:v>
                </c:pt>
                <c:pt idx="189">
                  <c:v>1.1176639</c:v>
                </c:pt>
                <c:pt idx="190">
                  <c:v>1.13407569</c:v>
                </c:pt>
                <c:pt idx="191">
                  <c:v>1.14871073</c:v>
                </c:pt>
                <c:pt idx="192">
                  <c:v>1.16154609</c:v>
                </c:pt>
                <c:pt idx="193">
                  <c:v>1.17256167</c:v>
                </c:pt>
                <c:pt idx="194">
                  <c:v>1.1817402</c:v>
                </c:pt>
                <c:pt idx="195">
                  <c:v>1.1890673</c:v>
                </c:pt>
                <c:pt idx="196">
                  <c:v>1.1945315</c:v>
                </c:pt>
                <c:pt idx="197">
                  <c:v>1.19812424</c:v>
                </c:pt>
                <c:pt idx="198">
                  <c:v>1.19983988</c:v>
                </c:pt>
                <c:pt idx="199">
                  <c:v>1.19967574</c:v>
                </c:pt>
                <c:pt idx="200">
                  <c:v>1.19763207</c:v>
                </c:pt>
                <c:pt idx="201">
                  <c:v>1.19371209</c:v>
                </c:pt>
                <c:pt idx="202">
                  <c:v>1.18792192</c:v>
                </c:pt>
                <c:pt idx="203">
                  <c:v>1.18027064</c:v>
                </c:pt>
                <c:pt idx="204">
                  <c:v>1.17077024</c:v>
                </c:pt>
                <c:pt idx="205">
                  <c:v>1.1594356</c:v>
                </c:pt>
                <c:pt idx="206">
                  <c:v>1.14628448</c:v>
                </c:pt>
                <c:pt idx="207">
                  <c:v>1.13133748</c:v>
                </c:pt>
                <c:pt idx="208">
                  <c:v>1.11461802</c:v>
                </c:pt>
                <c:pt idx="209">
                  <c:v>1.0961523</c:v>
                </c:pt>
                <c:pt idx="210">
                  <c:v>1.07596924</c:v>
                </c:pt>
                <c:pt idx="211">
                  <c:v>1.05410047</c:v>
                </c:pt>
                <c:pt idx="212">
                  <c:v>1.03058025</c:v>
                </c:pt>
                <c:pt idx="213">
                  <c:v>1.00544542</c:v>
                </c:pt>
                <c:pt idx="214">
                  <c:v>0.97873537</c:v>
                </c:pt>
                <c:pt idx="215">
                  <c:v>0.95049194</c:v>
                </c:pt>
                <c:pt idx="216">
                  <c:v>0.92075938</c:v>
                </c:pt>
                <c:pt idx="217">
                  <c:v>0.88958427</c:v>
                </c:pt>
                <c:pt idx="218">
                  <c:v>0.85701545</c:v>
                </c:pt>
                <c:pt idx="219">
                  <c:v>0.82310395</c:v>
                </c:pt>
                <c:pt idx="220">
                  <c:v>0.78790291</c:v>
                </c:pt>
                <c:pt idx="221">
                  <c:v>0.75146746</c:v>
                </c:pt>
                <c:pt idx="222">
                  <c:v>0.71385469</c:v>
                </c:pt>
                <c:pt idx="223">
                  <c:v>0.67512352</c:v>
                </c:pt>
                <c:pt idx="224">
                  <c:v>0.63533465</c:v>
                </c:pt>
                <c:pt idx="225">
                  <c:v>0.5945504</c:v>
                </c:pt>
                <c:pt idx="226">
                  <c:v>0.55283468</c:v>
                </c:pt>
                <c:pt idx="227">
                  <c:v>0.51025283</c:v>
                </c:pt>
                <c:pt idx="228">
                  <c:v>0.46687157</c:v>
                </c:pt>
                <c:pt idx="229">
                  <c:v>0.42275886</c:v>
                </c:pt>
                <c:pt idx="230">
                  <c:v>0.37798382</c:v>
                </c:pt>
                <c:pt idx="231">
                  <c:v>0.3326166</c:v>
                </c:pt>
                <c:pt idx="232">
                  <c:v>0.28672827</c:v>
                </c:pt>
                <c:pt idx="233">
                  <c:v>0.24039072</c:v>
                </c:pt>
                <c:pt idx="234">
                  <c:v>0.19367656</c:v>
                </c:pt>
                <c:pt idx="235">
                  <c:v>0.14665896</c:v>
                </c:pt>
                <c:pt idx="236">
                  <c:v>0.09941159</c:v>
                </c:pt>
                <c:pt idx="237">
                  <c:v>0.05200848</c:v>
                </c:pt>
                <c:pt idx="238">
                  <c:v>0.00452388</c:v>
                </c:pt>
                <c:pt idx="239">
                  <c:v>-0.0429678</c:v>
                </c:pt>
                <c:pt idx="240">
                  <c:v>-0.09039217</c:v>
                </c:pt>
                <c:pt idx="241">
                  <c:v>-0.13767492</c:v>
                </c:pt>
                <c:pt idx="242">
                  <c:v>-0.18474197</c:v>
                </c:pt>
                <c:pt idx="243">
                  <c:v>-0.23151959</c:v>
                </c:pt>
                <c:pt idx="244">
                  <c:v>-0.27793449</c:v>
                </c:pt>
                <c:pt idx="245">
                  <c:v>-0.32391395</c:v>
                </c:pt>
                <c:pt idx="246">
                  <c:v>-0.36938594</c:v>
                </c:pt>
                <c:pt idx="247">
                  <c:v>-0.41427921</c:v>
                </c:pt>
                <c:pt idx="248">
                  <c:v>-0.45852344</c:v>
                </c:pt>
                <c:pt idx="249">
                  <c:v>-0.5020493</c:v>
                </c:pt>
                <c:pt idx="250">
                  <c:v>-0.5447886</c:v>
                </c:pt>
                <c:pt idx="251">
                  <c:v>-0.58667438</c:v>
                </c:pt>
                <c:pt idx="252">
                  <c:v>-0.62764103</c:v>
                </c:pt>
                <c:pt idx="253">
                  <c:v>-0.66762435</c:v>
                </c:pt>
                <c:pt idx="254">
                  <c:v>-0.70656171</c:v>
                </c:pt>
                <c:pt idx="255">
                  <c:v>-0.74439211</c:v>
                </c:pt>
                <c:pt idx="256">
                  <c:v>-0.78105627</c:v>
                </c:pt>
                <c:pt idx="257">
                  <c:v>-0.81649675</c:v>
                </c:pt>
                <c:pt idx="258">
                  <c:v>-0.85065804</c:v>
                </c:pt>
                <c:pt idx="259">
                  <c:v>-0.8834866</c:v>
                </c:pt>
                <c:pt idx="260">
                  <c:v>-0.91493101</c:v>
                </c:pt>
                <c:pt idx="261">
                  <c:v>-0.94494201</c:v>
                </c:pt>
                <c:pt idx="262">
                  <c:v>-0.97347257</c:v>
                </c:pt>
                <c:pt idx="263">
                  <c:v>-1.00047799</c:v>
                </c:pt>
                <c:pt idx="264">
                  <c:v>-1.02591597</c:v>
                </c:pt>
                <c:pt idx="265">
                  <c:v>-1.04974666</c:v>
                </c:pt>
                <c:pt idx="266">
                  <c:v>-1.07193272</c:v>
                </c:pt>
                <c:pt idx="267">
                  <c:v>-1.09243938</c:v>
                </c:pt>
                <c:pt idx="268">
                  <c:v>-1.11123453</c:v>
                </c:pt>
                <c:pt idx="269">
                  <c:v>-1.12828871</c:v>
                </c:pt>
                <c:pt idx="270">
                  <c:v>-1.14357521</c:v>
                </c:pt>
                <c:pt idx="271">
                  <c:v>-1.15707008</c:v>
                </c:pt>
                <c:pt idx="272">
                  <c:v>-1.16875217</c:v>
                </c:pt>
                <c:pt idx="273">
                  <c:v>-1.17860319</c:v>
                </c:pt>
                <c:pt idx="274">
                  <c:v>-1.18660769</c:v>
                </c:pt>
                <c:pt idx="275">
                  <c:v>-1.19275315</c:v>
                </c:pt>
                <c:pt idx="276">
                  <c:v>-1.19702992</c:v>
                </c:pt>
                <c:pt idx="277">
                  <c:v>-1.19943132</c:v>
                </c:pt>
                <c:pt idx="278">
                  <c:v>-1.19995357</c:v>
                </c:pt>
                <c:pt idx="279">
                  <c:v>-1.19859587</c:v>
                </c:pt>
                <c:pt idx="280">
                  <c:v>-1.19536033</c:v>
                </c:pt>
                <c:pt idx="281">
                  <c:v>-1.19025203</c:v>
                </c:pt>
                <c:pt idx="282">
                  <c:v>-1.18327897</c:v>
                </c:pt>
                <c:pt idx="283">
                  <c:v>-1.17445207</c:v>
                </c:pt>
                <c:pt idx="284">
                  <c:v>-1.16378517</c:v>
                </c:pt>
                <c:pt idx="285">
                  <c:v>-1.15129497</c:v>
                </c:pt>
                <c:pt idx="286">
                  <c:v>-1.13700104</c:v>
                </c:pt>
                <c:pt idx="287">
                  <c:v>-1.12092578</c:v>
                </c:pt>
                <c:pt idx="288">
                  <c:v>-1.10309438</c:v>
                </c:pt>
                <c:pt idx="289">
                  <c:v>-1.08353476</c:v>
                </c:pt>
                <c:pt idx="290">
                  <c:v>-1.06227757</c:v>
                </c:pt>
                <c:pt idx="291">
                  <c:v>-1.03935613</c:v>
                </c:pt>
                <c:pt idx="292">
                  <c:v>-1.01480632</c:v>
                </c:pt>
                <c:pt idx="293">
                  <c:v>-0.98866663</c:v>
                </c:pt>
                <c:pt idx="294">
                  <c:v>-0.960978</c:v>
                </c:pt>
                <c:pt idx="295">
                  <c:v>-0.93178382</c:v>
                </c:pt>
                <c:pt idx="296">
                  <c:v>-0.90112981</c:v>
                </c:pt>
                <c:pt idx="297">
                  <c:v>-0.86906401</c:v>
                </c:pt>
                <c:pt idx="298">
                  <c:v>-0.83563665</c:v>
                </c:pt>
                <c:pt idx="299">
                  <c:v>-0.8009001</c:v>
                </c:pt>
                <c:pt idx="300">
                  <c:v>-0.76490879</c:v>
                </c:pt>
                <c:pt idx="301">
                  <c:v>-0.7277191</c:v>
                </c:pt>
                <c:pt idx="302">
                  <c:v>-0.6893893</c:v>
                </c:pt>
                <c:pt idx="303">
                  <c:v>-0.64997943</c:v>
                </c:pt>
                <c:pt idx="304">
                  <c:v>-0.60955125</c:v>
                </c:pt>
                <c:pt idx="305">
                  <c:v>-0.56816809</c:v>
                </c:pt>
                <c:pt idx="306">
                  <c:v>-0.52589478</c:v>
                </c:pt>
                <c:pt idx="307">
                  <c:v>-0.48279755</c:v>
                </c:pt>
                <c:pt idx="308">
                  <c:v>-0.43894393</c:v>
                </c:pt>
                <c:pt idx="309">
                  <c:v>-0.39440262</c:v>
                </c:pt>
                <c:pt idx="310">
                  <c:v>-0.3492434</c:v>
                </c:pt>
                <c:pt idx="311">
                  <c:v>-0.30353702</c:v>
                </c:pt>
                <c:pt idx="312">
                  <c:v>-0.2573551</c:v>
                </c:pt>
                <c:pt idx="313">
                  <c:v>-0.21076997</c:v>
                </c:pt>
                <c:pt idx="314">
                  <c:v>-0.16385464</c:v>
                </c:pt>
                <c:pt idx="315">
                  <c:v>-0.11668259</c:v>
                </c:pt>
                <c:pt idx="316">
                  <c:v>-0.06932774</c:v>
                </c:pt>
                <c:pt idx="317">
                  <c:v>-0.02186427</c:v>
                </c:pt>
                <c:pt idx="318">
                  <c:v>0.02563345</c:v>
                </c:pt>
                <c:pt idx="319">
                  <c:v>0.07309101</c:v>
                </c:pt>
                <c:pt idx="320">
                  <c:v>0.12043406</c:v>
                </c:pt>
                <c:pt idx="321">
                  <c:v>0.16758842</c:v>
                </c:pt>
                <c:pt idx="322">
                  <c:v>0.21448023</c:v>
                </c:pt>
                <c:pt idx="323">
                  <c:v>0.26103601</c:v>
                </c:pt>
                <c:pt idx="324">
                  <c:v>0.30718283</c:v>
                </c:pt>
                <c:pt idx="325">
                  <c:v>0.35284839</c:v>
                </c:pt>
                <c:pt idx="326">
                  <c:v>0.39796114</c:v>
                </c:pt>
                <c:pt idx="327">
                  <c:v>0.44245041</c:v>
                </c:pt>
                <c:pt idx="328">
                  <c:v>0.4862465</c:v>
                </c:pt>
                <c:pt idx="329">
                  <c:v>0.52928078</c:v>
                </c:pt>
                <c:pt idx="330">
                  <c:v>0.57148584</c:v>
                </c:pt>
                <c:pt idx="331">
                  <c:v>0.61279557</c:v>
                </c:pt>
                <c:pt idx="332">
                  <c:v>0.65314522</c:v>
                </c:pt>
                <c:pt idx="333">
                  <c:v>0.6924716</c:v>
                </c:pt>
                <c:pt idx="334">
                  <c:v>0.73071309</c:v>
                </c:pt>
                <c:pt idx="335">
                  <c:v>0.76780977</c:v>
                </c:pt>
                <c:pt idx="336">
                  <c:v>0.80370354</c:v>
                </c:pt>
                <c:pt idx="337">
                  <c:v>0.83833814</c:v>
                </c:pt>
                <c:pt idx="338">
                  <c:v>0.87165933</c:v>
                </c:pt>
                <c:pt idx="339">
                  <c:v>0.90361489</c:v>
                </c:pt>
                <c:pt idx="340">
                  <c:v>0.93415476</c:v>
                </c:pt>
                <c:pt idx="341">
                  <c:v>0.9632311</c:v>
                </c:pt>
                <c:pt idx="342">
                  <c:v>0.99079835</c:v>
                </c:pt>
                <c:pt idx="343">
                  <c:v>1.01681333</c:v>
                </c:pt>
                <c:pt idx="344">
                  <c:v>1.04123527</c:v>
                </c:pt>
                <c:pt idx="345">
                  <c:v>1.06402591</c:v>
                </c:pt>
                <c:pt idx="346">
                  <c:v>1.08514955</c:v>
                </c:pt>
                <c:pt idx="347">
                  <c:v>1.10457309</c:v>
                </c:pt>
                <c:pt idx="348">
                  <c:v>1.1222661</c:v>
                </c:pt>
                <c:pt idx="349">
                  <c:v>1.13820087</c:v>
                </c:pt>
                <c:pt idx="350">
                  <c:v>1.15235242</c:v>
                </c:pt>
                <c:pt idx="351">
                  <c:v>1.16469859</c:v>
                </c:pt>
                <c:pt idx="352">
                  <c:v>1.17522004</c:v>
                </c:pt>
                <c:pt idx="353">
                  <c:v>1.18390027</c:v>
                </c:pt>
                <c:pt idx="354">
                  <c:v>1.1907257</c:v>
                </c:pt>
                <c:pt idx="355">
                  <c:v>1.19568562</c:v>
                </c:pt>
                <c:pt idx="356">
                  <c:v>1.19877227</c:v>
                </c:pt>
                <c:pt idx="357">
                  <c:v>1.19998081</c:v>
                </c:pt>
                <c:pt idx="358">
                  <c:v>1.19930935</c:v>
                </c:pt>
                <c:pt idx="359">
                  <c:v>1.19675894</c:v>
                </c:pt>
                <c:pt idx="360">
                  <c:v>1.19233357</c:v>
                </c:pt>
                <c:pt idx="361">
                  <c:v>1.18604018</c:v>
                </c:pt>
                <c:pt idx="362">
                  <c:v>1.17788863</c:v>
                </c:pt>
                <c:pt idx="363">
                  <c:v>1.16789169</c:v>
                </c:pt>
                <c:pt idx="364">
                  <c:v>1.15606502</c:v>
                </c:pt>
                <c:pt idx="365">
                  <c:v>1.14242715</c:v>
                </c:pt>
                <c:pt idx="366">
                  <c:v>1.12699945</c:v>
                </c:pt>
                <c:pt idx="367">
                  <c:v>1.10980608</c:v>
                </c:pt>
                <c:pt idx="368">
                  <c:v>1.09087399</c:v>
                </c:pt>
                <c:pt idx="369">
                  <c:v>1.07023283</c:v>
                </c:pt>
                <c:pt idx="370">
                  <c:v>1.04791495</c:v>
                </c:pt>
                <c:pt idx="371">
                  <c:v>1.0239553</c:v>
                </c:pt>
                <c:pt idx="372">
                  <c:v>0.99839143</c:v>
                </c:pt>
                <c:pt idx="373">
                  <c:v>0.97126338</c:v>
                </c:pt>
                <c:pt idx="374">
                  <c:v>0.94261366</c:v>
                </c:pt>
                <c:pt idx="375">
                  <c:v>0.91248716</c:v>
                </c:pt>
                <c:pt idx="376">
                  <c:v>0.88093107</c:v>
                </c:pt>
                <c:pt idx="377">
                  <c:v>0.84799482</c:v>
                </c:pt>
                <c:pt idx="378">
                  <c:v>0.81373003</c:v>
                </c:pt>
                <c:pt idx="379">
                  <c:v>0.77819038</c:v>
                </c:pt>
                <c:pt idx="380">
                  <c:v>0.74143154</c:v>
                </c:pt>
                <c:pt idx="381">
                  <c:v>0.7035111</c:v>
                </c:pt>
                <c:pt idx="382">
                  <c:v>0.66448847</c:v>
                </c:pt>
                <c:pt idx="383">
                  <c:v>0.6244248</c:v>
                </c:pt>
                <c:pt idx="384">
                  <c:v>0.58338284</c:v>
                </c:pt>
                <c:pt idx="385">
                  <c:v>0.5414269</c:v>
                </c:pt>
                <c:pt idx="386">
                  <c:v>0.49862271</c:v>
                </c:pt>
                <c:pt idx="387">
                  <c:v>0.45503733</c:v>
                </c:pt>
                <c:pt idx="388">
                  <c:v>0.41073905</c:v>
                </c:pt>
                <c:pt idx="389">
                  <c:v>0.36579726</c:v>
                </c:pt>
                <c:pt idx="390">
                  <c:v>0.32028239</c:v>
                </c:pt>
                <c:pt idx="391">
                  <c:v>0.27426573</c:v>
                </c:pt>
                <c:pt idx="392">
                  <c:v>0.22781937</c:v>
                </c:pt>
                <c:pt idx="393">
                  <c:v>0.1810161</c:v>
                </c:pt>
                <c:pt idx="394">
                  <c:v>0.13392922</c:v>
                </c:pt>
                <c:pt idx="395">
                  <c:v>0.08663253</c:v>
                </c:pt>
                <c:pt idx="396">
                  <c:v>0.0392001</c:v>
                </c:pt>
                <c:pt idx="397">
                  <c:v>-0.00829374</c:v>
                </c:pt>
                <c:pt idx="398">
                  <c:v>-0.05577458</c:v>
                </c:pt>
                <c:pt idx="399">
                  <c:v>-0.10316805</c:v>
                </c:pt>
                <c:pt idx="400">
                  <c:v>-0.15039988</c:v>
                </c:pt>
              </c:numCache>
            </c:numRef>
          </c:yVal>
        </c:ser>
        <c:ser>
          <c:idx val="1"/>
          <c:order val="1"/>
          <c:tx>
            <c:v>84 samples/s: all samples are zero</c:v>
          </c:tx>
          <c:spPr>
            <a:ln xmlns:a="http://schemas.openxmlformats.org/drawingml/2006/main" w="0">
              <a:solidFill>
                <a:srgbClr val="881C1C"/>
              </a:solidFill>
            </a:ln>
          </c:spPr>
          <c:marker>
            <c:symbol val="circle"/>
            <c:size val="7"/>
            <c:spPr>
              <a:solidFill xmlns:a="http://schemas.openxmlformats.org/drawingml/2006/main">
                <a:srgbClr val="881C1C"/>
              </a:solidFill>
            </c:spPr>
          </c:marker>
          <c:xVal>
            <c:numRef>
              <c:f>'Chart Data'!$C$2:$C$7</c:f>
              <c:numCache>
                <c:formatCode>General</c:formatCode>
                <c:ptCount val="6"/>
                <c:pt idx="0">
                  <c:v>0</c:v>
                </c:pt>
                <c:pt idx="1">
                  <c:v>11.9047619</c:v>
                </c:pt>
                <c:pt idx="2">
                  <c:v>23.80952381</c:v>
                </c:pt>
                <c:pt idx="3">
                  <c:v>35.71428571</c:v>
                </c:pt>
                <c:pt idx="4">
                  <c:v>47.61904762</c:v>
                </c:pt>
                <c:pt idx="5">
                  <c:v>59.52380952</c:v>
                </c:pt>
              </c:numCache>
            </c:numRef>
          </c:xVal>
          <c:yVal>
            <c:numRef>
              <c:f>'Chart Data'!$D$2:$D$7</c:f>
              <c:numCache>
                <c:formatCode>0.0</c:formatCode>
                <c:ptCount val="6"/>
                <c:pt idx="0">
                  <c:v>0</c:v>
                </c:pt>
                <c:pt idx="1">
                  <c:v>0</c:v>
                </c:pt>
                <c:pt idx="2">
                  <c:v>0</c:v>
                </c:pt>
                <c:pt idx="3">
                  <c:v>0</c:v>
                </c:pt>
                <c:pt idx="4">
                  <c:v>0</c:v>
                </c:pt>
                <c:pt idx="5">
                  <c:v>0</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1.8"/>
        </c:scaling>
        <c:delete val="0"/>
        <c:axPos val="l"/>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Voltage (V)</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majorUnit val="0.6"/>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Time (ms)</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majorUnit val="12"/>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er>
          <c:idx val="0"/>
          <c:order val="0"/>
          <c:tx>
            <c:v>Actual 42 Hz component</c:v>
          </c:tx>
          <c:spPr>
            <a:ln xmlns:a="http://schemas.openxmlformats.org/drawingml/2006/main" w="19050">
              <a:solidFill>
                <a:srgbClr val="AAAAAA"/>
              </a:solidFill>
            </a:ln>
          </c:spPr>
          <c:marker>
            <c:symbol val="none"/>
            <c:size val="7"/>
            <c:spPr>
              <a:solidFill xmlns:a="http://schemas.openxmlformats.org/drawingml/2006/main">
                <a:srgbClr val="AAAAAA"/>
              </a:solidFill>
            </c:spPr>
          </c:marker>
          <c:xVal>
            <c:numRef>
              <c:f>'Chart Data'!$A$2:$A$602</c:f>
              <c:numCache>
                <c:formatCode>General</c:formatCode>
                <c:ptCount val="601"/>
                <c:pt idx="0">
                  <c:v>0</c:v>
                </c:pt>
                <c:pt idx="1">
                  <c:v>0.33333333</c:v>
                </c:pt>
                <c:pt idx="2">
                  <c:v>0.66666667</c:v>
                </c:pt>
                <c:pt idx="3">
                  <c:v>1</c:v>
                </c:pt>
                <c:pt idx="4">
                  <c:v>1.33333333</c:v>
                </c:pt>
                <c:pt idx="5">
                  <c:v>1.66666667</c:v>
                </c:pt>
                <c:pt idx="6">
                  <c:v>2</c:v>
                </c:pt>
                <c:pt idx="7">
                  <c:v>2.33333333</c:v>
                </c:pt>
                <c:pt idx="8">
                  <c:v>2.66666667</c:v>
                </c:pt>
                <c:pt idx="9">
                  <c:v>3</c:v>
                </c:pt>
                <c:pt idx="10">
                  <c:v>3.33333333</c:v>
                </c:pt>
                <c:pt idx="11">
                  <c:v>3.66666667</c:v>
                </c:pt>
                <c:pt idx="12">
                  <c:v>4</c:v>
                </c:pt>
                <c:pt idx="13">
                  <c:v>4.33333333</c:v>
                </c:pt>
                <c:pt idx="14">
                  <c:v>4.66666667</c:v>
                </c:pt>
                <c:pt idx="15">
                  <c:v>5</c:v>
                </c:pt>
                <c:pt idx="16">
                  <c:v>5.33333333</c:v>
                </c:pt>
                <c:pt idx="17">
                  <c:v>5.66666667</c:v>
                </c:pt>
                <c:pt idx="18">
                  <c:v>6</c:v>
                </c:pt>
                <c:pt idx="19">
                  <c:v>6.33333333</c:v>
                </c:pt>
                <c:pt idx="20">
                  <c:v>6.66666667</c:v>
                </c:pt>
                <c:pt idx="21">
                  <c:v>7</c:v>
                </c:pt>
                <c:pt idx="22">
                  <c:v>7.33333333</c:v>
                </c:pt>
                <c:pt idx="23">
                  <c:v>7.66666667</c:v>
                </c:pt>
                <c:pt idx="24">
                  <c:v>8</c:v>
                </c:pt>
                <c:pt idx="25">
                  <c:v>8.33333333</c:v>
                </c:pt>
                <c:pt idx="26">
                  <c:v>8.66666667</c:v>
                </c:pt>
                <c:pt idx="27">
                  <c:v>9</c:v>
                </c:pt>
                <c:pt idx="28">
                  <c:v>9.33333333</c:v>
                </c:pt>
                <c:pt idx="29">
                  <c:v>9.66666667</c:v>
                </c:pt>
                <c:pt idx="30">
                  <c:v>10</c:v>
                </c:pt>
                <c:pt idx="31">
                  <c:v>10.33333333</c:v>
                </c:pt>
                <c:pt idx="32">
                  <c:v>10.66666667</c:v>
                </c:pt>
                <c:pt idx="33">
                  <c:v>11</c:v>
                </c:pt>
                <c:pt idx="34">
                  <c:v>11.33333333</c:v>
                </c:pt>
                <c:pt idx="35">
                  <c:v>11.66666667</c:v>
                </c:pt>
                <c:pt idx="36">
                  <c:v>12</c:v>
                </c:pt>
                <c:pt idx="37">
                  <c:v>12.33333333</c:v>
                </c:pt>
                <c:pt idx="38">
                  <c:v>12.66666667</c:v>
                </c:pt>
                <c:pt idx="39">
                  <c:v>13</c:v>
                </c:pt>
                <c:pt idx="40">
                  <c:v>13.33333333</c:v>
                </c:pt>
                <c:pt idx="41">
                  <c:v>13.66666667</c:v>
                </c:pt>
                <c:pt idx="42">
                  <c:v>14</c:v>
                </c:pt>
                <c:pt idx="43">
                  <c:v>14.33333333</c:v>
                </c:pt>
                <c:pt idx="44">
                  <c:v>14.66666667</c:v>
                </c:pt>
                <c:pt idx="45">
                  <c:v>15</c:v>
                </c:pt>
                <c:pt idx="46">
                  <c:v>15.33333333</c:v>
                </c:pt>
                <c:pt idx="47">
                  <c:v>15.66666667</c:v>
                </c:pt>
                <c:pt idx="48">
                  <c:v>16</c:v>
                </c:pt>
                <c:pt idx="49">
                  <c:v>16.33333333</c:v>
                </c:pt>
                <c:pt idx="50">
                  <c:v>16.66666667</c:v>
                </c:pt>
                <c:pt idx="51">
                  <c:v>17</c:v>
                </c:pt>
                <c:pt idx="52">
                  <c:v>17.33333333</c:v>
                </c:pt>
                <c:pt idx="53">
                  <c:v>17.66666667</c:v>
                </c:pt>
                <c:pt idx="54">
                  <c:v>18</c:v>
                </c:pt>
                <c:pt idx="55">
                  <c:v>18.33333333</c:v>
                </c:pt>
                <c:pt idx="56">
                  <c:v>18.66666667</c:v>
                </c:pt>
                <c:pt idx="57">
                  <c:v>19</c:v>
                </c:pt>
                <c:pt idx="58">
                  <c:v>19.33333333</c:v>
                </c:pt>
                <c:pt idx="59">
                  <c:v>19.66666667</c:v>
                </c:pt>
                <c:pt idx="60">
                  <c:v>20</c:v>
                </c:pt>
                <c:pt idx="61">
                  <c:v>20.33333333</c:v>
                </c:pt>
                <c:pt idx="62">
                  <c:v>20.66666667</c:v>
                </c:pt>
                <c:pt idx="63">
                  <c:v>21</c:v>
                </c:pt>
                <c:pt idx="64">
                  <c:v>21.33333333</c:v>
                </c:pt>
                <c:pt idx="65">
                  <c:v>21.66666667</c:v>
                </c:pt>
                <c:pt idx="66">
                  <c:v>22</c:v>
                </c:pt>
                <c:pt idx="67">
                  <c:v>22.33333333</c:v>
                </c:pt>
                <c:pt idx="68">
                  <c:v>22.66666667</c:v>
                </c:pt>
                <c:pt idx="69">
                  <c:v>23</c:v>
                </c:pt>
                <c:pt idx="70">
                  <c:v>23.33333333</c:v>
                </c:pt>
                <c:pt idx="71">
                  <c:v>23.66666667</c:v>
                </c:pt>
                <c:pt idx="72">
                  <c:v>24</c:v>
                </c:pt>
                <c:pt idx="73">
                  <c:v>24.33333333</c:v>
                </c:pt>
                <c:pt idx="74">
                  <c:v>24.66666667</c:v>
                </c:pt>
                <c:pt idx="75">
                  <c:v>25</c:v>
                </c:pt>
                <c:pt idx="76">
                  <c:v>25.33333333</c:v>
                </c:pt>
                <c:pt idx="77">
                  <c:v>25.66666667</c:v>
                </c:pt>
                <c:pt idx="78">
                  <c:v>26</c:v>
                </c:pt>
                <c:pt idx="79">
                  <c:v>26.33333333</c:v>
                </c:pt>
                <c:pt idx="80">
                  <c:v>26.66666667</c:v>
                </c:pt>
                <c:pt idx="81">
                  <c:v>27</c:v>
                </c:pt>
                <c:pt idx="82">
                  <c:v>27.33333333</c:v>
                </c:pt>
                <c:pt idx="83">
                  <c:v>27.66666667</c:v>
                </c:pt>
                <c:pt idx="84">
                  <c:v>28</c:v>
                </c:pt>
                <c:pt idx="85">
                  <c:v>28.33333333</c:v>
                </c:pt>
                <c:pt idx="86">
                  <c:v>28.66666667</c:v>
                </c:pt>
                <c:pt idx="87">
                  <c:v>29</c:v>
                </c:pt>
                <c:pt idx="88">
                  <c:v>29.33333333</c:v>
                </c:pt>
                <c:pt idx="89">
                  <c:v>29.66666667</c:v>
                </c:pt>
                <c:pt idx="90">
                  <c:v>30</c:v>
                </c:pt>
                <c:pt idx="91">
                  <c:v>30.33333333</c:v>
                </c:pt>
                <c:pt idx="92">
                  <c:v>30.66666667</c:v>
                </c:pt>
                <c:pt idx="93">
                  <c:v>31</c:v>
                </c:pt>
                <c:pt idx="94">
                  <c:v>31.33333333</c:v>
                </c:pt>
                <c:pt idx="95">
                  <c:v>31.66666667</c:v>
                </c:pt>
                <c:pt idx="96">
                  <c:v>32</c:v>
                </c:pt>
                <c:pt idx="97">
                  <c:v>32.33333333</c:v>
                </c:pt>
                <c:pt idx="98">
                  <c:v>32.66666667</c:v>
                </c:pt>
                <c:pt idx="99">
                  <c:v>33</c:v>
                </c:pt>
                <c:pt idx="100">
                  <c:v>33.33333333</c:v>
                </c:pt>
                <c:pt idx="101">
                  <c:v>33.66666667</c:v>
                </c:pt>
                <c:pt idx="102">
                  <c:v>34</c:v>
                </c:pt>
                <c:pt idx="103">
                  <c:v>34.33333333</c:v>
                </c:pt>
                <c:pt idx="104">
                  <c:v>34.66666667</c:v>
                </c:pt>
                <c:pt idx="105">
                  <c:v>35</c:v>
                </c:pt>
                <c:pt idx="106">
                  <c:v>35.33333333</c:v>
                </c:pt>
                <c:pt idx="107">
                  <c:v>35.66666667</c:v>
                </c:pt>
                <c:pt idx="108">
                  <c:v>36</c:v>
                </c:pt>
                <c:pt idx="109">
                  <c:v>36.33333333</c:v>
                </c:pt>
                <c:pt idx="110">
                  <c:v>36.66666667</c:v>
                </c:pt>
                <c:pt idx="111">
                  <c:v>37</c:v>
                </c:pt>
                <c:pt idx="112">
                  <c:v>37.33333333</c:v>
                </c:pt>
                <c:pt idx="113">
                  <c:v>37.66666667</c:v>
                </c:pt>
                <c:pt idx="114">
                  <c:v>38</c:v>
                </c:pt>
                <c:pt idx="115">
                  <c:v>38.33333333</c:v>
                </c:pt>
                <c:pt idx="116">
                  <c:v>38.66666667</c:v>
                </c:pt>
                <c:pt idx="117">
                  <c:v>39</c:v>
                </c:pt>
                <c:pt idx="118">
                  <c:v>39.33333333</c:v>
                </c:pt>
                <c:pt idx="119">
                  <c:v>39.66666667</c:v>
                </c:pt>
                <c:pt idx="120">
                  <c:v>40</c:v>
                </c:pt>
                <c:pt idx="121">
                  <c:v>40.33333333</c:v>
                </c:pt>
                <c:pt idx="122">
                  <c:v>40.66666667</c:v>
                </c:pt>
                <c:pt idx="123">
                  <c:v>41</c:v>
                </c:pt>
                <c:pt idx="124">
                  <c:v>41.33333333</c:v>
                </c:pt>
                <c:pt idx="125">
                  <c:v>41.66666667</c:v>
                </c:pt>
                <c:pt idx="126">
                  <c:v>42</c:v>
                </c:pt>
                <c:pt idx="127">
                  <c:v>42.33333333</c:v>
                </c:pt>
                <c:pt idx="128">
                  <c:v>42.66666667</c:v>
                </c:pt>
                <c:pt idx="129">
                  <c:v>43</c:v>
                </c:pt>
                <c:pt idx="130">
                  <c:v>43.33333333</c:v>
                </c:pt>
                <c:pt idx="131">
                  <c:v>43.66666667</c:v>
                </c:pt>
                <c:pt idx="132">
                  <c:v>44</c:v>
                </c:pt>
                <c:pt idx="133">
                  <c:v>44.33333333</c:v>
                </c:pt>
                <c:pt idx="134">
                  <c:v>44.66666667</c:v>
                </c:pt>
                <c:pt idx="135">
                  <c:v>45</c:v>
                </c:pt>
                <c:pt idx="136">
                  <c:v>45.33333333</c:v>
                </c:pt>
                <c:pt idx="137">
                  <c:v>45.66666667</c:v>
                </c:pt>
                <c:pt idx="138">
                  <c:v>46</c:v>
                </c:pt>
                <c:pt idx="139">
                  <c:v>46.33333333</c:v>
                </c:pt>
                <c:pt idx="140">
                  <c:v>46.66666667</c:v>
                </c:pt>
                <c:pt idx="141">
                  <c:v>47</c:v>
                </c:pt>
                <c:pt idx="142">
                  <c:v>47.33333333</c:v>
                </c:pt>
                <c:pt idx="143">
                  <c:v>47.66666667</c:v>
                </c:pt>
                <c:pt idx="144">
                  <c:v>48</c:v>
                </c:pt>
                <c:pt idx="145">
                  <c:v>48.33333333</c:v>
                </c:pt>
                <c:pt idx="146">
                  <c:v>48.66666667</c:v>
                </c:pt>
                <c:pt idx="147">
                  <c:v>49</c:v>
                </c:pt>
                <c:pt idx="148">
                  <c:v>49.33333333</c:v>
                </c:pt>
                <c:pt idx="149">
                  <c:v>49.66666667</c:v>
                </c:pt>
                <c:pt idx="150">
                  <c:v>50</c:v>
                </c:pt>
                <c:pt idx="151">
                  <c:v>50.33333333</c:v>
                </c:pt>
                <c:pt idx="152">
                  <c:v>50.66666667</c:v>
                </c:pt>
                <c:pt idx="153">
                  <c:v>51</c:v>
                </c:pt>
                <c:pt idx="154">
                  <c:v>51.33333333</c:v>
                </c:pt>
                <c:pt idx="155">
                  <c:v>51.66666667</c:v>
                </c:pt>
                <c:pt idx="156">
                  <c:v>52</c:v>
                </c:pt>
                <c:pt idx="157">
                  <c:v>52.33333333</c:v>
                </c:pt>
                <c:pt idx="158">
                  <c:v>52.66666667</c:v>
                </c:pt>
                <c:pt idx="159">
                  <c:v>53</c:v>
                </c:pt>
                <c:pt idx="160">
                  <c:v>53.33333333</c:v>
                </c:pt>
                <c:pt idx="161">
                  <c:v>53.66666667</c:v>
                </c:pt>
                <c:pt idx="162">
                  <c:v>54</c:v>
                </c:pt>
                <c:pt idx="163">
                  <c:v>54.33333333</c:v>
                </c:pt>
                <c:pt idx="164">
                  <c:v>54.66666667</c:v>
                </c:pt>
                <c:pt idx="165">
                  <c:v>55</c:v>
                </c:pt>
                <c:pt idx="166">
                  <c:v>55.33333333</c:v>
                </c:pt>
                <c:pt idx="167">
                  <c:v>55.66666667</c:v>
                </c:pt>
                <c:pt idx="168">
                  <c:v>56</c:v>
                </c:pt>
                <c:pt idx="169">
                  <c:v>56.33333333</c:v>
                </c:pt>
                <c:pt idx="170">
                  <c:v>56.66666667</c:v>
                </c:pt>
                <c:pt idx="171">
                  <c:v>57</c:v>
                </c:pt>
                <c:pt idx="172">
                  <c:v>57.33333333</c:v>
                </c:pt>
                <c:pt idx="173">
                  <c:v>57.66666667</c:v>
                </c:pt>
                <c:pt idx="174">
                  <c:v>58</c:v>
                </c:pt>
                <c:pt idx="175">
                  <c:v>58.33333333</c:v>
                </c:pt>
                <c:pt idx="176">
                  <c:v>58.66666667</c:v>
                </c:pt>
                <c:pt idx="177">
                  <c:v>59</c:v>
                </c:pt>
                <c:pt idx="178">
                  <c:v>59.33333333</c:v>
                </c:pt>
                <c:pt idx="179">
                  <c:v>59.66666667</c:v>
                </c:pt>
                <c:pt idx="180">
                  <c:v>60</c:v>
                </c:pt>
                <c:pt idx="181">
                  <c:v>60.33333333</c:v>
                </c:pt>
                <c:pt idx="182">
                  <c:v>60.66666667</c:v>
                </c:pt>
                <c:pt idx="183">
                  <c:v>61</c:v>
                </c:pt>
                <c:pt idx="184">
                  <c:v>61.33333333</c:v>
                </c:pt>
                <c:pt idx="185">
                  <c:v>61.66666667</c:v>
                </c:pt>
                <c:pt idx="186">
                  <c:v>62</c:v>
                </c:pt>
                <c:pt idx="187">
                  <c:v>62.33333333</c:v>
                </c:pt>
                <c:pt idx="188">
                  <c:v>62.66666667</c:v>
                </c:pt>
                <c:pt idx="189">
                  <c:v>63</c:v>
                </c:pt>
                <c:pt idx="190">
                  <c:v>63.33333333</c:v>
                </c:pt>
                <c:pt idx="191">
                  <c:v>63.66666667</c:v>
                </c:pt>
                <c:pt idx="192">
                  <c:v>64</c:v>
                </c:pt>
                <c:pt idx="193">
                  <c:v>64.33333333</c:v>
                </c:pt>
                <c:pt idx="194">
                  <c:v>64.66666667</c:v>
                </c:pt>
                <c:pt idx="195">
                  <c:v>65</c:v>
                </c:pt>
                <c:pt idx="196">
                  <c:v>65.33333333</c:v>
                </c:pt>
                <c:pt idx="197">
                  <c:v>65.66666667</c:v>
                </c:pt>
                <c:pt idx="198">
                  <c:v>66</c:v>
                </c:pt>
                <c:pt idx="199">
                  <c:v>66.33333333</c:v>
                </c:pt>
                <c:pt idx="200">
                  <c:v>66.66666667</c:v>
                </c:pt>
                <c:pt idx="201">
                  <c:v>67</c:v>
                </c:pt>
                <c:pt idx="202">
                  <c:v>67.33333333</c:v>
                </c:pt>
                <c:pt idx="203">
                  <c:v>67.66666667</c:v>
                </c:pt>
                <c:pt idx="204">
                  <c:v>68</c:v>
                </c:pt>
                <c:pt idx="205">
                  <c:v>68.33333333</c:v>
                </c:pt>
                <c:pt idx="206">
                  <c:v>68.66666667</c:v>
                </c:pt>
                <c:pt idx="207">
                  <c:v>69</c:v>
                </c:pt>
                <c:pt idx="208">
                  <c:v>69.33333333</c:v>
                </c:pt>
                <c:pt idx="209">
                  <c:v>69.66666667</c:v>
                </c:pt>
                <c:pt idx="210">
                  <c:v>70</c:v>
                </c:pt>
                <c:pt idx="211">
                  <c:v>70.33333333</c:v>
                </c:pt>
                <c:pt idx="212">
                  <c:v>70.66666667</c:v>
                </c:pt>
                <c:pt idx="213">
                  <c:v>71</c:v>
                </c:pt>
                <c:pt idx="214">
                  <c:v>71.33333333</c:v>
                </c:pt>
                <c:pt idx="215">
                  <c:v>71.66666667</c:v>
                </c:pt>
                <c:pt idx="216">
                  <c:v>72</c:v>
                </c:pt>
                <c:pt idx="217">
                  <c:v>72.33333333</c:v>
                </c:pt>
                <c:pt idx="218">
                  <c:v>72.66666667</c:v>
                </c:pt>
                <c:pt idx="219">
                  <c:v>73</c:v>
                </c:pt>
                <c:pt idx="220">
                  <c:v>73.33333333</c:v>
                </c:pt>
                <c:pt idx="221">
                  <c:v>73.66666667</c:v>
                </c:pt>
                <c:pt idx="222">
                  <c:v>74</c:v>
                </c:pt>
                <c:pt idx="223">
                  <c:v>74.33333333</c:v>
                </c:pt>
                <c:pt idx="224">
                  <c:v>74.66666667</c:v>
                </c:pt>
                <c:pt idx="225">
                  <c:v>75</c:v>
                </c:pt>
                <c:pt idx="226">
                  <c:v>75.33333333</c:v>
                </c:pt>
                <c:pt idx="227">
                  <c:v>75.66666667</c:v>
                </c:pt>
                <c:pt idx="228">
                  <c:v>76</c:v>
                </c:pt>
                <c:pt idx="229">
                  <c:v>76.33333333</c:v>
                </c:pt>
                <c:pt idx="230">
                  <c:v>76.66666667</c:v>
                </c:pt>
                <c:pt idx="231">
                  <c:v>77</c:v>
                </c:pt>
                <c:pt idx="232">
                  <c:v>77.33333333</c:v>
                </c:pt>
                <c:pt idx="233">
                  <c:v>77.66666667</c:v>
                </c:pt>
                <c:pt idx="234">
                  <c:v>78</c:v>
                </c:pt>
                <c:pt idx="235">
                  <c:v>78.33333333</c:v>
                </c:pt>
                <c:pt idx="236">
                  <c:v>78.66666667</c:v>
                </c:pt>
                <c:pt idx="237">
                  <c:v>79</c:v>
                </c:pt>
                <c:pt idx="238">
                  <c:v>79.33333333</c:v>
                </c:pt>
                <c:pt idx="239">
                  <c:v>79.66666667</c:v>
                </c:pt>
                <c:pt idx="240">
                  <c:v>80</c:v>
                </c:pt>
                <c:pt idx="241">
                  <c:v>80.33333333</c:v>
                </c:pt>
                <c:pt idx="242">
                  <c:v>80.66666667</c:v>
                </c:pt>
                <c:pt idx="243">
                  <c:v>81</c:v>
                </c:pt>
                <c:pt idx="244">
                  <c:v>81.33333333</c:v>
                </c:pt>
                <c:pt idx="245">
                  <c:v>81.66666667</c:v>
                </c:pt>
                <c:pt idx="246">
                  <c:v>82</c:v>
                </c:pt>
                <c:pt idx="247">
                  <c:v>82.33333333</c:v>
                </c:pt>
                <c:pt idx="248">
                  <c:v>82.66666667</c:v>
                </c:pt>
                <c:pt idx="249">
                  <c:v>83</c:v>
                </c:pt>
                <c:pt idx="250">
                  <c:v>83.33333333</c:v>
                </c:pt>
                <c:pt idx="251">
                  <c:v>83.66666667</c:v>
                </c:pt>
                <c:pt idx="252">
                  <c:v>84</c:v>
                </c:pt>
                <c:pt idx="253">
                  <c:v>84.33333333</c:v>
                </c:pt>
                <c:pt idx="254">
                  <c:v>84.66666667</c:v>
                </c:pt>
                <c:pt idx="255">
                  <c:v>85</c:v>
                </c:pt>
                <c:pt idx="256">
                  <c:v>85.33333333</c:v>
                </c:pt>
                <c:pt idx="257">
                  <c:v>85.66666667</c:v>
                </c:pt>
                <c:pt idx="258">
                  <c:v>86</c:v>
                </c:pt>
                <c:pt idx="259">
                  <c:v>86.33333333</c:v>
                </c:pt>
                <c:pt idx="260">
                  <c:v>86.66666667</c:v>
                </c:pt>
                <c:pt idx="261">
                  <c:v>87</c:v>
                </c:pt>
                <c:pt idx="262">
                  <c:v>87.33333333</c:v>
                </c:pt>
                <c:pt idx="263">
                  <c:v>87.66666667</c:v>
                </c:pt>
                <c:pt idx="264">
                  <c:v>88</c:v>
                </c:pt>
                <c:pt idx="265">
                  <c:v>88.33333333</c:v>
                </c:pt>
                <c:pt idx="266">
                  <c:v>88.66666667</c:v>
                </c:pt>
                <c:pt idx="267">
                  <c:v>89</c:v>
                </c:pt>
                <c:pt idx="268">
                  <c:v>89.33333333</c:v>
                </c:pt>
                <c:pt idx="269">
                  <c:v>89.66666667</c:v>
                </c:pt>
                <c:pt idx="270">
                  <c:v>90</c:v>
                </c:pt>
                <c:pt idx="271">
                  <c:v>90.33333333</c:v>
                </c:pt>
                <c:pt idx="272">
                  <c:v>90.66666667</c:v>
                </c:pt>
                <c:pt idx="273">
                  <c:v>91</c:v>
                </c:pt>
                <c:pt idx="274">
                  <c:v>91.33333333</c:v>
                </c:pt>
                <c:pt idx="275">
                  <c:v>91.66666667</c:v>
                </c:pt>
                <c:pt idx="276">
                  <c:v>92</c:v>
                </c:pt>
                <c:pt idx="277">
                  <c:v>92.33333333</c:v>
                </c:pt>
                <c:pt idx="278">
                  <c:v>92.66666667</c:v>
                </c:pt>
                <c:pt idx="279">
                  <c:v>93</c:v>
                </c:pt>
                <c:pt idx="280">
                  <c:v>93.33333333</c:v>
                </c:pt>
                <c:pt idx="281">
                  <c:v>93.66666667</c:v>
                </c:pt>
                <c:pt idx="282">
                  <c:v>94</c:v>
                </c:pt>
                <c:pt idx="283">
                  <c:v>94.33333333</c:v>
                </c:pt>
                <c:pt idx="284">
                  <c:v>94.66666667</c:v>
                </c:pt>
                <c:pt idx="285">
                  <c:v>95</c:v>
                </c:pt>
                <c:pt idx="286">
                  <c:v>95.33333333</c:v>
                </c:pt>
                <c:pt idx="287">
                  <c:v>95.66666667</c:v>
                </c:pt>
                <c:pt idx="288">
                  <c:v>96</c:v>
                </c:pt>
                <c:pt idx="289">
                  <c:v>96.33333333</c:v>
                </c:pt>
                <c:pt idx="290">
                  <c:v>96.66666667</c:v>
                </c:pt>
                <c:pt idx="291">
                  <c:v>97</c:v>
                </c:pt>
                <c:pt idx="292">
                  <c:v>97.33333333</c:v>
                </c:pt>
                <c:pt idx="293">
                  <c:v>97.66666667</c:v>
                </c:pt>
                <c:pt idx="294">
                  <c:v>98</c:v>
                </c:pt>
                <c:pt idx="295">
                  <c:v>98.33333333</c:v>
                </c:pt>
                <c:pt idx="296">
                  <c:v>98.66666667</c:v>
                </c:pt>
                <c:pt idx="297">
                  <c:v>99</c:v>
                </c:pt>
                <c:pt idx="298">
                  <c:v>99.33333333</c:v>
                </c:pt>
                <c:pt idx="299">
                  <c:v>99.66666667</c:v>
                </c:pt>
                <c:pt idx="300">
                  <c:v>100</c:v>
                </c:pt>
                <c:pt idx="301">
                  <c:v>100.33333333</c:v>
                </c:pt>
                <c:pt idx="302">
                  <c:v>100.66666667</c:v>
                </c:pt>
                <c:pt idx="303">
                  <c:v>101</c:v>
                </c:pt>
                <c:pt idx="304">
                  <c:v>101.33333333</c:v>
                </c:pt>
                <c:pt idx="305">
                  <c:v>101.66666667</c:v>
                </c:pt>
                <c:pt idx="306">
                  <c:v>102</c:v>
                </c:pt>
                <c:pt idx="307">
                  <c:v>102.33333333</c:v>
                </c:pt>
                <c:pt idx="308">
                  <c:v>102.66666667</c:v>
                </c:pt>
                <c:pt idx="309">
                  <c:v>103</c:v>
                </c:pt>
                <c:pt idx="310">
                  <c:v>103.33333333</c:v>
                </c:pt>
                <c:pt idx="311">
                  <c:v>103.66666667</c:v>
                </c:pt>
                <c:pt idx="312">
                  <c:v>104</c:v>
                </c:pt>
                <c:pt idx="313">
                  <c:v>104.33333333</c:v>
                </c:pt>
                <c:pt idx="314">
                  <c:v>104.66666667</c:v>
                </c:pt>
                <c:pt idx="315">
                  <c:v>105</c:v>
                </c:pt>
                <c:pt idx="316">
                  <c:v>105.33333333</c:v>
                </c:pt>
                <c:pt idx="317">
                  <c:v>105.66666667</c:v>
                </c:pt>
                <c:pt idx="318">
                  <c:v>106</c:v>
                </c:pt>
                <c:pt idx="319">
                  <c:v>106.33333333</c:v>
                </c:pt>
                <c:pt idx="320">
                  <c:v>106.66666667</c:v>
                </c:pt>
                <c:pt idx="321">
                  <c:v>107</c:v>
                </c:pt>
                <c:pt idx="322">
                  <c:v>107.33333333</c:v>
                </c:pt>
                <c:pt idx="323">
                  <c:v>107.66666667</c:v>
                </c:pt>
                <c:pt idx="324">
                  <c:v>108</c:v>
                </c:pt>
                <c:pt idx="325">
                  <c:v>108.33333333</c:v>
                </c:pt>
                <c:pt idx="326">
                  <c:v>108.66666667</c:v>
                </c:pt>
                <c:pt idx="327">
                  <c:v>109</c:v>
                </c:pt>
                <c:pt idx="328">
                  <c:v>109.33333333</c:v>
                </c:pt>
                <c:pt idx="329">
                  <c:v>109.66666667</c:v>
                </c:pt>
                <c:pt idx="330">
                  <c:v>110</c:v>
                </c:pt>
                <c:pt idx="331">
                  <c:v>110.33333333</c:v>
                </c:pt>
                <c:pt idx="332">
                  <c:v>110.66666667</c:v>
                </c:pt>
                <c:pt idx="333">
                  <c:v>111</c:v>
                </c:pt>
                <c:pt idx="334">
                  <c:v>111.33333333</c:v>
                </c:pt>
                <c:pt idx="335">
                  <c:v>111.66666667</c:v>
                </c:pt>
                <c:pt idx="336">
                  <c:v>112</c:v>
                </c:pt>
                <c:pt idx="337">
                  <c:v>112.33333333</c:v>
                </c:pt>
                <c:pt idx="338">
                  <c:v>112.66666667</c:v>
                </c:pt>
                <c:pt idx="339">
                  <c:v>113</c:v>
                </c:pt>
                <c:pt idx="340">
                  <c:v>113.33333333</c:v>
                </c:pt>
                <c:pt idx="341">
                  <c:v>113.66666667</c:v>
                </c:pt>
                <c:pt idx="342">
                  <c:v>114</c:v>
                </c:pt>
                <c:pt idx="343">
                  <c:v>114.33333333</c:v>
                </c:pt>
                <c:pt idx="344">
                  <c:v>114.66666667</c:v>
                </c:pt>
                <c:pt idx="345">
                  <c:v>115</c:v>
                </c:pt>
                <c:pt idx="346">
                  <c:v>115.33333333</c:v>
                </c:pt>
                <c:pt idx="347">
                  <c:v>115.66666667</c:v>
                </c:pt>
                <c:pt idx="348">
                  <c:v>116</c:v>
                </c:pt>
                <c:pt idx="349">
                  <c:v>116.33333333</c:v>
                </c:pt>
                <c:pt idx="350">
                  <c:v>116.66666667</c:v>
                </c:pt>
                <c:pt idx="351">
                  <c:v>117</c:v>
                </c:pt>
                <c:pt idx="352">
                  <c:v>117.33333333</c:v>
                </c:pt>
                <c:pt idx="353">
                  <c:v>117.66666667</c:v>
                </c:pt>
                <c:pt idx="354">
                  <c:v>118</c:v>
                </c:pt>
                <c:pt idx="355">
                  <c:v>118.33333333</c:v>
                </c:pt>
                <c:pt idx="356">
                  <c:v>118.66666667</c:v>
                </c:pt>
                <c:pt idx="357">
                  <c:v>119</c:v>
                </c:pt>
                <c:pt idx="358">
                  <c:v>119.33333333</c:v>
                </c:pt>
                <c:pt idx="359">
                  <c:v>119.66666667</c:v>
                </c:pt>
                <c:pt idx="360">
                  <c:v>120</c:v>
                </c:pt>
                <c:pt idx="361">
                  <c:v>120.33333333</c:v>
                </c:pt>
                <c:pt idx="362">
                  <c:v>120.66666667</c:v>
                </c:pt>
                <c:pt idx="363">
                  <c:v>121</c:v>
                </c:pt>
                <c:pt idx="364">
                  <c:v>121.33333333</c:v>
                </c:pt>
                <c:pt idx="365">
                  <c:v>121.66666667</c:v>
                </c:pt>
                <c:pt idx="366">
                  <c:v>122</c:v>
                </c:pt>
                <c:pt idx="367">
                  <c:v>122.33333333</c:v>
                </c:pt>
                <c:pt idx="368">
                  <c:v>122.66666667</c:v>
                </c:pt>
                <c:pt idx="369">
                  <c:v>123</c:v>
                </c:pt>
                <c:pt idx="370">
                  <c:v>123.33333333</c:v>
                </c:pt>
                <c:pt idx="371">
                  <c:v>123.66666667</c:v>
                </c:pt>
                <c:pt idx="372">
                  <c:v>124</c:v>
                </c:pt>
                <c:pt idx="373">
                  <c:v>124.33333333</c:v>
                </c:pt>
                <c:pt idx="374">
                  <c:v>124.66666667</c:v>
                </c:pt>
                <c:pt idx="375">
                  <c:v>125</c:v>
                </c:pt>
                <c:pt idx="376">
                  <c:v>125.33333333</c:v>
                </c:pt>
                <c:pt idx="377">
                  <c:v>125.66666667</c:v>
                </c:pt>
                <c:pt idx="378">
                  <c:v>126</c:v>
                </c:pt>
                <c:pt idx="379">
                  <c:v>126.33333333</c:v>
                </c:pt>
                <c:pt idx="380">
                  <c:v>126.66666667</c:v>
                </c:pt>
                <c:pt idx="381">
                  <c:v>127</c:v>
                </c:pt>
                <c:pt idx="382">
                  <c:v>127.33333333</c:v>
                </c:pt>
                <c:pt idx="383">
                  <c:v>127.66666667</c:v>
                </c:pt>
                <c:pt idx="384">
                  <c:v>128</c:v>
                </c:pt>
                <c:pt idx="385">
                  <c:v>128.33333333</c:v>
                </c:pt>
                <c:pt idx="386">
                  <c:v>128.66666667</c:v>
                </c:pt>
                <c:pt idx="387">
                  <c:v>129</c:v>
                </c:pt>
                <c:pt idx="388">
                  <c:v>129.33333333</c:v>
                </c:pt>
                <c:pt idx="389">
                  <c:v>129.66666667</c:v>
                </c:pt>
                <c:pt idx="390">
                  <c:v>130</c:v>
                </c:pt>
                <c:pt idx="391">
                  <c:v>130.33333333</c:v>
                </c:pt>
                <c:pt idx="392">
                  <c:v>130.66666667</c:v>
                </c:pt>
                <c:pt idx="393">
                  <c:v>131</c:v>
                </c:pt>
                <c:pt idx="394">
                  <c:v>131.33333333</c:v>
                </c:pt>
                <c:pt idx="395">
                  <c:v>131.66666667</c:v>
                </c:pt>
                <c:pt idx="396">
                  <c:v>132</c:v>
                </c:pt>
                <c:pt idx="397">
                  <c:v>132.33333333</c:v>
                </c:pt>
                <c:pt idx="398">
                  <c:v>132.66666667</c:v>
                </c:pt>
                <c:pt idx="399">
                  <c:v>133</c:v>
                </c:pt>
                <c:pt idx="400">
                  <c:v>133.33333333</c:v>
                </c:pt>
                <c:pt idx="401">
                  <c:v>133.66666667</c:v>
                </c:pt>
                <c:pt idx="402">
                  <c:v>134</c:v>
                </c:pt>
                <c:pt idx="403">
                  <c:v>134.33333333</c:v>
                </c:pt>
                <c:pt idx="404">
                  <c:v>134.66666667</c:v>
                </c:pt>
                <c:pt idx="405">
                  <c:v>135</c:v>
                </c:pt>
                <c:pt idx="406">
                  <c:v>135.33333333</c:v>
                </c:pt>
                <c:pt idx="407">
                  <c:v>135.66666667</c:v>
                </c:pt>
                <c:pt idx="408">
                  <c:v>136</c:v>
                </c:pt>
                <c:pt idx="409">
                  <c:v>136.33333333</c:v>
                </c:pt>
                <c:pt idx="410">
                  <c:v>136.66666667</c:v>
                </c:pt>
                <c:pt idx="411">
                  <c:v>137</c:v>
                </c:pt>
                <c:pt idx="412">
                  <c:v>137.33333333</c:v>
                </c:pt>
                <c:pt idx="413">
                  <c:v>137.66666667</c:v>
                </c:pt>
                <c:pt idx="414">
                  <c:v>138</c:v>
                </c:pt>
                <c:pt idx="415">
                  <c:v>138.33333333</c:v>
                </c:pt>
                <c:pt idx="416">
                  <c:v>138.66666667</c:v>
                </c:pt>
                <c:pt idx="417">
                  <c:v>139</c:v>
                </c:pt>
                <c:pt idx="418">
                  <c:v>139.33333333</c:v>
                </c:pt>
                <c:pt idx="419">
                  <c:v>139.66666667</c:v>
                </c:pt>
                <c:pt idx="420">
                  <c:v>140</c:v>
                </c:pt>
                <c:pt idx="421">
                  <c:v>140.33333333</c:v>
                </c:pt>
                <c:pt idx="422">
                  <c:v>140.66666667</c:v>
                </c:pt>
                <c:pt idx="423">
                  <c:v>141</c:v>
                </c:pt>
                <c:pt idx="424">
                  <c:v>141.33333333</c:v>
                </c:pt>
                <c:pt idx="425">
                  <c:v>141.66666667</c:v>
                </c:pt>
                <c:pt idx="426">
                  <c:v>142</c:v>
                </c:pt>
                <c:pt idx="427">
                  <c:v>142.33333333</c:v>
                </c:pt>
                <c:pt idx="428">
                  <c:v>142.66666667</c:v>
                </c:pt>
                <c:pt idx="429">
                  <c:v>143</c:v>
                </c:pt>
                <c:pt idx="430">
                  <c:v>143.33333333</c:v>
                </c:pt>
                <c:pt idx="431">
                  <c:v>143.66666667</c:v>
                </c:pt>
                <c:pt idx="432">
                  <c:v>144</c:v>
                </c:pt>
                <c:pt idx="433">
                  <c:v>144.33333333</c:v>
                </c:pt>
                <c:pt idx="434">
                  <c:v>144.66666667</c:v>
                </c:pt>
                <c:pt idx="435">
                  <c:v>145</c:v>
                </c:pt>
                <c:pt idx="436">
                  <c:v>145.33333333</c:v>
                </c:pt>
                <c:pt idx="437">
                  <c:v>145.66666667</c:v>
                </c:pt>
                <c:pt idx="438">
                  <c:v>146</c:v>
                </c:pt>
                <c:pt idx="439">
                  <c:v>146.33333333</c:v>
                </c:pt>
                <c:pt idx="440">
                  <c:v>146.66666667</c:v>
                </c:pt>
                <c:pt idx="441">
                  <c:v>147</c:v>
                </c:pt>
                <c:pt idx="442">
                  <c:v>147.33333333</c:v>
                </c:pt>
                <c:pt idx="443">
                  <c:v>147.66666667</c:v>
                </c:pt>
                <c:pt idx="444">
                  <c:v>148</c:v>
                </c:pt>
                <c:pt idx="445">
                  <c:v>148.33333333</c:v>
                </c:pt>
                <c:pt idx="446">
                  <c:v>148.66666667</c:v>
                </c:pt>
                <c:pt idx="447">
                  <c:v>149</c:v>
                </c:pt>
                <c:pt idx="448">
                  <c:v>149.33333333</c:v>
                </c:pt>
                <c:pt idx="449">
                  <c:v>149.66666667</c:v>
                </c:pt>
                <c:pt idx="450">
                  <c:v>150</c:v>
                </c:pt>
                <c:pt idx="451">
                  <c:v>150.33333333</c:v>
                </c:pt>
                <c:pt idx="452">
                  <c:v>150.66666667</c:v>
                </c:pt>
                <c:pt idx="453">
                  <c:v>151</c:v>
                </c:pt>
                <c:pt idx="454">
                  <c:v>151.33333333</c:v>
                </c:pt>
                <c:pt idx="455">
                  <c:v>151.66666667</c:v>
                </c:pt>
                <c:pt idx="456">
                  <c:v>152</c:v>
                </c:pt>
                <c:pt idx="457">
                  <c:v>152.33333333</c:v>
                </c:pt>
                <c:pt idx="458">
                  <c:v>152.66666667</c:v>
                </c:pt>
                <c:pt idx="459">
                  <c:v>153</c:v>
                </c:pt>
                <c:pt idx="460">
                  <c:v>153.33333333</c:v>
                </c:pt>
                <c:pt idx="461">
                  <c:v>153.66666667</c:v>
                </c:pt>
                <c:pt idx="462">
                  <c:v>154</c:v>
                </c:pt>
                <c:pt idx="463">
                  <c:v>154.33333333</c:v>
                </c:pt>
                <c:pt idx="464">
                  <c:v>154.66666667</c:v>
                </c:pt>
                <c:pt idx="465">
                  <c:v>155</c:v>
                </c:pt>
                <c:pt idx="466">
                  <c:v>155.33333333</c:v>
                </c:pt>
                <c:pt idx="467">
                  <c:v>155.66666667</c:v>
                </c:pt>
                <c:pt idx="468">
                  <c:v>156</c:v>
                </c:pt>
                <c:pt idx="469">
                  <c:v>156.33333333</c:v>
                </c:pt>
                <c:pt idx="470">
                  <c:v>156.66666667</c:v>
                </c:pt>
                <c:pt idx="471">
                  <c:v>157</c:v>
                </c:pt>
                <c:pt idx="472">
                  <c:v>157.33333333</c:v>
                </c:pt>
                <c:pt idx="473">
                  <c:v>157.66666667</c:v>
                </c:pt>
                <c:pt idx="474">
                  <c:v>158</c:v>
                </c:pt>
                <c:pt idx="475">
                  <c:v>158.33333333</c:v>
                </c:pt>
                <c:pt idx="476">
                  <c:v>158.66666667</c:v>
                </c:pt>
                <c:pt idx="477">
                  <c:v>159</c:v>
                </c:pt>
                <c:pt idx="478">
                  <c:v>159.33333333</c:v>
                </c:pt>
                <c:pt idx="479">
                  <c:v>159.66666667</c:v>
                </c:pt>
                <c:pt idx="480">
                  <c:v>160</c:v>
                </c:pt>
                <c:pt idx="481">
                  <c:v>160.33333333</c:v>
                </c:pt>
                <c:pt idx="482">
                  <c:v>160.66666667</c:v>
                </c:pt>
                <c:pt idx="483">
                  <c:v>161</c:v>
                </c:pt>
                <c:pt idx="484">
                  <c:v>161.33333333</c:v>
                </c:pt>
                <c:pt idx="485">
                  <c:v>161.66666667</c:v>
                </c:pt>
                <c:pt idx="486">
                  <c:v>162</c:v>
                </c:pt>
                <c:pt idx="487">
                  <c:v>162.33333333</c:v>
                </c:pt>
                <c:pt idx="488">
                  <c:v>162.66666667</c:v>
                </c:pt>
                <c:pt idx="489">
                  <c:v>163</c:v>
                </c:pt>
                <c:pt idx="490">
                  <c:v>163.33333333</c:v>
                </c:pt>
                <c:pt idx="491">
                  <c:v>163.66666667</c:v>
                </c:pt>
                <c:pt idx="492">
                  <c:v>164</c:v>
                </c:pt>
                <c:pt idx="493">
                  <c:v>164.33333333</c:v>
                </c:pt>
                <c:pt idx="494">
                  <c:v>164.66666667</c:v>
                </c:pt>
                <c:pt idx="495">
                  <c:v>165</c:v>
                </c:pt>
                <c:pt idx="496">
                  <c:v>165.33333333</c:v>
                </c:pt>
                <c:pt idx="497">
                  <c:v>165.66666667</c:v>
                </c:pt>
                <c:pt idx="498">
                  <c:v>166</c:v>
                </c:pt>
                <c:pt idx="499">
                  <c:v>166.33333333</c:v>
                </c:pt>
                <c:pt idx="500">
                  <c:v>166.66666667</c:v>
                </c:pt>
                <c:pt idx="501">
                  <c:v>167</c:v>
                </c:pt>
                <c:pt idx="502">
                  <c:v>167.33333333</c:v>
                </c:pt>
                <c:pt idx="503">
                  <c:v>167.66666667</c:v>
                </c:pt>
                <c:pt idx="504">
                  <c:v>168</c:v>
                </c:pt>
                <c:pt idx="505">
                  <c:v>168.33333333</c:v>
                </c:pt>
                <c:pt idx="506">
                  <c:v>168.66666667</c:v>
                </c:pt>
                <c:pt idx="507">
                  <c:v>169</c:v>
                </c:pt>
                <c:pt idx="508">
                  <c:v>169.33333333</c:v>
                </c:pt>
                <c:pt idx="509">
                  <c:v>169.66666667</c:v>
                </c:pt>
                <c:pt idx="510">
                  <c:v>170</c:v>
                </c:pt>
                <c:pt idx="511">
                  <c:v>170.33333333</c:v>
                </c:pt>
                <c:pt idx="512">
                  <c:v>170.66666667</c:v>
                </c:pt>
                <c:pt idx="513">
                  <c:v>171</c:v>
                </c:pt>
                <c:pt idx="514">
                  <c:v>171.33333333</c:v>
                </c:pt>
                <c:pt idx="515">
                  <c:v>171.66666667</c:v>
                </c:pt>
                <c:pt idx="516">
                  <c:v>172</c:v>
                </c:pt>
                <c:pt idx="517">
                  <c:v>172.33333333</c:v>
                </c:pt>
                <c:pt idx="518">
                  <c:v>172.66666667</c:v>
                </c:pt>
                <c:pt idx="519">
                  <c:v>173</c:v>
                </c:pt>
                <c:pt idx="520">
                  <c:v>173.33333333</c:v>
                </c:pt>
                <c:pt idx="521">
                  <c:v>173.66666667</c:v>
                </c:pt>
                <c:pt idx="522">
                  <c:v>174</c:v>
                </c:pt>
                <c:pt idx="523">
                  <c:v>174.33333333</c:v>
                </c:pt>
                <c:pt idx="524">
                  <c:v>174.66666667</c:v>
                </c:pt>
                <c:pt idx="525">
                  <c:v>175</c:v>
                </c:pt>
                <c:pt idx="526">
                  <c:v>175.33333333</c:v>
                </c:pt>
                <c:pt idx="527">
                  <c:v>175.66666667</c:v>
                </c:pt>
                <c:pt idx="528">
                  <c:v>176</c:v>
                </c:pt>
                <c:pt idx="529">
                  <c:v>176.33333333</c:v>
                </c:pt>
                <c:pt idx="530">
                  <c:v>176.66666667</c:v>
                </c:pt>
                <c:pt idx="531">
                  <c:v>177</c:v>
                </c:pt>
                <c:pt idx="532">
                  <c:v>177.33333333</c:v>
                </c:pt>
                <c:pt idx="533">
                  <c:v>177.66666667</c:v>
                </c:pt>
                <c:pt idx="534">
                  <c:v>178</c:v>
                </c:pt>
                <c:pt idx="535">
                  <c:v>178.33333333</c:v>
                </c:pt>
                <c:pt idx="536">
                  <c:v>178.66666667</c:v>
                </c:pt>
                <c:pt idx="537">
                  <c:v>179</c:v>
                </c:pt>
                <c:pt idx="538">
                  <c:v>179.33333333</c:v>
                </c:pt>
                <c:pt idx="539">
                  <c:v>179.66666667</c:v>
                </c:pt>
                <c:pt idx="540">
                  <c:v>180</c:v>
                </c:pt>
                <c:pt idx="541">
                  <c:v>180.33333333</c:v>
                </c:pt>
                <c:pt idx="542">
                  <c:v>180.66666667</c:v>
                </c:pt>
                <c:pt idx="543">
                  <c:v>181</c:v>
                </c:pt>
                <c:pt idx="544">
                  <c:v>181.33333333</c:v>
                </c:pt>
                <c:pt idx="545">
                  <c:v>181.66666667</c:v>
                </c:pt>
                <c:pt idx="546">
                  <c:v>182</c:v>
                </c:pt>
                <c:pt idx="547">
                  <c:v>182.33333333</c:v>
                </c:pt>
                <c:pt idx="548">
                  <c:v>182.66666667</c:v>
                </c:pt>
                <c:pt idx="549">
                  <c:v>183</c:v>
                </c:pt>
                <c:pt idx="550">
                  <c:v>183.33333333</c:v>
                </c:pt>
                <c:pt idx="551">
                  <c:v>183.66666667</c:v>
                </c:pt>
                <c:pt idx="552">
                  <c:v>184</c:v>
                </c:pt>
                <c:pt idx="553">
                  <c:v>184.33333333</c:v>
                </c:pt>
                <c:pt idx="554">
                  <c:v>184.66666667</c:v>
                </c:pt>
                <c:pt idx="555">
                  <c:v>185</c:v>
                </c:pt>
                <c:pt idx="556">
                  <c:v>185.33333333</c:v>
                </c:pt>
                <c:pt idx="557">
                  <c:v>185.66666667</c:v>
                </c:pt>
                <c:pt idx="558">
                  <c:v>186</c:v>
                </c:pt>
                <c:pt idx="559">
                  <c:v>186.33333333</c:v>
                </c:pt>
                <c:pt idx="560">
                  <c:v>186.66666667</c:v>
                </c:pt>
                <c:pt idx="561">
                  <c:v>187</c:v>
                </c:pt>
                <c:pt idx="562">
                  <c:v>187.33333333</c:v>
                </c:pt>
                <c:pt idx="563">
                  <c:v>187.66666667</c:v>
                </c:pt>
                <c:pt idx="564">
                  <c:v>188</c:v>
                </c:pt>
                <c:pt idx="565">
                  <c:v>188.33333333</c:v>
                </c:pt>
                <c:pt idx="566">
                  <c:v>188.66666667</c:v>
                </c:pt>
                <c:pt idx="567">
                  <c:v>189</c:v>
                </c:pt>
                <c:pt idx="568">
                  <c:v>189.33333333</c:v>
                </c:pt>
                <c:pt idx="569">
                  <c:v>189.66666667</c:v>
                </c:pt>
                <c:pt idx="570">
                  <c:v>190</c:v>
                </c:pt>
                <c:pt idx="571">
                  <c:v>190.33333333</c:v>
                </c:pt>
                <c:pt idx="572">
                  <c:v>190.66666667</c:v>
                </c:pt>
                <c:pt idx="573">
                  <c:v>191</c:v>
                </c:pt>
                <c:pt idx="574">
                  <c:v>191.33333333</c:v>
                </c:pt>
                <c:pt idx="575">
                  <c:v>191.66666667</c:v>
                </c:pt>
                <c:pt idx="576">
                  <c:v>192</c:v>
                </c:pt>
                <c:pt idx="577">
                  <c:v>192.33333333</c:v>
                </c:pt>
                <c:pt idx="578">
                  <c:v>192.66666667</c:v>
                </c:pt>
                <c:pt idx="579">
                  <c:v>193</c:v>
                </c:pt>
                <c:pt idx="580">
                  <c:v>193.33333333</c:v>
                </c:pt>
                <c:pt idx="581">
                  <c:v>193.66666667</c:v>
                </c:pt>
                <c:pt idx="582">
                  <c:v>194</c:v>
                </c:pt>
                <c:pt idx="583">
                  <c:v>194.33333333</c:v>
                </c:pt>
                <c:pt idx="584">
                  <c:v>194.66666667</c:v>
                </c:pt>
                <c:pt idx="585">
                  <c:v>195</c:v>
                </c:pt>
                <c:pt idx="586">
                  <c:v>195.33333333</c:v>
                </c:pt>
                <c:pt idx="587">
                  <c:v>195.66666667</c:v>
                </c:pt>
                <c:pt idx="588">
                  <c:v>196</c:v>
                </c:pt>
                <c:pt idx="589">
                  <c:v>196.33333333</c:v>
                </c:pt>
                <c:pt idx="590">
                  <c:v>196.66666667</c:v>
                </c:pt>
                <c:pt idx="591">
                  <c:v>197</c:v>
                </c:pt>
                <c:pt idx="592">
                  <c:v>197.33333333</c:v>
                </c:pt>
                <c:pt idx="593">
                  <c:v>197.66666667</c:v>
                </c:pt>
                <c:pt idx="594">
                  <c:v>198</c:v>
                </c:pt>
                <c:pt idx="595">
                  <c:v>198.33333333</c:v>
                </c:pt>
                <c:pt idx="596">
                  <c:v>198.66666667</c:v>
                </c:pt>
                <c:pt idx="597">
                  <c:v>199</c:v>
                </c:pt>
                <c:pt idx="598">
                  <c:v>199.33333333</c:v>
                </c:pt>
                <c:pt idx="599">
                  <c:v>199.66666667</c:v>
                </c:pt>
                <c:pt idx="600">
                  <c:v>200</c:v>
                </c:pt>
              </c:numCache>
            </c:numRef>
          </c:xVal>
          <c:yVal>
            <c:numRef>
              <c:f>'Chart Data'!$B$2:$B$602</c:f>
              <c:numCache>
                <c:formatCode>0.0</c:formatCode>
                <c:ptCount val="601"/>
                <c:pt idx="0">
                  <c:v>0.43466662</c:v>
                </c:pt>
                <c:pt idx="1">
                  <c:v>0.44321793</c:v>
                </c:pt>
                <c:pt idx="2">
                  <c:v>0.44834194</c:v>
                </c:pt>
                <c:pt idx="3">
                  <c:v>0.44999901</c:v>
                </c:pt>
                <c:pt idx="4">
                  <c:v>0.44817634</c:v>
                </c:pt>
                <c:pt idx="5">
                  <c:v>0.44288802</c:v>
                </c:pt>
                <c:pt idx="6">
                  <c:v>0.43417495</c:v>
                </c:pt>
                <c:pt idx="7">
                  <c:v>0.42210449</c:v>
                </c:pt>
                <c:pt idx="8">
                  <c:v>0.40676999</c:v>
                </c:pt>
                <c:pt idx="9">
                  <c:v>0.38829003</c:v>
                </c:pt>
                <c:pt idx="10">
                  <c:v>0.36680751</c:v>
                </c:pt>
                <c:pt idx="11">
                  <c:v>0.34248854</c:v>
                </c:pt>
                <c:pt idx="12">
                  <c:v>0.31552119</c:v>
                </c:pt>
                <c:pt idx="13">
                  <c:v>0.28611398</c:v>
                </c:pt>
                <c:pt idx="14">
                  <c:v>0.25449431</c:v>
                </c:pt>
                <c:pt idx="15">
                  <c:v>0.22090669</c:v>
                </c:pt>
                <c:pt idx="16">
                  <c:v>0.18561085</c:v>
                </c:pt>
                <c:pt idx="17">
                  <c:v>0.14887972</c:v>
                </c:pt>
                <c:pt idx="18">
                  <c:v>0.11099734</c:v>
                </c:pt>
                <c:pt idx="19">
                  <c:v>0.07225663</c:v>
                </c:pt>
                <c:pt idx="20">
                  <c:v>0.03295719</c:v>
                </c:pt>
                <c:pt idx="21">
                  <c:v>-0.00659711</c:v>
                </c:pt>
                <c:pt idx="22">
                  <c:v>-0.04610039</c:v>
                </c:pt>
                <c:pt idx="23">
                  <c:v>-0.08524719</c:v>
                </c:pt>
                <c:pt idx="24">
                  <c:v>-0.12373479</c:v>
                </c:pt>
                <c:pt idx="25">
                  <c:v>-0.16126558</c:v>
                </c:pt>
                <c:pt idx="26">
                  <c:v>-0.19754933</c:v>
                </c:pt>
                <c:pt idx="27">
                  <c:v>-0.23230548</c:v>
                </c:pt>
                <c:pt idx="28">
                  <c:v>-0.26526526</c:v>
                </c:pt>
                <c:pt idx="29">
                  <c:v>-0.29617381</c:v>
                </c:pt>
                <c:pt idx="30">
                  <c:v>-0.3247921</c:v>
                </c:pt>
                <c:pt idx="31">
                  <c:v>-0.35089885</c:v>
                </c:pt>
                <c:pt idx="32">
                  <c:v>-0.37429218</c:v>
                </c:pt>
                <c:pt idx="33">
                  <c:v>-0.39479118</c:v>
                </c:pt>
                <c:pt idx="34">
                  <c:v>-0.41223735</c:v>
                </c:pt>
                <c:pt idx="35">
                  <c:v>-0.42649578</c:v>
                </c:pt>
                <c:pt idx="36">
                  <c:v>-0.43745622</c:v>
                </c:pt>
                <c:pt idx="37">
                  <c:v>-0.44503389</c:v>
                </c:pt>
                <c:pt idx="38">
                  <c:v>-0.44917022</c:v>
                </c:pt>
                <c:pt idx="39">
                  <c:v>-0.44983321</c:v>
                </c:pt>
                <c:pt idx="40">
                  <c:v>-0.44701774</c:v>
                </c:pt>
                <c:pt idx="41">
                  <c:v>-0.44074558</c:v>
                </c:pt>
                <c:pt idx="42">
                  <c:v>-0.43106523</c:v>
                </c:pt>
                <c:pt idx="43">
                  <c:v>-0.41805155</c:v>
                </c:pt>
                <c:pt idx="44">
                  <c:v>-0.40180517</c:v>
                </c:pt>
                <c:pt idx="45">
                  <c:v>-0.38245171</c:v>
                </c:pt>
                <c:pt idx="46">
                  <c:v>-0.36014084</c:v>
                </c:pt>
                <c:pt idx="47">
                  <c:v>-0.33504508</c:v>
                </c:pt>
                <c:pt idx="48">
                  <c:v>-0.30735849</c:v>
                </c:pt>
                <c:pt idx="49">
                  <c:v>-0.27729516</c:v>
                </c:pt>
                <c:pt idx="50">
                  <c:v>-0.24508757</c:v>
                </c:pt>
                <c:pt idx="51">
                  <c:v>-0.21098477</c:v>
                </c:pt>
                <c:pt idx="52">
                  <c:v>-0.17525047</c:v>
                </c:pt>
                <c:pt idx="53">
                  <c:v>-0.13816099</c:v>
                </c:pt>
                <c:pt idx="54">
                  <c:v>-0.10000315</c:v>
                </c:pt>
                <c:pt idx="55">
                  <c:v>-0.06107201</c:v>
                </c:pt>
                <c:pt idx="56">
                  <c:v>-0.02166861</c:v>
                </c:pt>
                <c:pt idx="57">
                  <c:v>0.01790235</c:v>
                </c:pt>
                <c:pt idx="58">
                  <c:v>0.05733488</c:v>
                </c:pt>
                <c:pt idx="59">
                  <c:v>0.09632404</c:v>
                </c:pt>
                <c:pt idx="60">
                  <c:v>0.13456836</c:v>
                </c:pt>
                <c:pt idx="61">
                  <c:v>0.17177208</c:v>
                </c:pt>
                <c:pt idx="62">
                  <c:v>0.20764753</c:v>
                </c:pt>
                <c:pt idx="63">
                  <c:v>0.24191729</c:v>
                </c:pt>
                <c:pt idx="64">
                  <c:v>0.27431635</c:v>
                </c:pt>
                <c:pt idx="65">
                  <c:v>0.30459419</c:v>
                </c:pt>
                <c:pt idx="66">
                  <c:v>0.33251666</c:v>
                </c:pt>
                <c:pt idx="67">
                  <c:v>0.35786786</c:v>
                </c:pt>
                <c:pt idx="68">
                  <c:v>0.38045174</c:v>
                </c:pt>
                <c:pt idx="69">
                  <c:v>0.40009367</c:v>
                </c:pt>
                <c:pt idx="70">
                  <c:v>0.41664176</c:v>
                </c:pt>
                <c:pt idx="71">
                  <c:v>0.42996806</c:v>
                </c:pt>
                <c:pt idx="72">
                  <c:v>0.4399695</c:v>
                </c:pt>
                <c:pt idx="73">
                  <c:v>0.44656876</c:v>
                </c:pt>
                <c:pt idx="74">
                  <c:v>0.4497148</c:v>
                </c:pt>
                <c:pt idx="75">
                  <c:v>0.44938329</c:v>
                </c:pt>
                <c:pt idx="76">
                  <c:v>0.4455768</c:v>
                </c:pt>
                <c:pt idx="77">
                  <c:v>0.43832476</c:v>
                </c:pt>
                <c:pt idx="78">
                  <c:v>0.42768325</c:v>
                </c:pt>
                <c:pt idx="79">
                  <c:v>0.41373456</c:v>
                </c:pt>
                <c:pt idx="80">
                  <c:v>0.39658655</c:v>
                </c:pt>
                <c:pt idx="81">
                  <c:v>0.37637183</c:v>
                </c:pt>
                <c:pt idx="82">
                  <c:v>0.3532467</c:v>
                </c:pt>
                <c:pt idx="83">
                  <c:v>0.32738999</c:v>
                </c:pt>
                <c:pt idx="84">
                  <c:v>0.29900165</c:v>
                </c:pt>
                <c:pt idx="85">
                  <c:v>0.26830119</c:v>
                </c:pt>
                <c:pt idx="86">
                  <c:v>0.23552602</c:v>
                </c:pt>
                <c:pt idx="87">
                  <c:v>0.20092958</c:v>
                </c:pt>
                <c:pt idx="88">
                  <c:v>0.16477939</c:v>
                </c:pt>
                <c:pt idx="89">
                  <c:v>0.127355</c:v>
                </c:pt>
                <c:pt idx="90">
                  <c:v>0.0889458</c:v>
                </c:pt>
                <c:pt idx="91">
                  <c:v>0.04984881</c:v>
                </c:pt>
                <c:pt idx="92">
                  <c:v>0.01036634</c:v>
                </c:pt>
                <c:pt idx="93">
                  <c:v>-0.02919629</c:v>
                </c:pt>
                <c:pt idx="94">
                  <c:v>-0.06853315</c:v>
                </c:pt>
                <c:pt idx="95">
                  <c:v>-0.10734006</c:v>
                </c:pt>
                <c:pt idx="96">
                  <c:v>-0.14531693</c:v>
                </c:pt>
                <c:pt idx="97">
                  <c:v>-0.18217009</c:v>
                </c:pt>
                <c:pt idx="98">
                  <c:v>-0.21761458</c:v>
                </c:pt>
                <c:pt idx="99">
                  <c:v>-0.2513763</c:v>
                </c:pt>
                <c:pt idx="100">
                  <c:v>-0.28319418</c:v>
                </c:pt>
                <c:pt idx="101">
                  <c:v>-0.31282218</c:v>
                </c:pt>
                <c:pt idx="102">
                  <c:v>-0.34003119</c:v>
                </c:pt>
                <c:pt idx="103">
                  <c:v>-0.36461082</c:v>
                </c:pt>
                <c:pt idx="104">
                  <c:v>-0.386371</c:v>
                </c:pt>
                <c:pt idx="105">
                  <c:v>-0.40514345</c:v>
                </c:pt>
                <c:pt idx="106">
                  <c:v>-0.42078301</c:v>
                </c:pt>
                <c:pt idx="107">
                  <c:v>-0.43316875</c:v>
                </c:pt>
                <c:pt idx="108">
                  <c:v>-0.4422049</c:v>
                </c:pt>
                <c:pt idx="109">
                  <c:v>-0.44782156</c:v>
                </c:pt>
                <c:pt idx="110">
                  <c:v>-0.44997533</c:v>
                </c:pt>
                <c:pt idx="111">
                  <c:v>-0.44864953</c:v>
                </c:pt>
                <c:pt idx="112">
                  <c:v>-0.44385442</c:v>
                </c:pt>
                <c:pt idx="113">
                  <c:v>-0.43562708</c:v>
                </c:pt>
                <c:pt idx="114">
                  <c:v>-0.42403114</c:v>
                </c:pt>
                <c:pt idx="115">
                  <c:v>-0.40915625</c:v>
                </c:pt>
                <c:pt idx="116">
                  <c:v>-0.39111745</c:v>
                </c:pt>
                <c:pt idx="117">
                  <c:v>-0.37005422</c:v>
                </c:pt>
                <c:pt idx="118">
                  <c:v>-0.34612944</c:v>
                </c:pt>
                <c:pt idx="119">
                  <c:v>-0.31952812</c:v>
                </c:pt>
                <c:pt idx="120">
                  <c:v>-0.29045596</c:v>
                </c:pt>
                <c:pt idx="121">
                  <c:v>-0.25913777</c:v>
                </c:pt>
                <c:pt idx="122">
                  <c:v>-0.22581572</c:v>
                </c:pt>
                <c:pt idx="123">
                  <c:v>-0.19074748</c:v>
                </c:pt>
                <c:pt idx="124">
                  <c:v>-0.15420424</c:v>
                </c:pt>
                <c:pt idx="125">
                  <c:v>-0.11646857</c:v>
                </c:pt>
                <c:pt idx="126">
                  <c:v>-0.07783227</c:v>
                </c:pt>
                <c:pt idx="127">
                  <c:v>-0.03859412</c:v>
                </c:pt>
                <c:pt idx="128">
                  <c:v>0.00094248</c:v>
                </c:pt>
                <c:pt idx="129">
                  <c:v>0.04047178</c:v>
                </c:pt>
                <c:pt idx="130">
                  <c:v>0.07968813</c:v>
                </c:pt>
                <c:pt idx="131">
                  <c:v>0.11828827</c:v>
                </c:pt>
                <c:pt idx="132">
                  <c:v>0.15597371</c:v>
                </c:pt>
                <c:pt idx="133">
                  <c:v>0.19245304</c:v>
                </c:pt>
                <c:pt idx="134">
                  <c:v>0.22744417</c:v>
                </c:pt>
                <c:pt idx="135">
                  <c:v>0.26067653</c:v>
                </c:pt>
                <c:pt idx="136">
                  <c:v>0.29189313</c:v>
                </c:pt>
                <c:pt idx="137">
                  <c:v>0.32085258</c:v>
                </c:pt>
                <c:pt idx="138">
                  <c:v>0.34733096</c:v>
                </c:pt>
                <c:pt idx="139">
                  <c:v>0.37112349</c:v>
                </c:pt>
                <c:pt idx="140">
                  <c:v>0.39204622</c:v>
                </c:pt>
                <c:pt idx="141">
                  <c:v>0.40993733</c:v>
                </c:pt>
                <c:pt idx="142">
                  <c:v>0.42465849</c:v>
                </c:pt>
                <c:pt idx="143">
                  <c:v>0.43609585</c:v>
                </c:pt>
                <c:pt idx="144">
                  <c:v>0.44416098</c:v>
                </c:pt>
                <c:pt idx="145">
                  <c:v>0.44879151</c:v>
                </c:pt>
                <c:pt idx="146">
                  <c:v>0.44995164</c:v>
                </c:pt>
                <c:pt idx="147">
                  <c:v>0.44763239</c:v>
                </c:pt>
                <c:pt idx="148">
                  <c:v>0.44185169</c:v>
                </c:pt>
                <c:pt idx="149">
                  <c:v>0.43265425</c:v>
                </c:pt>
                <c:pt idx="150">
                  <c:v>0.42011119</c:v>
                </c:pt>
                <c:pt idx="151">
                  <c:v>0.4043195</c:v>
                </c:pt>
                <c:pt idx="152">
                  <c:v>0.3854013</c:v>
                </c:pt>
                <c:pt idx="153">
                  <c:v>0.36350287</c:v>
                </c:pt>
                <c:pt idx="154">
                  <c:v>0.33879356</c:v>
                </c:pt>
                <c:pt idx="155">
                  <c:v>0.31146443</c:v>
                </c:pt>
                <c:pt idx="156">
                  <c:v>0.28172681</c:v>
                </c:pt>
                <c:pt idx="157">
                  <c:v>0.24981066</c:v>
                </c:pt>
                <c:pt idx="158">
                  <c:v>0.21596278</c:v>
                </c:pt>
                <c:pt idx="159">
                  <c:v>0.1804449</c:v>
                </c:pt>
                <c:pt idx="160">
                  <c:v>0.14353169</c:v>
                </c:pt>
                <c:pt idx="161">
                  <c:v>0.10550857</c:v>
                </c:pt>
                <c:pt idx="162">
                  <c:v>0.06666959</c:v>
                </c:pt>
                <c:pt idx="163">
                  <c:v>0.02731505</c:v>
                </c:pt>
                <c:pt idx="164">
                  <c:v>-0.0122507</c:v>
                </c:pt>
                <c:pt idx="165">
                  <c:v>-0.05172172</c:v>
                </c:pt>
                <c:pt idx="166">
                  <c:v>-0.09079279</c:v>
                </c:pt>
                <c:pt idx="167">
                  <c:v>-0.12916177</c:v>
                </c:pt>
                <c:pt idx="168">
                  <c:v>-0.16653198</c:v>
                </c:pt>
                <c:pt idx="169">
                  <c:v>-0.20261443</c:v>
                </c:pt>
                <c:pt idx="170">
                  <c:v>-0.23713011</c:v>
                </c:pt>
                <c:pt idx="171">
                  <c:v>-0.26981211</c:v>
                </c:pt>
                <c:pt idx="172">
                  <c:v>-0.30040772</c:v>
                </c:pt>
                <c:pt idx="173">
                  <c:v>-0.32868033</c:v>
                </c:pt>
                <c:pt idx="174">
                  <c:v>-0.35441134</c:v>
                </c:pt>
                <c:pt idx="175">
                  <c:v>-0.37740176</c:v>
                </c:pt>
                <c:pt idx="176">
                  <c:v>-0.39747381</c:v>
                </c:pt>
                <c:pt idx="177">
                  <c:v>-0.41447228</c:v>
                </c:pt>
                <c:pt idx="178">
                  <c:v>-0.42826574</c:v>
                </c:pt>
                <c:pt idx="179">
                  <c:v>-0.4387475</c:v>
                </c:pt>
                <c:pt idx="180">
                  <c:v>-0.44583653</c:v>
                </c:pt>
                <c:pt idx="181">
                  <c:v>-0.449478</c:v>
                </c:pt>
                <c:pt idx="182">
                  <c:v>-0.44964375</c:v>
                </c:pt>
                <c:pt idx="183">
                  <c:v>-0.44633251</c:v>
                </c:pt>
                <c:pt idx="184">
                  <c:v>-0.43956988</c:v>
                </c:pt>
                <c:pt idx="185">
                  <c:v>-0.42940815</c:v>
                </c:pt>
                <c:pt idx="186">
                  <c:v>-0.4159259</c:v>
                </c:pt>
                <c:pt idx="187">
                  <c:v>-0.39922738</c:v>
                </c:pt>
                <c:pt idx="188">
                  <c:v>-0.37944173</c:v>
                </c:pt>
                <c:pt idx="189">
                  <c:v>-0.35672194</c:v>
                </c:pt>
                <c:pt idx="190">
                  <c:v>-0.33124369</c:v>
                </c:pt>
                <c:pt idx="191">
                  <c:v>-0.30320401</c:v>
                </c:pt>
                <c:pt idx="192">
                  <c:v>-0.27281972</c:v>
                </c:pt>
                <c:pt idx="193">
                  <c:v>-0.24032577</c:v>
                </c:pt>
                <c:pt idx="194">
                  <c:v>-0.20597344</c:v>
                </c:pt>
                <c:pt idx="195">
                  <c:v>-0.17002835</c:v>
                </c:pt>
                <c:pt idx="196">
                  <c:v>-0.13276848</c:v>
                </c:pt>
                <c:pt idx="197">
                  <c:v>-0.09448194</c:v>
                </c:pt>
                <c:pt idx="198">
                  <c:v>-0.05546479</c:v>
                </c:pt>
                <c:pt idx="199">
                  <c:v>-0.01601874</c:v>
                </c:pt>
                <c:pt idx="200">
                  <c:v>0.02355118</c:v>
                </c:pt>
                <c:pt idx="201">
                  <c:v>0.06293898</c:v>
                </c:pt>
                <c:pt idx="202">
                  <c:v>0.10184009</c:v>
                </c:pt>
                <c:pt idx="203">
                  <c:v>0.13995369</c:v>
                </c:pt>
                <c:pt idx="204">
                  <c:v>0.17698506</c:v>
                </c:pt>
                <c:pt idx="205">
                  <c:v>0.21264784</c:v>
                </c:pt>
                <c:pt idx="206">
                  <c:v>0.24666627</c:v>
                </c:pt>
                <c:pt idx="207">
                  <c:v>0.27877727</c:v>
                </c:pt>
                <c:pt idx="208">
                  <c:v>0.30873256</c:v>
                </c:pt>
                <c:pt idx="209">
                  <c:v>0.33630048</c:v>
                </c:pt>
                <c:pt idx="210">
                  <c:v>0.36126786</c:v>
                </c:pt>
                <c:pt idx="211">
                  <c:v>0.38344164</c:v>
                </c:pt>
                <c:pt idx="212">
                  <c:v>0.40265035</c:v>
                </c:pt>
                <c:pt idx="213">
                  <c:v>0.41874545</c:v>
                </c:pt>
                <c:pt idx="214">
                  <c:v>0.43160248</c:v>
                </c:pt>
                <c:pt idx="215">
                  <c:v>0.44112203</c:v>
                </c:pt>
                <c:pt idx="216">
                  <c:v>0.44723047</c:v>
                </c:pt>
                <c:pt idx="217">
                  <c:v>0.44988058</c:v>
                </c:pt>
                <c:pt idx="218">
                  <c:v>0.44905186</c:v>
                </c:pt>
                <c:pt idx="219">
                  <c:v>0.44475073</c:v>
                </c:pt>
                <c:pt idx="220">
                  <c:v>0.43701043</c:v>
                </c:pt>
                <c:pt idx="221">
                  <c:v>0.42589082</c:v>
                </c:pt>
                <c:pt idx="222">
                  <c:v>0.41147789</c:v>
                </c:pt>
                <c:pt idx="223">
                  <c:v>0.3938831</c:v>
                </c:pt>
                <c:pt idx="224">
                  <c:v>0.37324249</c:v>
                </c:pt>
                <c:pt idx="225">
                  <c:v>0.34971568</c:v>
                </c:pt>
                <c:pt idx="226">
                  <c:v>0.3234846</c:v>
                </c:pt>
                <c:pt idx="227">
                  <c:v>0.29475208</c:v>
                </c:pt>
                <c:pt idx="228">
                  <c:v>0.2637403</c:v>
                </c:pt>
                <c:pt idx="229">
                  <c:v>0.23068908</c:v>
                </c:pt>
                <c:pt idx="230">
                  <c:v>0.19585399</c:v>
                </c:pt>
                <c:pt idx="231">
                  <c:v>0.15950441</c:v>
                </c:pt>
                <c:pt idx="232">
                  <c:v>0.12192141</c:v>
                </c:pt>
                <c:pt idx="233">
                  <c:v>0.08339562</c:v>
                </c:pt>
                <c:pt idx="234">
                  <c:v>0.04422495</c:v>
                </c:pt>
                <c:pt idx="235">
                  <c:v>0.0047123</c:v>
                </c:pt>
                <c:pt idx="236">
                  <c:v>-0.03483679</c:v>
                </c:pt>
                <c:pt idx="237">
                  <c:v>-0.07411649</c:v>
                </c:pt>
                <c:pt idx="238">
                  <c:v>-0.11282307</c:v>
                </c:pt>
                <c:pt idx="239">
                  <c:v>-0.15065721</c:v>
                </c:pt>
                <c:pt idx="240">
                  <c:v>-0.18732636</c:v>
                </c:pt>
                <c:pt idx="241">
                  <c:v>-0.22254695</c:v>
                </c:pt>
                <c:pt idx="242">
                  <c:v>-0.25604663</c:v>
                </c:pt>
                <c:pt idx="243">
                  <c:v>-0.28756636</c:v>
                </c:pt>
                <c:pt idx="244">
                  <c:v>-0.3168624</c:v>
                </c:pt>
                <c:pt idx="245">
                  <c:v>-0.34370821</c:v>
                </c:pt>
                <c:pt idx="246">
                  <c:v>-0.36789621</c:v>
                </c:pt>
                <c:pt idx="247">
                  <c:v>-0.38923934</c:v>
                </c:pt>
                <c:pt idx="248">
                  <c:v>-0.40757257</c:v>
                </c:pt>
                <c:pt idx="249">
                  <c:v>-0.42275413</c:v>
                </c:pt>
                <c:pt idx="250">
                  <c:v>-0.43466662</c:v>
                </c:pt>
                <c:pt idx="251">
                  <c:v>-0.44321793</c:v>
                </c:pt>
                <c:pt idx="252">
                  <c:v>-0.44834194</c:v>
                </c:pt>
                <c:pt idx="253">
                  <c:v>-0.44999901</c:v>
                </c:pt>
                <c:pt idx="254">
                  <c:v>-0.44817634</c:v>
                </c:pt>
                <c:pt idx="255">
                  <c:v>-0.44288802</c:v>
                </c:pt>
                <c:pt idx="256">
                  <c:v>-0.43417495</c:v>
                </c:pt>
                <c:pt idx="257">
                  <c:v>-0.42210449</c:v>
                </c:pt>
                <c:pt idx="258">
                  <c:v>-0.40676999</c:v>
                </c:pt>
                <c:pt idx="259">
                  <c:v>-0.38829003</c:v>
                </c:pt>
                <c:pt idx="260">
                  <c:v>-0.36680751</c:v>
                </c:pt>
                <c:pt idx="261">
                  <c:v>-0.34248854</c:v>
                </c:pt>
                <c:pt idx="262">
                  <c:v>-0.31552119</c:v>
                </c:pt>
                <c:pt idx="263">
                  <c:v>-0.28611398</c:v>
                </c:pt>
                <c:pt idx="264">
                  <c:v>-0.25449431</c:v>
                </c:pt>
                <c:pt idx="265">
                  <c:v>-0.22090669</c:v>
                </c:pt>
                <c:pt idx="266">
                  <c:v>-0.18561085</c:v>
                </c:pt>
                <c:pt idx="267">
                  <c:v>-0.14887972</c:v>
                </c:pt>
                <c:pt idx="268">
                  <c:v>-0.11099734</c:v>
                </c:pt>
                <c:pt idx="269">
                  <c:v>-0.07225663</c:v>
                </c:pt>
                <c:pt idx="270">
                  <c:v>-0.03295719</c:v>
                </c:pt>
                <c:pt idx="271">
                  <c:v>0.00659711</c:v>
                </c:pt>
                <c:pt idx="272">
                  <c:v>0.04610039</c:v>
                </c:pt>
                <c:pt idx="273">
                  <c:v>0.08524719</c:v>
                </c:pt>
                <c:pt idx="274">
                  <c:v>0.12373479</c:v>
                </c:pt>
                <c:pt idx="275">
                  <c:v>0.16126558</c:v>
                </c:pt>
                <c:pt idx="276">
                  <c:v>0.19754933</c:v>
                </c:pt>
                <c:pt idx="277">
                  <c:v>0.23230548</c:v>
                </c:pt>
                <c:pt idx="278">
                  <c:v>0.26526526</c:v>
                </c:pt>
                <c:pt idx="279">
                  <c:v>0.29617381</c:v>
                </c:pt>
                <c:pt idx="280">
                  <c:v>0.3247921</c:v>
                </c:pt>
                <c:pt idx="281">
                  <c:v>0.35089885</c:v>
                </c:pt>
                <c:pt idx="282">
                  <c:v>0.37429218</c:v>
                </c:pt>
                <c:pt idx="283">
                  <c:v>0.39479118</c:v>
                </c:pt>
                <c:pt idx="284">
                  <c:v>0.41223735</c:v>
                </c:pt>
                <c:pt idx="285">
                  <c:v>0.42649578</c:v>
                </c:pt>
                <c:pt idx="286">
                  <c:v>0.43745622</c:v>
                </c:pt>
                <c:pt idx="287">
                  <c:v>0.44503389</c:v>
                </c:pt>
                <c:pt idx="288">
                  <c:v>0.44917022</c:v>
                </c:pt>
                <c:pt idx="289">
                  <c:v>0.44983321</c:v>
                </c:pt>
                <c:pt idx="290">
                  <c:v>0.44701774</c:v>
                </c:pt>
                <c:pt idx="291">
                  <c:v>0.44074558</c:v>
                </c:pt>
                <c:pt idx="292">
                  <c:v>0.43106523</c:v>
                </c:pt>
                <c:pt idx="293">
                  <c:v>0.41805155</c:v>
                </c:pt>
                <c:pt idx="294">
                  <c:v>0.40180517</c:v>
                </c:pt>
                <c:pt idx="295">
                  <c:v>0.38245171</c:v>
                </c:pt>
                <c:pt idx="296">
                  <c:v>0.36014084</c:v>
                </c:pt>
                <c:pt idx="297">
                  <c:v>0.33504508</c:v>
                </c:pt>
                <c:pt idx="298">
                  <c:v>0.30735849</c:v>
                </c:pt>
                <c:pt idx="299">
                  <c:v>0.27729516</c:v>
                </c:pt>
                <c:pt idx="300">
                  <c:v>0.24508757</c:v>
                </c:pt>
                <c:pt idx="301">
                  <c:v>0.21098477</c:v>
                </c:pt>
                <c:pt idx="302">
                  <c:v>0.17525047</c:v>
                </c:pt>
                <c:pt idx="303">
                  <c:v>0.13816099</c:v>
                </c:pt>
                <c:pt idx="304">
                  <c:v>0.10000315</c:v>
                </c:pt>
                <c:pt idx="305">
                  <c:v>0.06107201</c:v>
                </c:pt>
                <c:pt idx="306">
                  <c:v>0.02166861</c:v>
                </c:pt>
                <c:pt idx="307">
                  <c:v>-0.01790235</c:v>
                </c:pt>
                <c:pt idx="308">
                  <c:v>-0.05733488</c:v>
                </c:pt>
                <c:pt idx="309">
                  <c:v>-0.09632404</c:v>
                </c:pt>
                <c:pt idx="310">
                  <c:v>-0.13456836</c:v>
                </c:pt>
                <c:pt idx="311">
                  <c:v>-0.17177208</c:v>
                </c:pt>
                <c:pt idx="312">
                  <c:v>-0.20764753</c:v>
                </c:pt>
                <c:pt idx="313">
                  <c:v>-0.24191729</c:v>
                </c:pt>
                <c:pt idx="314">
                  <c:v>-0.27431635</c:v>
                </c:pt>
                <c:pt idx="315">
                  <c:v>-0.30459419</c:v>
                </c:pt>
                <c:pt idx="316">
                  <c:v>-0.33251666</c:v>
                </c:pt>
                <c:pt idx="317">
                  <c:v>-0.35786786</c:v>
                </c:pt>
                <c:pt idx="318">
                  <c:v>-0.38045174</c:v>
                </c:pt>
                <c:pt idx="319">
                  <c:v>-0.40009367</c:v>
                </c:pt>
                <c:pt idx="320">
                  <c:v>-0.41664176</c:v>
                </c:pt>
                <c:pt idx="321">
                  <c:v>-0.42996806</c:v>
                </c:pt>
                <c:pt idx="322">
                  <c:v>-0.4399695</c:v>
                </c:pt>
                <c:pt idx="323">
                  <c:v>-0.44656876</c:v>
                </c:pt>
                <c:pt idx="324">
                  <c:v>-0.4497148</c:v>
                </c:pt>
                <c:pt idx="325">
                  <c:v>-0.44938329</c:v>
                </c:pt>
                <c:pt idx="326">
                  <c:v>-0.4455768</c:v>
                </c:pt>
                <c:pt idx="327">
                  <c:v>-0.43832476</c:v>
                </c:pt>
                <c:pt idx="328">
                  <c:v>-0.42768325</c:v>
                </c:pt>
                <c:pt idx="329">
                  <c:v>-0.41373456</c:v>
                </c:pt>
                <c:pt idx="330">
                  <c:v>-0.39658655</c:v>
                </c:pt>
                <c:pt idx="331">
                  <c:v>-0.37637183</c:v>
                </c:pt>
                <c:pt idx="332">
                  <c:v>-0.3532467</c:v>
                </c:pt>
                <c:pt idx="333">
                  <c:v>-0.32738999</c:v>
                </c:pt>
                <c:pt idx="334">
                  <c:v>-0.29900165</c:v>
                </c:pt>
                <c:pt idx="335">
                  <c:v>-0.26830119</c:v>
                </c:pt>
                <c:pt idx="336">
                  <c:v>-0.23552602</c:v>
                </c:pt>
                <c:pt idx="337">
                  <c:v>-0.20092958</c:v>
                </c:pt>
                <c:pt idx="338">
                  <c:v>-0.16477939</c:v>
                </c:pt>
                <c:pt idx="339">
                  <c:v>-0.127355</c:v>
                </c:pt>
                <c:pt idx="340">
                  <c:v>-0.0889458</c:v>
                </c:pt>
                <c:pt idx="341">
                  <c:v>-0.04984881</c:v>
                </c:pt>
                <c:pt idx="342">
                  <c:v>-0.01036634</c:v>
                </c:pt>
                <c:pt idx="343">
                  <c:v>0.02919629</c:v>
                </c:pt>
                <c:pt idx="344">
                  <c:v>0.06853315</c:v>
                </c:pt>
                <c:pt idx="345">
                  <c:v>0.10734006</c:v>
                </c:pt>
                <c:pt idx="346">
                  <c:v>0.14531693</c:v>
                </c:pt>
                <c:pt idx="347">
                  <c:v>0.18217009</c:v>
                </c:pt>
                <c:pt idx="348">
                  <c:v>0.21761458</c:v>
                </c:pt>
                <c:pt idx="349">
                  <c:v>0.2513763</c:v>
                </c:pt>
                <c:pt idx="350">
                  <c:v>0.28319418</c:v>
                </c:pt>
                <c:pt idx="351">
                  <c:v>0.31282218</c:v>
                </c:pt>
                <c:pt idx="352">
                  <c:v>0.34003119</c:v>
                </c:pt>
                <c:pt idx="353">
                  <c:v>0.36461082</c:v>
                </c:pt>
                <c:pt idx="354">
                  <c:v>0.386371</c:v>
                </c:pt>
                <c:pt idx="355">
                  <c:v>0.40514345</c:v>
                </c:pt>
                <c:pt idx="356">
                  <c:v>0.42078301</c:v>
                </c:pt>
                <c:pt idx="357">
                  <c:v>0.43316875</c:v>
                </c:pt>
                <c:pt idx="358">
                  <c:v>0.4422049</c:v>
                </c:pt>
                <c:pt idx="359">
                  <c:v>0.44782156</c:v>
                </c:pt>
                <c:pt idx="360">
                  <c:v>0.44997533</c:v>
                </c:pt>
                <c:pt idx="361">
                  <c:v>0.44864953</c:v>
                </c:pt>
                <c:pt idx="362">
                  <c:v>0.44385442</c:v>
                </c:pt>
                <c:pt idx="363">
                  <c:v>0.43562708</c:v>
                </c:pt>
                <c:pt idx="364">
                  <c:v>0.42403114</c:v>
                </c:pt>
                <c:pt idx="365">
                  <c:v>0.40915625</c:v>
                </c:pt>
                <c:pt idx="366">
                  <c:v>0.39111745</c:v>
                </c:pt>
                <c:pt idx="367">
                  <c:v>0.37005422</c:v>
                </c:pt>
                <c:pt idx="368">
                  <c:v>0.34612944</c:v>
                </c:pt>
                <c:pt idx="369">
                  <c:v>0.31952812</c:v>
                </c:pt>
                <c:pt idx="370">
                  <c:v>0.29045596</c:v>
                </c:pt>
                <c:pt idx="371">
                  <c:v>0.25913777</c:v>
                </c:pt>
                <c:pt idx="372">
                  <c:v>0.22581572</c:v>
                </c:pt>
                <c:pt idx="373">
                  <c:v>0.19074748</c:v>
                </c:pt>
                <c:pt idx="374">
                  <c:v>0.15420424</c:v>
                </c:pt>
                <c:pt idx="375">
                  <c:v>0.11646857</c:v>
                </c:pt>
                <c:pt idx="376">
                  <c:v>0.07783227</c:v>
                </c:pt>
                <c:pt idx="377">
                  <c:v>0.03859412</c:v>
                </c:pt>
                <c:pt idx="378">
                  <c:v>-0.00094248</c:v>
                </c:pt>
                <c:pt idx="379">
                  <c:v>-0.04047178</c:v>
                </c:pt>
                <c:pt idx="380">
                  <c:v>-0.07968813</c:v>
                </c:pt>
                <c:pt idx="381">
                  <c:v>-0.11828827</c:v>
                </c:pt>
                <c:pt idx="382">
                  <c:v>-0.15597371</c:v>
                </c:pt>
                <c:pt idx="383">
                  <c:v>-0.19245304</c:v>
                </c:pt>
                <c:pt idx="384">
                  <c:v>-0.22744417</c:v>
                </c:pt>
                <c:pt idx="385">
                  <c:v>-0.26067653</c:v>
                </c:pt>
                <c:pt idx="386">
                  <c:v>-0.29189313</c:v>
                </c:pt>
                <c:pt idx="387">
                  <c:v>-0.32085258</c:v>
                </c:pt>
                <c:pt idx="388">
                  <c:v>-0.34733096</c:v>
                </c:pt>
                <c:pt idx="389">
                  <c:v>-0.37112349</c:v>
                </c:pt>
                <c:pt idx="390">
                  <c:v>-0.39204622</c:v>
                </c:pt>
                <c:pt idx="391">
                  <c:v>-0.40993733</c:v>
                </c:pt>
                <c:pt idx="392">
                  <c:v>-0.42465849</c:v>
                </c:pt>
                <c:pt idx="393">
                  <c:v>-0.43609585</c:v>
                </c:pt>
                <c:pt idx="394">
                  <c:v>-0.44416098</c:v>
                </c:pt>
                <c:pt idx="395">
                  <c:v>-0.44879151</c:v>
                </c:pt>
                <c:pt idx="396">
                  <c:v>-0.44995164</c:v>
                </c:pt>
                <c:pt idx="397">
                  <c:v>-0.44763239</c:v>
                </c:pt>
                <c:pt idx="398">
                  <c:v>-0.44185169</c:v>
                </c:pt>
                <c:pt idx="399">
                  <c:v>-0.43265425</c:v>
                </c:pt>
                <c:pt idx="400">
                  <c:v>-0.42011119</c:v>
                </c:pt>
                <c:pt idx="401">
                  <c:v>-0.4043195</c:v>
                </c:pt>
                <c:pt idx="402">
                  <c:v>-0.3854013</c:v>
                </c:pt>
                <c:pt idx="403">
                  <c:v>-0.36350287</c:v>
                </c:pt>
                <c:pt idx="404">
                  <c:v>-0.33879356</c:v>
                </c:pt>
                <c:pt idx="405">
                  <c:v>-0.31146443</c:v>
                </c:pt>
                <c:pt idx="406">
                  <c:v>-0.28172681</c:v>
                </c:pt>
                <c:pt idx="407">
                  <c:v>-0.24981066</c:v>
                </c:pt>
                <c:pt idx="408">
                  <c:v>-0.21596278</c:v>
                </c:pt>
                <c:pt idx="409">
                  <c:v>-0.1804449</c:v>
                </c:pt>
                <c:pt idx="410">
                  <c:v>-0.14353169</c:v>
                </c:pt>
                <c:pt idx="411">
                  <c:v>-0.10550857</c:v>
                </c:pt>
                <c:pt idx="412">
                  <c:v>-0.06666959</c:v>
                </c:pt>
                <c:pt idx="413">
                  <c:v>-0.02731505</c:v>
                </c:pt>
                <c:pt idx="414">
                  <c:v>0.0122507</c:v>
                </c:pt>
                <c:pt idx="415">
                  <c:v>0.05172172</c:v>
                </c:pt>
                <c:pt idx="416">
                  <c:v>0.09079279</c:v>
                </c:pt>
                <c:pt idx="417">
                  <c:v>0.12916177</c:v>
                </c:pt>
                <c:pt idx="418">
                  <c:v>0.16653198</c:v>
                </c:pt>
                <c:pt idx="419">
                  <c:v>0.20261443</c:v>
                </c:pt>
                <c:pt idx="420">
                  <c:v>0.23713011</c:v>
                </c:pt>
                <c:pt idx="421">
                  <c:v>0.26981211</c:v>
                </c:pt>
                <c:pt idx="422">
                  <c:v>0.30040772</c:v>
                </c:pt>
                <c:pt idx="423">
                  <c:v>0.32868033</c:v>
                </c:pt>
                <c:pt idx="424">
                  <c:v>0.35441134</c:v>
                </c:pt>
                <c:pt idx="425">
                  <c:v>0.37740176</c:v>
                </c:pt>
                <c:pt idx="426">
                  <c:v>0.39747381</c:v>
                </c:pt>
                <c:pt idx="427">
                  <c:v>0.41447228</c:v>
                </c:pt>
                <c:pt idx="428">
                  <c:v>0.42826574</c:v>
                </c:pt>
                <c:pt idx="429">
                  <c:v>0.4387475</c:v>
                </c:pt>
                <c:pt idx="430">
                  <c:v>0.44583653</c:v>
                </c:pt>
                <c:pt idx="431">
                  <c:v>0.449478</c:v>
                </c:pt>
                <c:pt idx="432">
                  <c:v>0.44964375</c:v>
                </c:pt>
                <c:pt idx="433">
                  <c:v>0.44633251</c:v>
                </c:pt>
                <c:pt idx="434">
                  <c:v>0.43956988</c:v>
                </c:pt>
                <c:pt idx="435">
                  <c:v>0.42940815</c:v>
                </c:pt>
                <c:pt idx="436">
                  <c:v>0.4159259</c:v>
                </c:pt>
                <c:pt idx="437">
                  <c:v>0.39922738</c:v>
                </c:pt>
                <c:pt idx="438">
                  <c:v>0.37944173</c:v>
                </c:pt>
                <c:pt idx="439">
                  <c:v>0.35672194</c:v>
                </c:pt>
                <c:pt idx="440">
                  <c:v>0.33124369</c:v>
                </c:pt>
                <c:pt idx="441">
                  <c:v>0.30320401</c:v>
                </c:pt>
                <c:pt idx="442">
                  <c:v>0.27281972</c:v>
                </c:pt>
                <c:pt idx="443">
                  <c:v>0.24032577</c:v>
                </c:pt>
                <c:pt idx="444">
                  <c:v>0.20597344</c:v>
                </c:pt>
                <c:pt idx="445">
                  <c:v>0.17002835</c:v>
                </c:pt>
                <c:pt idx="446">
                  <c:v>0.13276848</c:v>
                </c:pt>
                <c:pt idx="447">
                  <c:v>0.09448194</c:v>
                </c:pt>
                <c:pt idx="448">
                  <c:v>0.05546479</c:v>
                </c:pt>
                <c:pt idx="449">
                  <c:v>0.01601874</c:v>
                </c:pt>
                <c:pt idx="450">
                  <c:v>-0.02355118</c:v>
                </c:pt>
                <c:pt idx="451">
                  <c:v>-0.06293898</c:v>
                </c:pt>
                <c:pt idx="452">
                  <c:v>-0.10184009</c:v>
                </c:pt>
                <c:pt idx="453">
                  <c:v>-0.13995369</c:v>
                </c:pt>
                <c:pt idx="454">
                  <c:v>-0.17698506</c:v>
                </c:pt>
                <c:pt idx="455">
                  <c:v>-0.21264784</c:v>
                </c:pt>
                <c:pt idx="456">
                  <c:v>-0.24666627</c:v>
                </c:pt>
                <c:pt idx="457">
                  <c:v>-0.27877727</c:v>
                </c:pt>
                <c:pt idx="458">
                  <c:v>-0.30873256</c:v>
                </c:pt>
                <c:pt idx="459">
                  <c:v>-0.33630048</c:v>
                </c:pt>
                <c:pt idx="460">
                  <c:v>-0.36126786</c:v>
                </c:pt>
                <c:pt idx="461">
                  <c:v>-0.38344164</c:v>
                </c:pt>
                <c:pt idx="462">
                  <c:v>-0.40265035</c:v>
                </c:pt>
                <c:pt idx="463">
                  <c:v>-0.41874545</c:v>
                </c:pt>
                <c:pt idx="464">
                  <c:v>-0.43160248</c:v>
                </c:pt>
                <c:pt idx="465">
                  <c:v>-0.44112203</c:v>
                </c:pt>
                <c:pt idx="466">
                  <c:v>-0.44723047</c:v>
                </c:pt>
                <c:pt idx="467">
                  <c:v>-0.44988058</c:v>
                </c:pt>
                <c:pt idx="468">
                  <c:v>-0.44905186</c:v>
                </c:pt>
                <c:pt idx="469">
                  <c:v>-0.44475073</c:v>
                </c:pt>
                <c:pt idx="470">
                  <c:v>-0.43701043</c:v>
                </c:pt>
                <c:pt idx="471">
                  <c:v>-0.42589082</c:v>
                </c:pt>
                <c:pt idx="472">
                  <c:v>-0.41147789</c:v>
                </c:pt>
                <c:pt idx="473">
                  <c:v>-0.3938831</c:v>
                </c:pt>
                <c:pt idx="474">
                  <c:v>-0.37324249</c:v>
                </c:pt>
                <c:pt idx="475">
                  <c:v>-0.34971568</c:v>
                </c:pt>
                <c:pt idx="476">
                  <c:v>-0.3234846</c:v>
                </c:pt>
                <c:pt idx="477">
                  <c:v>-0.29475208</c:v>
                </c:pt>
                <c:pt idx="478">
                  <c:v>-0.2637403</c:v>
                </c:pt>
                <c:pt idx="479">
                  <c:v>-0.23068908</c:v>
                </c:pt>
                <c:pt idx="480">
                  <c:v>-0.19585399</c:v>
                </c:pt>
                <c:pt idx="481">
                  <c:v>-0.15950441</c:v>
                </c:pt>
                <c:pt idx="482">
                  <c:v>-0.12192141</c:v>
                </c:pt>
                <c:pt idx="483">
                  <c:v>-0.08339562</c:v>
                </c:pt>
                <c:pt idx="484">
                  <c:v>-0.04422495</c:v>
                </c:pt>
                <c:pt idx="485">
                  <c:v>-0.0047123</c:v>
                </c:pt>
                <c:pt idx="486">
                  <c:v>0.03483679</c:v>
                </c:pt>
                <c:pt idx="487">
                  <c:v>0.07411649</c:v>
                </c:pt>
                <c:pt idx="488">
                  <c:v>0.11282307</c:v>
                </c:pt>
                <c:pt idx="489">
                  <c:v>0.15065721</c:v>
                </c:pt>
                <c:pt idx="490">
                  <c:v>0.18732636</c:v>
                </c:pt>
                <c:pt idx="491">
                  <c:v>0.22254695</c:v>
                </c:pt>
                <c:pt idx="492">
                  <c:v>0.25604663</c:v>
                </c:pt>
                <c:pt idx="493">
                  <c:v>0.28756636</c:v>
                </c:pt>
                <c:pt idx="494">
                  <c:v>0.3168624</c:v>
                </c:pt>
                <c:pt idx="495">
                  <c:v>0.34370821</c:v>
                </c:pt>
                <c:pt idx="496">
                  <c:v>0.36789621</c:v>
                </c:pt>
                <c:pt idx="497">
                  <c:v>0.38923934</c:v>
                </c:pt>
                <c:pt idx="498">
                  <c:v>0.40757257</c:v>
                </c:pt>
                <c:pt idx="499">
                  <c:v>0.42275413</c:v>
                </c:pt>
                <c:pt idx="500">
                  <c:v>0.43466662</c:v>
                </c:pt>
                <c:pt idx="501">
                  <c:v>0.44321793</c:v>
                </c:pt>
                <c:pt idx="502">
                  <c:v>0.44834194</c:v>
                </c:pt>
                <c:pt idx="503">
                  <c:v>0.44999901</c:v>
                </c:pt>
                <c:pt idx="504">
                  <c:v>0.44817634</c:v>
                </c:pt>
                <c:pt idx="505">
                  <c:v>0.44288802</c:v>
                </c:pt>
                <c:pt idx="506">
                  <c:v>0.43417495</c:v>
                </c:pt>
                <c:pt idx="507">
                  <c:v>0.42210449</c:v>
                </c:pt>
                <c:pt idx="508">
                  <c:v>0.40676999</c:v>
                </c:pt>
                <c:pt idx="509">
                  <c:v>0.38829003</c:v>
                </c:pt>
                <c:pt idx="510">
                  <c:v>0.36680751</c:v>
                </c:pt>
                <c:pt idx="511">
                  <c:v>0.34248854</c:v>
                </c:pt>
                <c:pt idx="512">
                  <c:v>0.31552119</c:v>
                </c:pt>
                <c:pt idx="513">
                  <c:v>0.28611398</c:v>
                </c:pt>
                <c:pt idx="514">
                  <c:v>0.25449431</c:v>
                </c:pt>
                <c:pt idx="515">
                  <c:v>0.22090669</c:v>
                </c:pt>
                <c:pt idx="516">
                  <c:v>0.18561085</c:v>
                </c:pt>
                <c:pt idx="517">
                  <c:v>0.14887972</c:v>
                </c:pt>
                <c:pt idx="518">
                  <c:v>0.11099734</c:v>
                </c:pt>
                <c:pt idx="519">
                  <c:v>0.07225663</c:v>
                </c:pt>
                <c:pt idx="520">
                  <c:v>0.03295719</c:v>
                </c:pt>
                <c:pt idx="521">
                  <c:v>-0.00659711</c:v>
                </c:pt>
                <c:pt idx="522">
                  <c:v>-0.04610039</c:v>
                </c:pt>
                <c:pt idx="523">
                  <c:v>-0.08524719</c:v>
                </c:pt>
                <c:pt idx="524">
                  <c:v>-0.12373479</c:v>
                </c:pt>
                <c:pt idx="525">
                  <c:v>-0.16126558</c:v>
                </c:pt>
                <c:pt idx="526">
                  <c:v>-0.19754933</c:v>
                </c:pt>
                <c:pt idx="527">
                  <c:v>-0.23230548</c:v>
                </c:pt>
                <c:pt idx="528">
                  <c:v>-0.26526526</c:v>
                </c:pt>
                <c:pt idx="529">
                  <c:v>-0.29617381</c:v>
                </c:pt>
                <c:pt idx="530">
                  <c:v>-0.3247921</c:v>
                </c:pt>
                <c:pt idx="531">
                  <c:v>-0.35089885</c:v>
                </c:pt>
                <c:pt idx="532">
                  <c:v>-0.37429218</c:v>
                </c:pt>
                <c:pt idx="533">
                  <c:v>-0.39479118</c:v>
                </c:pt>
                <c:pt idx="534">
                  <c:v>-0.41223735</c:v>
                </c:pt>
                <c:pt idx="535">
                  <c:v>-0.42649578</c:v>
                </c:pt>
                <c:pt idx="536">
                  <c:v>-0.43745622</c:v>
                </c:pt>
                <c:pt idx="537">
                  <c:v>-0.44503389</c:v>
                </c:pt>
                <c:pt idx="538">
                  <c:v>-0.44917022</c:v>
                </c:pt>
                <c:pt idx="539">
                  <c:v>-0.44983321</c:v>
                </c:pt>
                <c:pt idx="540">
                  <c:v>-0.44701774</c:v>
                </c:pt>
                <c:pt idx="541">
                  <c:v>-0.44074558</c:v>
                </c:pt>
                <c:pt idx="542">
                  <c:v>-0.43106523</c:v>
                </c:pt>
                <c:pt idx="543">
                  <c:v>-0.41805155</c:v>
                </c:pt>
                <c:pt idx="544">
                  <c:v>-0.40180517</c:v>
                </c:pt>
                <c:pt idx="545">
                  <c:v>-0.38245171</c:v>
                </c:pt>
                <c:pt idx="546">
                  <c:v>-0.36014084</c:v>
                </c:pt>
                <c:pt idx="547">
                  <c:v>-0.33504508</c:v>
                </c:pt>
                <c:pt idx="548">
                  <c:v>-0.30735849</c:v>
                </c:pt>
                <c:pt idx="549">
                  <c:v>-0.27729516</c:v>
                </c:pt>
                <c:pt idx="550">
                  <c:v>-0.24508757</c:v>
                </c:pt>
                <c:pt idx="551">
                  <c:v>-0.21098477</c:v>
                </c:pt>
                <c:pt idx="552">
                  <c:v>-0.17525047</c:v>
                </c:pt>
                <c:pt idx="553">
                  <c:v>-0.13816099</c:v>
                </c:pt>
                <c:pt idx="554">
                  <c:v>-0.10000315</c:v>
                </c:pt>
                <c:pt idx="555">
                  <c:v>-0.06107201</c:v>
                </c:pt>
                <c:pt idx="556">
                  <c:v>-0.02166861</c:v>
                </c:pt>
                <c:pt idx="557">
                  <c:v>0.01790235</c:v>
                </c:pt>
                <c:pt idx="558">
                  <c:v>0.05733488</c:v>
                </c:pt>
                <c:pt idx="559">
                  <c:v>0.09632404</c:v>
                </c:pt>
                <c:pt idx="560">
                  <c:v>0.13456836</c:v>
                </c:pt>
                <c:pt idx="561">
                  <c:v>0.17177208</c:v>
                </c:pt>
                <c:pt idx="562">
                  <c:v>0.20764753</c:v>
                </c:pt>
                <c:pt idx="563">
                  <c:v>0.24191729</c:v>
                </c:pt>
                <c:pt idx="564">
                  <c:v>0.27431635</c:v>
                </c:pt>
                <c:pt idx="565">
                  <c:v>0.30459419</c:v>
                </c:pt>
                <c:pt idx="566">
                  <c:v>0.33251666</c:v>
                </c:pt>
                <c:pt idx="567">
                  <c:v>0.35786786</c:v>
                </c:pt>
                <c:pt idx="568">
                  <c:v>0.38045174</c:v>
                </c:pt>
                <c:pt idx="569">
                  <c:v>0.40009367</c:v>
                </c:pt>
                <c:pt idx="570">
                  <c:v>0.41664176</c:v>
                </c:pt>
                <c:pt idx="571">
                  <c:v>0.42996806</c:v>
                </c:pt>
                <c:pt idx="572">
                  <c:v>0.4399695</c:v>
                </c:pt>
                <c:pt idx="573">
                  <c:v>0.44656876</c:v>
                </c:pt>
                <c:pt idx="574">
                  <c:v>0.4497148</c:v>
                </c:pt>
                <c:pt idx="575">
                  <c:v>0.44938329</c:v>
                </c:pt>
                <c:pt idx="576">
                  <c:v>0.4455768</c:v>
                </c:pt>
                <c:pt idx="577">
                  <c:v>0.43832476</c:v>
                </c:pt>
                <c:pt idx="578">
                  <c:v>0.42768325</c:v>
                </c:pt>
                <c:pt idx="579">
                  <c:v>0.41373456</c:v>
                </c:pt>
                <c:pt idx="580">
                  <c:v>0.39658655</c:v>
                </c:pt>
                <c:pt idx="581">
                  <c:v>0.37637183</c:v>
                </c:pt>
                <c:pt idx="582">
                  <c:v>0.3532467</c:v>
                </c:pt>
                <c:pt idx="583">
                  <c:v>0.32738999</c:v>
                </c:pt>
                <c:pt idx="584">
                  <c:v>0.29900165</c:v>
                </c:pt>
                <c:pt idx="585">
                  <c:v>0.26830119</c:v>
                </c:pt>
                <c:pt idx="586">
                  <c:v>0.23552602</c:v>
                </c:pt>
                <c:pt idx="587">
                  <c:v>0.20092958</c:v>
                </c:pt>
                <c:pt idx="588">
                  <c:v>0.16477939</c:v>
                </c:pt>
                <c:pt idx="589">
                  <c:v>0.127355</c:v>
                </c:pt>
                <c:pt idx="590">
                  <c:v>0.0889458</c:v>
                </c:pt>
                <c:pt idx="591">
                  <c:v>0.04984881</c:v>
                </c:pt>
                <c:pt idx="592">
                  <c:v>0.01036634</c:v>
                </c:pt>
                <c:pt idx="593">
                  <c:v>-0.02919629</c:v>
                </c:pt>
                <c:pt idx="594">
                  <c:v>-0.06853315</c:v>
                </c:pt>
                <c:pt idx="595">
                  <c:v>-0.10734006</c:v>
                </c:pt>
                <c:pt idx="596">
                  <c:v>-0.14531693</c:v>
                </c:pt>
                <c:pt idx="597">
                  <c:v>-0.18217009</c:v>
                </c:pt>
                <c:pt idx="598">
                  <c:v>-0.21761458</c:v>
                </c:pt>
                <c:pt idx="599">
                  <c:v>-0.2513763</c:v>
                </c:pt>
                <c:pt idx="600">
                  <c:v>-0.28319418</c:v>
                </c:pt>
              </c:numCache>
            </c:numRef>
          </c:yVal>
        </c:ser>
        <c:ser>
          <c:idx val="1"/>
          <c:order val="1"/>
          <c:tx>
            <c:v>6 Hz alias</c:v>
          </c:tx>
          <c:spPr>
            <a:ln xmlns:a="http://schemas.openxmlformats.org/drawingml/2006/main" w="28575">
              <a:solidFill>
                <a:srgbClr val="286BB0"/>
              </a:solidFill>
            </a:ln>
          </c:spPr>
          <c:marker>
            <c:symbol val="none"/>
            <c:size val="7"/>
            <c:spPr>
              <a:solidFill xmlns:a="http://schemas.openxmlformats.org/drawingml/2006/main">
                <a:srgbClr val="286BB0"/>
              </a:solidFill>
            </c:spPr>
          </c:marker>
          <c:xVal>
            <c:numRef>
              <c:f>'Chart Data'!$C$2:$C$602</c:f>
              <c:numCache>
                <c:formatCode>General</c:formatCode>
                <c:ptCount val="601"/>
                <c:pt idx="0">
                  <c:v>0</c:v>
                </c:pt>
                <c:pt idx="1">
                  <c:v>0.33333333</c:v>
                </c:pt>
                <c:pt idx="2">
                  <c:v>0.66666667</c:v>
                </c:pt>
                <c:pt idx="3">
                  <c:v>1</c:v>
                </c:pt>
                <c:pt idx="4">
                  <c:v>1.33333333</c:v>
                </c:pt>
                <c:pt idx="5">
                  <c:v>1.66666667</c:v>
                </c:pt>
                <c:pt idx="6">
                  <c:v>2</c:v>
                </c:pt>
                <c:pt idx="7">
                  <c:v>2.33333333</c:v>
                </c:pt>
                <c:pt idx="8">
                  <c:v>2.66666667</c:v>
                </c:pt>
                <c:pt idx="9">
                  <c:v>3</c:v>
                </c:pt>
                <c:pt idx="10">
                  <c:v>3.33333333</c:v>
                </c:pt>
                <c:pt idx="11">
                  <c:v>3.66666667</c:v>
                </c:pt>
                <c:pt idx="12">
                  <c:v>4</c:v>
                </c:pt>
                <c:pt idx="13">
                  <c:v>4.33333333</c:v>
                </c:pt>
                <c:pt idx="14">
                  <c:v>4.66666667</c:v>
                </c:pt>
                <c:pt idx="15">
                  <c:v>5</c:v>
                </c:pt>
                <c:pt idx="16">
                  <c:v>5.33333333</c:v>
                </c:pt>
                <c:pt idx="17">
                  <c:v>5.66666667</c:v>
                </c:pt>
                <c:pt idx="18">
                  <c:v>6</c:v>
                </c:pt>
                <c:pt idx="19">
                  <c:v>6.33333333</c:v>
                </c:pt>
                <c:pt idx="20">
                  <c:v>6.66666667</c:v>
                </c:pt>
                <c:pt idx="21">
                  <c:v>7</c:v>
                </c:pt>
                <c:pt idx="22">
                  <c:v>7.33333333</c:v>
                </c:pt>
                <c:pt idx="23">
                  <c:v>7.66666667</c:v>
                </c:pt>
                <c:pt idx="24">
                  <c:v>8</c:v>
                </c:pt>
                <c:pt idx="25">
                  <c:v>8.33333333</c:v>
                </c:pt>
                <c:pt idx="26">
                  <c:v>8.66666667</c:v>
                </c:pt>
                <c:pt idx="27">
                  <c:v>9</c:v>
                </c:pt>
                <c:pt idx="28">
                  <c:v>9.33333333</c:v>
                </c:pt>
                <c:pt idx="29">
                  <c:v>9.66666667</c:v>
                </c:pt>
                <c:pt idx="30">
                  <c:v>10</c:v>
                </c:pt>
                <c:pt idx="31">
                  <c:v>10.33333333</c:v>
                </c:pt>
                <c:pt idx="32">
                  <c:v>10.66666667</c:v>
                </c:pt>
                <c:pt idx="33">
                  <c:v>11</c:v>
                </c:pt>
                <c:pt idx="34">
                  <c:v>11.33333333</c:v>
                </c:pt>
                <c:pt idx="35">
                  <c:v>11.66666667</c:v>
                </c:pt>
                <c:pt idx="36">
                  <c:v>12</c:v>
                </c:pt>
                <c:pt idx="37">
                  <c:v>12.33333333</c:v>
                </c:pt>
                <c:pt idx="38">
                  <c:v>12.66666667</c:v>
                </c:pt>
                <c:pt idx="39">
                  <c:v>13</c:v>
                </c:pt>
                <c:pt idx="40">
                  <c:v>13.33333333</c:v>
                </c:pt>
                <c:pt idx="41">
                  <c:v>13.66666667</c:v>
                </c:pt>
                <c:pt idx="42">
                  <c:v>14</c:v>
                </c:pt>
                <c:pt idx="43">
                  <c:v>14.33333333</c:v>
                </c:pt>
                <c:pt idx="44">
                  <c:v>14.66666667</c:v>
                </c:pt>
                <c:pt idx="45">
                  <c:v>15</c:v>
                </c:pt>
                <c:pt idx="46">
                  <c:v>15.33333333</c:v>
                </c:pt>
                <c:pt idx="47">
                  <c:v>15.66666667</c:v>
                </c:pt>
                <c:pt idx="48">
                  <c:v>16</c:v>
                </c:pt>
                <c:pt idx="49">
                  <c:v>16.33333333</c:v>
                </c:pt>
                <c:pt idx="50">
                  <c:v>16.66666667</c:v>
                </c:pt>
                <c:pt idx="51">
                  <c:v>17</c:v>
                </c:pt>
                <c:pt idx="52">
                  <c:v>17.33333333</c:v>
                </c:pt>
                <c:pt idx="53">
                  <c:v>17.66666667</c:v>
                </c:pt>
                <c:pt idx="54">
                  <c:v>18</c:v>
                </c:pt>
                <c:pt idx="55">
                  <c:v>18.33333333</c:v>
                </c:pt>
                <c:pt idx="56">
                  <c:v>18.66666667</c:v>
                </c:pt>
                <c:pt idx="57">
                  <c:v>19</c:v>
                </c:pt>
                <c:pt idx="58">
                  <c:v>19.33333333</c:v>
                </c:pt>
                <c:pt idx="59">
                  <c:v>19.66666667</c:v>
                </c:pt>
                <c:pt idx="60">
                  <c:v>20</c:v>
                </c:pt>
                <c:pt idx="61">
                  <c:v>20.33333333</c:v>
                </c:pt>
                <c:pt idx="62">
                  <c:v>20.66666667</c:v>
                </c:pt>
                <c:pt idx="63">
                  <c:v>21</c:v>
                </c:pt>
                <c:pt idx="64">
                  <c:v>21.33333333</c:v>
                </c:pt>
                <c:pt idx="65">
                  <c:v>21.66666667</c:v>
                </c:pt>
                <c:pt idx="66">
                  <c:v>22</c:v>
                </c:pt>
                <c:pt idx="67">
                  <c:v>22.33333333</c:v>
                </c:pt>
                <c:pt idx="68">
                  <c:v>22.66666667</c:v>
                </c:pt>
                <c:pt idx="69">
                  <c:v>23</c:v>
                </c:pt>
                <c:pt idx="70">
                  <c:v>23.33333333</c:v>
                </c:pt>
                <c:pt idx="71">
                  <c:v>23.66666667</c:v>
                </c:pt>
                <c:pt idx="72">
                  <c:v>24</c:v>
                </c:pt>
                <c:pt idx="73">
                  <c:v>24.33333333</c:v>
                </c:pt>
                <c:pt idx="74">
                  <c:v>24.66666667</c:v>
                </c:pt>
                <c:pt idx="75">
                  <c:v>25</c:v>
                </c:pt>
                <c:pt idx="76">
                  <c:v>25.33333333</c:v>
                </c:pt>
                <c:pt idx="77">
                  <c:v>25.66666667</c:v>
                </c:pt>
                <c:pt idx="78">
                  <c:v>26</c:v>
                </c:pt>
                <c:pt idx="79">
                  <c:v>26.33333333</c:v>
                </c:pt>
                <c:pt idx="80">
                  <c:v>26.66666667</c:v>
                </c:pt>
                <c:pt idx="81">
                  <c:v>27</c:v>
                </c:pt>
                <c:pt idx="82">
                  <c:v>27.33333333</c:v>
                </c:pt>
                <c:pt idx="83">
                  <c:v>27.66666667</c:v>
                </c:pt>
                <c:pt idx="84">
                  <c:v>28</c:v>
                </c:pt>
                <c:pt idx="85">
                  <c:v>28.33333333</c:v>
                </c:pt>
                <c:pt idx="86">
                  <c:v>28.66666667</c:v>
                </c:pt>
                <c:pt idx="87">
                  <c:v>29</c:v>
                </c:pt>
                <c:pt idx="88">
                  <c:v>29.33333333</c:v>
                </c:pt>
                <c:pt idx="89">
                  <c:v>29.66666667</c:v>
                </c:pt>
                <c:pt idx="90">
                  <c:v>30</c:v>
                </c:pt>
                <c:pt idx="91">
                  <c:v>30.33333333</c:v>
                </c:pt>
                <c:pt idx="92">
                  <c:v>30.66666667</c:v>
                </c:pt>
                <c:pt idx="93">
                  <c:v>31</c:v>
                </c:pt>
                <c:pt idx="94">
                  <c:v>31.33333333</c:v>
                </c:pt>
                <c:pt idx="95">
                  <c:v>31.66666667</c:v>
                </c:pt>
                <c:pt idx="96">
                  <c:v>32</c:v>
                </c:pt>
                <c:pt idx="97">
                  <c:v>32.33333333</c:v>
                </c:pt>
                <c:pt idx="98">
                  <c:v>32.66666667</c:v>
                </c:pt>
                <c:pt idx="99">
                  <c:v>33</c:v>
                </c:pt>
                <c:pt idx="100">
                  <c:v>33.33333333</c:v>
                </c:pt>
                <c:pt idx="101">
                  <c:v>33.66666667</c:v>
                </c:pt>
                <c:pt idx="102">
                  <c:v>34</c:v>
                </c:pt>
                <c:pt idx="103">
                  <c:v>34.33333333</c:v>
                </c:pt>
                <c:pt idx="104">
                  <c:v>34.66666667</c:v>
                </c:pt>
                <c:pt idx="105">
                  <c:v>35</c:v>
                </c:pt>
                <c:pt idx="106">
                  <c:v>35.33333333</c:v>
                </c:pt>
                <c:pt idx="107">
                  <c:v>35.66666667</c:v>
                </c:pt>
                <c:pt idx="108">
                  <c:v>36</c:v>
                </c:pt>
                <c:pt idx="109">
                  <c:v>36.33333333</c:v>
                </c:pt>
                <c:pt idx="110">
                  <c:v>36.66666667</c:v>
                </c:pt>
                <c:pt idx="111">
                  <c:v>37</c:v>
                </c:pt>
                <c:pt idx="112">
                  <c:v>37.33333333</c:v>
                </c:pt>
                <c:pt idx="113">
                  <c:v>37.66666667</c:v>
                </c:pt>
                <c:pt idx="114">
                  <c:v>38</c:v>
                </c:pt>
                <c:pt idx="115">
                  <c:v>38.33333333</c:v>
                </c:pt>
                <c:pt idx="116">
                  <c:v>38.66666667</c:v>
                </c:pt>
                <c:pt idx="117">
                  <c:v>39</c:v>
                </c:pt>
                <c:pt idx="118">
                  <c:v>39.33333333</c:v>
                </c:pt>
                <c:pt idx="119">
                  <c:v>39.66666667</c:v>
                </c:pt>
                <c:pt idx="120">
                  <c:v>40</c:v>
                </c:pt>
                <c:pt idx="121">
                  <c:v>40.33333333</c:v>
                </c:pt>
                <c:pt idx="122">
                  <c:v>40.66666667</c:v>
                </c:pt>
                <c:pt idx="123">
                  <c:v>41</c:v>
                </c:pt>
                <c:pt idx="124">
                  <c:v>41.33333333</c:v>
                </c:pt>
                <c:pt idx="125">
                  <c:v>41.66666667</c:v>
                </c:pt>
                <c:pt idx="126">
                  <c:v>42</c:v>
                </c:pt>
                <c:pt idx="127">
                  <c:v>42.33333333</c:v>
                </c:pt>
                <c:pt idx="128">
                  <c:v>42.66666667</c:v>
                </c:pt>
                <c:pt idx="129">
                  <c:v>43</c:v>
                </c:pt>
                <c:pt idx="130">
                  <c:v>43.33333333</c:v>
                </c:pt>
                <c:pt idx="131">
                  <c:v>43.66666667</c:v>
                </c:pt>
                <c:pt idx="132">
                  <c:v>44</c:v>
                </c:pt>
                <c:pt idx="133">
                  <c:v>44.33333333</c:v>
                </c:pt>
                <c:pt idx="134">
                  <c:v>44.66666667</c:v>
                </c:pt>
                <c:pt idx="135">
                  <c:v>45</c:v>
                </c:pt>
                <c:pt idx="136">
                  <c:v>45.33333333</c:v>
                </c:pt>
                <c:pt idx="137">
                  <c:v>45.66666667</c:v>
                </c:pt>
                <c:pt idx="138">
                  <c:v>46</c:v>
                </c:pt>
                <c:pt idx="139">
                  <c:v>46.33333333</c:v>
                </c:pt>
                <c:pt idx="140">
                  <c:v>46.66666667</c:v>
                </c:pt>
                <c:pt idx="141">
                  <c:v>47</c:v>
                </c:pt>
                <c:pt idx="142">
                  <c:v>47.33333333</c:v>
                </c:pt>
                <c:pt idx="143">
                  <c:v>47.66666667</c:v>
                </c:pt>
                <c:pt idx="144">
                  <c:v>48</c:v>
                </c:pt>
                <c:pt idx="145">
                  <c:v>48.33333333</c:v>
                </c:pt>
                <c:pt idx="146">
                  <c:v>48.66666667</c:v>
                </c:pt>
                <c:pt idx="147">
                  <c:v>49</c:v>
                </c:pt>
                <c:pt idx="148">
                  <c:v>49.33333333</c:v>
                </c:pt>
                <c:pt idx="149">
                  <c:v>49.66666667</c:v>
                </c:pt>
                <c:pt idx="150">
                  <c:v>50</c:v>
                </c:pt>
                <c:pt idx="151">
                  <c:v>50.33333333</c:v>
                </c:pt>
                <c:pt idx="152">
                  <c:v>50.66666667</c:v>
                </c:pt>
                <c:pt idx="153">
                  <c:v>51</c:v>
                </c:pt>
                <c:pt idx="154">
                  <c:v>51.33333333</c:v>
                </c:pt>
                <c:pt idx="155">
                  <c:v>51.66666667</c:v>
                </c:pt>
                <c:pt idx="156">
                  <c:v>52</c:v>
                </c:pt>
                <c:pt idx="157">
                  <c:v>52.33333333</c:v>
                </c:pt>
                <c:pt idx="158">
                  <c:v>52.66666667</c:v>
                </c:pt>
                <c:pt idx="159">
                  <c:v>53</c:v>
                </c:pt>
                <c:pt idx="160">
                  <c:v>53.33333333</c:v>
                </c:pt>
                <c:pt idx="161">
                  <c:v>53.66666667</c:v>
                </c:pt>
                <c:pt idx="162">
                  <c:v>54</c:v>
                </c:pt>
                <c:pt idx="163">
                  <c:v>54.33333333</c:v>
                </c:pt>
                <c:pt idx="164">
                  <c:v>54.66666667</c:v>
                </c:pt>
                <c:pt idx="165">
                  <c:v>55</c:v>
                </c:pt>
                <c:pt idx="166">
                  <c:v>55.33333333</c:v>
                </c:pt>
                <c:pt idx="167">
                  <c:v>55.66666667</c:v>
                </c:pt>
                <c:pt idx="168">
                  <c:v>56</c:v>
                </c:pt>
                <c:pt idx="169">
                  <c:v>56.33333333</c:v>
                </c:pt>
                <c:pt idx="170">
                  <c:v>56.66666667</c:v>
                </c:pt>
                <c:pt idx="171">
                  <c:v>57</c:v>
                </c:pt>
                <c:pt idx="172">
                  <c:v>57.33333333</c:v>
                </c:pt>
                <c:pt idx="173">
                  <c:v>57.66666667</c:v>
                </c:pt>
                <c:pt idx="174">
                  <c:v>58</c:v>
                </c:pt>
                <c:pt idx="175">
                  <c:v>58.33333333</c:v>
                </c:pt>
                <c:pt idx="176">
                  <c:v>58.66666667</c:v>
                </c:pt>
                <c:pt idx="177">
                  <c:v>59</c:v>
                </c:pt>
                <c:pt idx="178">
                  <c:v>59.33333333</c:v>
                </c:pt>
                <c:pt idx="179">
                  <c:v>59.66666667</c:v>
                </c:pt>
                <c:pt idx="180">
                  <c:v>60</c:v>
                </c:pt>
                <c:pt idx="181">
                  <c:v>60.33333333</c:v>
                </c:pt>
                <c:pt idx="182">
                  <c:v>60.66666667</c:v>
                </c:pt>
                <c:pt idx="183">
                  <c:v>61</c:v>
                </c:pt>
                <c:pt idx="184">
                  <c:v>61.33333333</c:v>
                </c:pt>
                <c:pt idx="185">
                  <c:v>61.66666667</c:v>
                </c:pt>
                <c:pt idx="186">
                  <c:v>62</c:v>
                </c:pt>
                <c:pt idx="187">
                  <c:v>62.33333333</c:v>
                </c:pt>
                <c:pt idx="188">
                  <c:v>62.66666667</c:v>
                </c:pt>
                <c:pt idx="189">
                  <c:v>63</c:v>
                </c:pt>
                <c:pt idx="190">
                  <c:v>63.33333333</c:v>
                </c:pt>
                <c:pt idx="191">
                  <c:v>63.66666667</c:v>
                </c:pt>
                <c:pt idx="192">
                  <c:v>64</c:v>
                </c:pt>
                <c:pt idx="193">
                  <c:v>64.33333333</c:v>
                </c:pt>
                <c:pt idx="194">
                  <c:v>64.66666667</c:v>
                </c:pt>
                <c:pt idx="195">
                  <c:v>65</c:v>
                </c:pt>
                <c:pt idx="196">
                  <c:v>65.33333333</c:v>
                </c:pt>
                <c:pt idx="197">
                  <c:v>65.66666667</c:v>
                </c:pt>
                <c:pt idx="198">
                  <c:v>66</c:v>
                </c:pt>
                <c:pt idx="199">
                  <c:v>66.33333333</c:v>
                </c:pt>
                <c:pt idx="200">
                  <c:v>66.66666667</c:v>
                </c:pt>
                <c:pt idx="201">
                  <c:v>67</c:v>
                </c:pt>
                <c:pt idx="202">
                  <c:v>67.33333333</c:v>
                </c:pt>
                <c:pt idx="203">
                  <c:v>67.66666667</c:v>
                </c:pt>
                <c:pt idx="204">
                  <c:v>68</c:v>
                </c:pt>
                <c:pt idx="205">
                  <c:v>68.33333333</c:v>
                </c:pt>
                <c:pt idx="206">
                  <c:v>68.66666667</c:v>
                </c:pt>
                <c:pt idx="207">
                  <c:v>69</c:v>
                </c:pt>
                <c:pt idx="208">
                  <c:v>69.33333333</c:v>
                </c:pt>
                <c:pt idx="209">
                  <c:v>69.66666667</c:v>
                </c:pt>
                <c:pt idx="210">
                  <c:v>70</c:v>
                </c:pt>
                <c:pt idx="211">
                  <c:v>70.33333333</c:v>
                </c:pt>
                <c:pt idx="212">
                  <c:v>70.66666667</c:v>
                </c:pt>
                <c:pt idx="213">
                  <c:v>71</c:v>
                </c:pt>
                <c:pt idx="214">
                  <c:v>71.33333333</c:v>
                </c:pt>
                <c:pt idx="215">
                  <c:v>71.66666667</c:v>
                </c:pt>
                <c:pt idx="216">
                  <c:v>72</c:v>
                </c:pt>
                <c:pt idx="217">
                  <c:v>72.33333333</c:v>
                </c:pt>
                <c:pt idx="218">
                  <c:v>72.66666667</c:v>
                </c:pt>
                <c:pt idx="219">
                  <c:v>73</c:v>
                </c:pt>
                <c:pt idx="220">
                  <c:v>73.33333333</c:v>
                </c:pt>
                <c:pt idx="221">
                  <c:v>73.66666667</c:v>
                </c:pt>
                <c:pt idx="222">
                  <c:v>74</c:v>
                </c:pt>
                <c:pt idx="223">
                  <c:v>74.33333333</c:v>
                </c:pt>
                <c:pt idx="224">
                  <c:v>74.66666667</c:v>
                </c:pt>
                <c:pt idx="225">
                  <c:v>75</c:v>
                </c:pt>
                <c:pt idx="226">
                  <c:v>75.33333333</c:v>
                </c:pt>
                <c:pt idx="227">
                  <c:v>75.66666667</c:v>
                </c:pt>
                <c:pt idx="228">
                  <c:v>76</c:v>
                </c:pt>
                <c:pt idx="229">
                  <c:v>76.33333333</c:v>
                </c:pt>
                <c:pt idx="230">
                  <c:v>76.66666667</c:v>
                </c:pt>
                <c:pt idx="231">
                  <c:v>77</c:v>
                </c:pt>
                <c:pt idx="232">
                  <c:v>77.33333333</c:v>
                </c:pt>
                <c:pt idx="233">
                  <c:v>77.66666667</c:v>
                </c:pt>
                <c:pt idx="234">
                  <c:v>78</c:v>
                </c:pt>
                <c:pt idx="235">
                  <c:v>78.33333333</c:v>
                </c:pt>
                <c:pt idx="236">
                  <c:v>78.66666667</c:v>
                </c:pt>
                <c:pt idx="237">
                  <c:v>79</c:v>
                </c:pt>
                <c:pt idx="238">
                  <c:v>79.33333333</c:v>
                </c:pt>
                <c:pt idx="239">
                  <c:v>79.66666667</c:v>
                </c:pt>
                <c:pt idx="240">
                  <c:v>80</c:v>
                </c:pt>
                <c:pt idx="241">
                  <c:v>80.33333333</c:v>
                </c:pt>
                <c:pt idx="242">
                  <c:v>80.66666667</c:v>
                </c:pt>
                <c:pt idx="243">
                  <c:v>81</c:v>
                </c:pt>
                <c:pt idx="244">
                  <c:v>81.33333333</c:v>
                </c:pt>
                <c:pt idx="245">
                  <c:v>81.66666667</c:v>
                </c:pt>
                <c:pt idx="246">
                  <c:v>82</c:v>
                </c:pt>
                <c:pt idx="247">
                  <c:v>82.33333333</c:v>
                </c:pt>
                <c:pt idx="248">
                  <c:v>82.66666667</c:v>
                </c:pt>
                <c:pt idx="249">
                  <c:v>83</c:v>
                </c:pt>
                <c:pt idx="250">
                  <c:v>83.33333333</c:v>
                </c:pt>
                <c:pt idx="251">
                  <c:v>83.66666667</c:v>
                </c:pt>
                <c:pt idx="252">
                  <c:v>84</c:v>
                </c:pt>
                <c:pt idx="253">
                  <c:v>84.33333333</c:v>
                </c:pt>
                <c:pt idx="254">
                  <c:v>84.66666667</c:v>
                </c:pt>
                <c:pt idx="255">
                  <c:v>85</c:v>
                </c:pt>
                <c:pt idx="256">
                  <c:v>85.33333333</c:v>
                </c:pt>
                <c:pt idx="257">
                  <c:v>85.66666667</c:v>
                </c:pt>
                <c:pt idx="258">
                  <c:v>86</c:v>
                </c:pt>
                <c:pt idx="259">
                  <c:v>86.33333333</c:v>
                </c:pt>
                <c:pt idx="260">
                  <c:v>86.66666667</c:v>
                </c:pt>
                <c:pt idx="261">
                  <c:v>87</c:v>
                </c:pt>
                <c:pt idx="262">
                  <c:v>87.33333333</c:v>
                </c:pt>
                <c:pt idx="263">
                  <c:v>87.66666667</c:v>
                </c:pt>
                <c:pt idx="264">
                  <c:v>88</c:v>
                </c:pt>
                <c:pt idx="265">
                  <c:v>88.33333333</c:v>
                </c:pt>
                <c:pt idx="266">
                  <c:v>88.66666667</c:v>
                </c:pt>
                <c:pt idx="267">
                  <c:v>89</c:v>
                </c:pt>
                <c:pt idx="268">
                  <c:v>89.33333333</c:v>
                </c:pt>
                <c:pt idx="269">
                  <c:v>89.66666667</c:v>
                </c:pt>
                <c:pt idx="270">
                  <c:v>90</c:v>
                </c:pt>
                <c:pt idx="271">
                  <c:v>90.33333333</c:v>
                </c:pt>
                <c:pt idx="272">
                  <c:v>90.66666667</c:v>
                </c:pt>
                <c:pt idx="273">
                  <c:v>91</c:v>
                </c:pt>
                <c:pt idx="274">
                  <c:v>91.33333333</c:v>
                </c:pt>
                <c:pt idx="275">
                  <c:v>91.66666667</c:v>
                </c:pt>
                <c:pt idx="276">
                  <c:v>92</c:v>
                </c:pt>
                <c:pt idx="277">
                  <c:v>92.33333333</c:v>
                </c:pt>
                <c:pt idx="278">
                  <c:v>92.66666667</c:v>
                </c:pt>
                <c:pt idx="279">
                  <c:v>93</c:v>
                </c:pt>
                <c:pt idx="280">
                  <c:v>93.33333333</c:v>
                </c:pt>
                <c:pt idx="281">
                  <c:v>93.66666667</c:v>
                </c:pt>
                <c:pt idx="282">
                  <c:v>94</c:v>
                </c:pt>
                <c:pt idx="283">
                  <c:v>94.33333333</c:v>
                </c:pt>
                <c:pt idx="284">
                  <c:v>94.66666667</c:v>
                </c:pt>
                <c:pt idx="285">
                  <c:v>95</c:v>
                </c:pt>
                <c:pt idx="286">
                  <c:v>95.33333333</c:v>
                </c:pt>
                <c:pt idx="287">
                  <c:v>95.66666667</c:v>
                </c:pt>
                <c:pt idx="288">
                  <c:v>96</c:v>
                </c:pt>
                <c:pt idx="289">
                  <c:v>96.33333333</c:v>
                </c:pt>
                <c:pt idx="290">
                  <c:v>96.66666667</c:v>
                </c:pt>
                <c:pt idx="291">
                  <c:v>97</c:v>
                </c:pt>
                <c:pt idx="292">
                  <c:v>97.33333333</c:v>
                </c:pt>
                <c:pt idx="293">
                  <c:v>97.66666667</c:v>
                </c:pt>
                <c:pt idx="294">
                  <c:v>98</c:v>
                </c:pt>
                <c:pt idx="295">
                  <c:v>98.33333333</c:v>
                </c:pt>
                <c:pt idx="296">
                  <c:v>98.66666667</c:v>
                </c:pt>
                <c:pt idx="297">
                  <c:v>99</c:v>
                </c:pt>
                <c:pt idx="298">
                  <c:v>99.33333333</c:v>
                </c:pt>
                <c:pt idx="299">
                  <c:v>99.66666667</c:v>
                </c:pt>
                <c:pt idx="300">
                  <c:v>100</c:v>
                </c:pt>
                <c:pt idx="301">
                  <c:v>100.33333333</c:v>
                </c:pt>
                <c:pt idx="302">
                  <c:v>100.66666667</c:v>
                </c:pt>
                <c:pt idx="303">
                  <c:v>101</c:v>
                </c:pt>
                <c:pt idx="304">
                  <c:v>101.33333333</c:v>
                </c:pt>
                <c:pt idx="305">
                  <c:v>101.66666667</c:v>
                </c:pt>
                <c:pt idx="306">
                  <c:v>102</c:v>
                </c:pt>
                <c:pt idx="307">
                  <c:v>102.33333333</c:v>
                </c:pt>
                <c:pt idx="308">
                  <c:v>102.66666667</c:v>
                </c:pt>
                <c:pt idx="309">
                  <c:v>103</c:v>
                </c:pt>
                <c:pt idx="310">
                  <c:v>103.33333333</c:v>
                </c:pt>
                <c:pt idx="311">
                  <c:v>103.66666667</c:v>
                </c:pt>
                <c:pt idx="312">
                  <c:v>104</c:v>
                </c:pt>
                <c:pt idx="313">
                  <c:v>104.33333333</c:v>
                </c:pt>
                <c:pt idx="314">
                  <c:v>104.66666667</c:v>
                </c:pt>
                <c:pt idx="315">
                  <c:v>105</c:v>
                </c:pt>
                <c:pt idx="316">
                  <c:v>105.33333333</c:v>
                </c:pt>
                <c:pt idx="317">
                  <c:v>105.66666667</c:v>
                </c:pt>
                <c:pt idx="318">
                  <c:v>106</c:v>
                </c:pt>
                <c:pt idx="319">
                  <c:v>106.33333333</c:v>
                </c:pt>
                <c:pt idx="320">
                  <c:v>106.66666667</c:v>
                </c:pt>
                <c:pt idx="321">
                  <c:v>107</c:v>
                </c:pt>
                <c:pt idx="322">
                  <c:v>107.33333333</c:v>
                </c:pt>
                <c:pt idx="323">
                  <c:v>107.66666667</c:v>
                </c:pt>
                <c:pt idx="324">
                  <c:v>108</c:v>
                </c:pt>
                <c:pt idx="325">
                  <c:v>108.33333333</c:v>
                </c:pt>
                <c:pt idx="326">
                  <c:v>108.66666667</c:v>
                </c:pt>
                <c:pt idx="327">
                  <c:v>109</c:v>
                </c:pt>
                <c:pt idx="328">
                  <c:v>109.33333333</c:v>
                </c:pt>
                <c:pt idx="329">
                  <c:v>109.66666667</c:v>
                </c:pt>
                <c:pt idx="330">
                  <c:v>110</c:v>
                </c:pt>
                <c:pt idx="331">
                  <c:v>110.33333333</c:v>
                </c:pt>
                <c:pt idx="332">
                  <c:v>110.66666667</c:v>
                </c:pt>
                <c:pt idx="333">
                  <c:v>111</c:v>
                </c:pt>
                <c:pt idx="334">
                  <c:v>111.33333333</c:v>
                </c:pt>
                <c:pt idx="335">
                  <c:v>111.66666667</c:v>
                </c:pt>
                <c:pt idx="336">
                  <c:v>112</c:v>
                </c:pt>
                <c:pt idx="337">
                  <c:v>112.33333333</c:v>
                </c:pt>
                <c:pt idx="338">
                  <c:v>112.66666667</c:v>
                </c:pt>
                <c:pt idx="339">
                  <c:v>113</c:v>
                </c:pt>
                <c:pt idx="340">
                  <c:v>113.33333333</c:v>
                </c:pt>
                <c:pt idx="341">
                  <c:v>113.66666667</c:v>
                </c:pt>
                <c:pt idx="342">
                  <c:v>114</c:v>
                </c:pt>
                <c:pt idx="343">
                  <c:v>114.33333333</c:v>
                </c:pt>
                <c:pt idx="344">
                  <c:v>114.66666667</c:v>
                </c:pt>
                <c:pt idx="345">
                  <c:v>115</c:v>
                </c:pt>
                <c:pt idx="346">
                  <c:v>115.33333333</c:v>
                </c:pt>
                <c:pt idx="347">
                  <c:v>115.66666667</c:v>
                </c:pt>
                <c:pt idx="348">
                  <c:v>116</c:v>
                </c:pt>
                <c:pt idx="349">
                  <c:v>116.33333333</c:v>
                </c:pt>
                <c:pt idx="350">
                  <c:v>116.66666667</c:v>
                </c:pt>
                <c:pt idx="351">
                  <c:v>117</c:v>
                </c:pt>
                <c:pt idx="352">
                  <c:v>117.33333333</c:v>
                </c:pt>
                <c:pt idx="353">
                  <c:v>117.66666667</c:v>
                </c:pt>
                <c:pt idx="354">
                  <c:v>118</c:v>
                </c:pt>
                <c:pt idx="355">
                  <c:v>118.33333333</c:v>
                </c:pt>
                <c:pt idx="356">
                  <c:v>118.66666667</c:v>
                </c:pt>
                <c:pt idx="357">
                  <c:v>119</c:v>
                </c:pt>
                <c:pt idx="358">
                  <c:v>119.33333333</c:v>
                </c:pt>
                <c:pt idx="359">
                  <c:v>119.66666667</c:v>
                </c:pt>
                <c:pt idx="360">
                  <c:v>120</c:v>
                </c:pt>
                <c:pt idx="361">
                  <c:v>120.33333333</c:v>
                </c:pt>
                <c:pt idx="362">
                  <c:v>120.66666667</c:v>
                </c:pt>
                <c:pt idx="363">
                  <c:v>121</c:v>
                </c:pt>
                <c:pt idx="364">
                  <c:v>121.33333333</c:v>
                </c:pt>
                <c:pt idx="365">
                  <c:v>121.66666667</c:v>
                </c:pt>
                <c:pt idx="366">
                  <c:v>122</c:v>
                </c:pt>
                <c:pt idx="367">
                  <c:v>122.33333333</c:v>
                </c:pt>
                <c:pt idx="368">
                  <c:v>122.66666667</c:v>
                </c:pt>
                <c:pt idx="369">
                  <c:v>123</c:v>
                </c:pt>
                <c:pt idx="370">
                  <c:v>123.33333333</c:v>
                </c:pt>
                <c:pt idx="371">
                  <c:v>123.66666667</c:v>
                </c:pt>
                <c:pt idx="372">
                  <c:v>124</c:v>
                </c:pt>
                <c:pt idx="373">
                  <c:v>124.33333333</c:v>
                </c:pt>
                <c:pt idx="374">
                  <c:v>124.66666667</c:v>
                </c:pt>
                <c:pt idx="375">
                  <c:v>125</c:v>
                </c:pt>
                <c:pt idx="376">
                  <c:v>125.33333333</c:v>
                </c:pt>
                <c:pt idx="377">
                  <c:v>125.66666667</c:v>
                </c:pt>
                <c:pt idx="378">
                  <c:v>126</c:v>
                </c:pt>
                <c:pt idx="379">
                  <c:v>126.33333333</c:v>
                </c:pt>
                <c:pt idx="380">
                  <c:v>126.66666667</c:v>
                </c:pt>
                <c:pt idx="381">
                  <c:v>127</c:v>
                </c:pt>
                <c:pt idx="382">
                  <c:v>127.33333333</c:v>
                </c:pt>
                <c:pt idx="383">
                  <c:v>127.66666667</c:v>
                </c:pt>
                <c:pt idx="384">
                  <c:v>128</c:v>
                </c:pt>
                <c:pt idx="385">
                  <c:v>128.33333333</c:v>
                </c:pt>
                <c:pt idx="386">
                  <c:v>128.66666667</c:v>
                </c:pt>
                <c:pt idx="387">
                  <c:v>129</c:v>
                </c:pt>
                <c:pt idx="388">
                  <c:v>129.33333333</c:v>
                </c:pt>
                <c:pt idx="389">
                  <c:v>129.66666667</c:v>
                </c:pt>
                <c:pt idx="390">
                  <c:v>130</c:v>
                </c:pt>
                <c:pt idx="391">
                  <c:v>130.33333333</c:v>
                </c:pt>
                <c:pt idx="392">
                  <c:v>130.66666667</c:v>
                </c:pt>
                <c:pt idx="393">
                  <c:v>131</c:v>
                </c:pt>
                <c:pt idx="394">
                  <c:v>131.33333333</c:v>
                </c:pt>
                <c:pt idx="395">
                  <c:v>131.66666667</c:v>
                </c:pt>
                <c:pt idx="396">
                  <c:v>132</c:v>
                </c:pt>
                <c:pt idx="397">
                  <c:v>132.33333333</c:v>
                </c:pt>
                <c:pt idx="398">
                  <c:v>132.66666667</c:v>
                </c:pt>
                <c:pt idx="399">
                  <c:v>133</c:v>
                </c:pt>
                <c:pt idx="400">
                  <c:v>133.33333333</c:v>
                </c:pt>
                <c:pt idx="401">
                  <c:v>133.66666667</c:v>
                </c:pt>
                <c:pt idx="402">
                  <c:v>134</c:v>
                </c:pt>
                <c:pt idx="403">
                  <c:v>134.33333333</c:v>
                </c:pt>
                <c:pt idx="404">
                  <c:v>134.66666667</c:v>
                </c:pt>
                <c:pt idx="405">
                  <c:v>135</c:v>
                </c:pt>
                <c:pt idx="406">
                  <c:v>135.33333333</c:v>
                </c:pt>
                <c:pt idx="407">
                  <c:v>135.66666667</c:v>
                </c:pt>
                <c:pt idx="408">
                  <c:v>136</c:v>
                </c:pt>
                <c:pt idx="409">
                  <c:v>136.33333333</c:v>
                </c:pt>
                <c:pt idx="410">
                  <c:v>136.66666667</c:v>
                </c:pt>
                <c:pt idx="411">
                  <c:v>137</c:v>
                </c:pt>
                <c:pt idx="412">
                  <c:v>137.33333333</c:v>
                </c:pt>
                <c:pt idx="413">
                  <c:v>137.66666667</c:v>
                </c:pt>
                <c:pt idx="414">
                  <c:v>138</c:v>
                </c:pt>
                <c:pt idx="415">
                  <c:v>138.33333333</c:v>
                </c:pt>
                <c:pt idx="416">
                  <c:v>138.66666667</c:v>
                </c:pt>
                <c:pt idx="417">
                  <c:v>139</c:v>
                </c:pt>
                <c:pt idx="418">
                  <c:v>139.33333333</c:v>
                </c:pt>
                <c:pt idx="419">
                  <c:v>139.66666667</c:v>
                </c:pt>
                <c:pt idx="420">
                  <c:v>140</c:v>
                </c:pt>
                <c:pt idx="421">
                  <c:v>140.33333333</c:v>
                </c:pt>
                <c:pt idx="422">
                  <c:v>140.66666667</c:v>
                </c:pt>
                <c:pt idx="423">
                  <c:v>141</c:v>
                </c:pt>
                <c:pt idx="424">
                  <c:v>141.33333333</c:v>
                </c:pt>
                <c:pt idx="425">
                  <c:v>141.66666667</c:v>
                </c:pt>
                <c:pt idx="426">
                  <c:v>142</c:v>
                </c:pt>
                <c:pt idx="427">
                  <c:v>142.33333333</c:v>
                </c:pt>
                <c:pt idx="428">
                  <c:v>142.66666667</c:v>
                </c:pt>
                <c:pt idx="429">
                  <c:v>143</c:v>
                </c:pt>
                <c:pt idx="430">
                  <c:v>143.33333333</c:v>
                </c:pt>
                <c:pt idx="431">
                  <c:v>143.66666667</c:v>
                </c:pt>
                <c:pt idx="432">
                  <c:v>144</c:v>
                </c:pt>
                <c:pt idx="433">
                  <c:v>144.33333333</c:v>
                </c:pt>
                <c:pt idx="434">
                  <c:v>144.66666667</c:v>
                </c:pt>
                <c:pt idx="435">
                  <c:v>145</c:v>
                </c:pt>
                <c:pt idx="436">
                  <c:v>145.33333333</c:v>
                </c:pt>
                <c:pt idx="437">
                  <c:v>145.66666667</c:v>
                </c:pt>
                <c:pt idx="438">
                  <c:v>146</c:v>
                </c:pt>
                <c:pt idx="439">
                  <c:v>146.33333333</c:v>
                </c:pt>
                <c:pt idx="440">
                  <c:v>146.66666667</c:v>
                </c:pt>
                <c:pt idx="441">
                  <c:v>147</c:v>
                </c:pt>
                <c:pt idx="442">
                  <c:v>147.33333333</c:v>
                </c:pt>
                <c:pt idx="443">
                  <c:v>147.66666667</c:v>
                </c:pt>
                <c:pt idx="444">
                  <c:v>148</c:v>
                </c:pt>
                <c:pt idx="445">
                  <c:v>148.33333333</c:v>
                </c:pt>
                <c:pt idx="446">
                  <c:v>148.66666667</c:v>
                </c:pt>
                <c:pt idx="447">
                  <c:v>149</c:v>
                </c:pt>
                <c:pt idx="448">
                  <c:v>149.33333333</c:v>
                </c:pt>
                <c:pt idx="449">
                  <c:v>149.66666667</c:v>
                </c:pt>
                <c:pt idx="450">
                  <c:v>150</c:v>
                </c:pt>
                <c:pt idx="451">
                  <c:v>150.33333333</c:v>
                </c:pt>
                <c:pt idx="452">
                  <c:v>150.66666667</c:v>
                </c:pt>
                <c:pt idx="453">
                  <c:v>151</c:v>
                </c:pt>
                <c:pt idx="454">
                  <c:v>151.33333333</c:v>
                </c:pt>
                <c:pt idx="455">
                  <c:v>151.66666667</c:v>
                </c:pt>
                <c:pt idx="456">
                  <c:v>152</c:v>
                </c:pt>
                <c:pt idx="457">
                  <c:v>152.33333333</c:v>
                </c:pt>
                <c:pt idx="458">
                  <c:v>152.66666667</c:v>
                </c:pt>
                <c:pt idx="459">
                  <c:v>153</c:v>
                </c:pt>
                <c:pt idx="460">
                  <c:v>153.33333333</c:v>
                </c:pt>
                <c:pt idx="461">
                  <c:v>153.66666667</c:v>
                </c:pt>
                <c:pt idx="462">
                  <c:v>154</c:v>
                </c:pt>
                <c:pt idx="463">
                  <c:v>154.33333333</c:v>
                </c:pt>
                <c:pt idx="464">
                  <c:v>154.66666667</c:v>
                </c:pt>
                <c:pt idx="465">
                  <c:v>155</c:v>
                </c:pt>
                <c:pt idx="466">
                  <c:v>155.33333333</c:v>
                </c:pt>
                <c:pt idx="467">
                  <c:v>155.66666667</c:v>
                </c:pt>
                <c:pt idx="468">
                  <c:v>156</c:v>
                </c:pt>
                <c:pt idx="469">
                  <c:v>156.33333333</c:v>
                </c:pt>
                <c:pt idx="470">
                  <c:v>156.66666667</c:v>
                </c:pt>
                <c:pt idx="471">
                  <c:v>157</c:v>
                </c:pt>
                <c:pt idx="472">
                  <c:v>157.33333333</c:v>
                </c:pt>
                <c:pt idx="473">
                  <c:v>157.66666667</c:v>
                </c:pt>
                <c:pt idx="474">
                  <c:v>158</c:v>
                </c:pt>
                <c:pt idx="475">
                  <c:v>158.33333333</c:v>
                </c:pt>
                <c:pt idx="476">
                  <c:v>158.66666667</c:v>
                </c:pt>
                <c:pt idx="477">
                  <c:v>159</c:v>
                </c:pt>
                <c:pt idx="478">
                  <c:v>159.33333333</c:v>
                </c:pt>
                <c:pt idx="479">
                  <c:v>159.66666667</c:v>
                </c:pt>
                <c:pt idx="480">
                  <c:v>160</c:v>
                </c:pt>
                <c:pt idx="481">
                  <c:v>160.33333333</c:v>
                </c:pt>
                <c:pt idx="482">
                  <c:v>160.66666667</c:v>
                </c:pt>
                <c:pt idx="483">
                  <c:v>161</c:v>
                </c:pt>
                <c:pt idx="484">
                  <c:v>161.33333333</c:v>
                </c:pt>
                <c:pt idx="485">
                  <c:v>161.66666667</c:v>
                </c:pt>
                <c:pt idx="486">
                  <c:v>162</c:v>
                </c:pt>
                <c:pt idx="487">
                  <c:v>162.33333333</c:v>
                </c:pt>
                <c:pt idx="488">
                  <c:v>162.66666667</c:v>
                </c:pt>
                <c:pt idx="489">
                  <c:v>163</c:v>
                </c:pt>
                <c:pt idx="490">
                  <c:v>163.33333333</c:v>
                </c:pt>
                <c:pt idx="491">
                  <c:v>163.66666667</c:v>
                </c:pt>
                <c:pt idx="492">
                  <c:v>164</c:v>
                </c:pt>
                <c:pt idx="493">
                  <c:v>164.33333333</c:v>
                </c:pt>
                <c:pt idx="494">
                  <c:v>164.66666667</c:v>
                </c:pt>
                <c:pt idx="495">
                  <c:v>165</c:v>
                </c:pt>
                <c:pt idx="496">
                  <c:v>165.33333333</c:v>
                </c:pt>
                <c:pt idx="497">
                  <c:v>165.66666667</c:v>
                </c:pt>
                <c:pt idx="498">
                  <c:v>166</c:v>
                </c:pt>
                <c:pt idx="499">
                  <c:v>166.33333333</c:v>
                </c:pt>
                <c:pt idx="500">
                  <c:v>166.66666667</c:v>
                </c:pt>
                <c:pt idx="501">
                  <c:v>167</c:v>
                </c:pt>
                <c:pt idx="502">
                  <c:v>167.33333333</c:v>
                </c:pt>
                <c:pt idx="503">
                  <c:v>167.66666667</c:v>
                </c:pt>
                <c:pt idx="504">
                  <c:v>168</c:v>
                </c:pt>
                <c:pt idx="505">
                  <c:v>168.33333333</c:v>
                </c:pt>
                <c:pt idx="506">
                  <c:v>168.66666667</c:v>
                </c:pt>
                <c:pt idx="507">
                  <c:v>169</c:v>
                </c:pt>
                <c:pt idx="508">
                  <c:v>169.33333333</c:v>
                </c:pt>
                <c:pt idx="509">
                  <c:v>169.66666667</c:v>
                </c:pt>
                <c:pt idx="510">
                  <c:v>170</c:v>
                </c:pt>
                <c:pt idx="511">
                  <c:v>170.33333333</c:v>
                </c:pt>
                <c:pt idx="512">
                  <c:v>170.66666667</c:v>
                </c:pt>
                <c:pt idx="513">
                  <c:v>171</c:v>
                </c:pt>
                <c:pt idx="514">
                  <c:v>171.33333333</c:v>
                </c:pt>
                <c:pt idx="515">
                  <c:v>171.66666667</c:v>
                </c:pt>
                <c:pt idx="516">
                  <c:v>172</c:v>
                </c:pt>
                <c:pt idx="517">
                  <c:v>172.33333333</c:v>
                </c:pt>
                <c:pt idx="518">
                  <c:v>172.66666667</c:v>
                </c:pt>
                <c:pt idx="519">
                  <c:v>173</c:v>
                </c:pt>
                <c:pt idx="520">
                  <c:v>173.33333333</c:v>
                </c:pt>
                <c:pt idx="521">
                  <c:v>173.66666667</c:v>
                </c:pt>
                <c:pt idx="522">
                  <c:v>174</c:v>
                </c:pt>
                <c:pt idx="523">
                  <c:v>174.33333333</c:v>
                </c:pt>
                <c:pt idx="524">
                  <c:v>174.66666667</c:v>
                </c:pt>
                <c:pt idx="525">
                  <c:v>175</c:v>
                </c:pt>
                <c:pt idx="526">
                  <c:v>175.33333333</c:v>
                </c:pt>
                <c:pt idx="527">
                  <c:v>175.66666667</c:v>
                </c:pt>
                <c:pt idx="528">
                  <c:v>176</c:v>
                </c:pt>
                <c:pt idx="529">
                  <c:v>176.33333333</c:v>
                </c:pt>
                <c:pt idx="530">
                  <c:v>176.66666667</c:v>
                </c:pt>
                <c:pt idx="531">
                  <c:v>177</c:v>
                </c:pt>
                <c:pt idx="532">
                  <c:v>177.33333333</c:v>
                </c:pt>
                <c:pt idx="533">
                  <c:v>177.66666667</c:v>
                </c:pt>
                <c:pt idx="534">
                  <c:v>178</c:v>
                </c:pt>
                <c:pt idx="535">
                  <c:v>178.33333333</c:v>
                </c:pt>
                <c:pt idx="536">
                  <c:v>178.66666667</c:v>
                </c:pt>
                <c:pt idx="537">
                  <c:v>179</c:v>
                </c:pt>
                <c:pt idx="538">
                  <c:v>179.33333333</c:v>
                </c:pt>
                <c:pt idx="539">
                  <c:v>179.66666667</c:v>
                </c:pt>
                <c:pt idx="540">
                  <c:v>180</c:v>
                </c:pt>
                <c:pt idx="541">
                  <c:v>180.33333333</c:v>
                </c:pt>
                <c:pt idx="542">
                  <c:v>180.66666667</c:v>
                </c:pt>
                <c:pt idx="543">
                  <c:v>181</c:v>
                </c:pt>
                <c:pt idx="544">
                  <c:v>181.33333333</c:v>
                </c:pt>
                <c:pt idx="545">
                  <c:v>181.66666667</c:v>
                </c:pt>
                <c:pt idx="546">
                  <c:v>182</c:v>
                </c:pt>
                <c:pt idx="547">
                  <c:v>182.33333333</c:v>
                </c:pt>
                <c:pt idx="548">
                  <c:v>182.66666667</c:v>
                </c:pt>
                <c:pt idx="549">
                  <c:v>183</c:v>
                </c:pt>
                <c:pt idx="550">
                  <c:v>183.33333333</c:v>
                </c:pt>
                <c:pt idx="551">
                  <c:v>183.66666667</c:v>
                </c:pt>
                <c:pt idx="552">
                  <c:v>184</c:v>
                </c:pt>
                <c:pt idx="553">
                  <c:v>184.33333333</c:v>
                </c:pt>
                <c:pt idx="554">
                  <c:v>184.66666667</c:v>
                </c:pt>
                <c:pt idx="555">
                  <c:v>185</c:v>
                </c:pt>
                <c:pt idx="556">
                  <c:v>185.33333333</c:v>
                </c:pt>
                <c:pt idx="557">
                  <c:v>185.66666667</c:v>
                </c:pt>
                <c:pt idx="558">
                  <c:v>186</c:v>
                </c:pt>
                <c:pt idx="559">
                  <c:v>186.33333333</c:v>
                </c:pt>
                <c:pt idx="560">
                  <c:v>186.66666667</c:v>
                </c:pt>
                <c:pt idx="561">
                  <c:v>187</c:v>
                </c:pt>
                <c:pt idx="562">
                  <c:v>187.33333333</c:v>
                </c:pt>
                <c:pt idx="563">
                  <c:v>187.66666667</c:v>
                </c:pt>
                <c:pt idx="564">
                  <c:v>188</c:v>
                </c:pt>
                <c:pt idx="565">
                  <c:v>188.33333333</c:v>
                </c:pt>
                <c:pt idx="566">
                  <c:v>188.66666667</c:v>
                </c:pt>
                <c:pt idx="567">
                  <c:v>189</c:v>
                </c:pt>
                <c:pt idx="568">
                  <c:v>189.33333333</c:v>
                </c:pt>
                <c:pt idx="569">
                  <c:v>189.66666667</c:v>
                </c:pt>
                <c:pt idx="570">
                  <c:v>190</c:v>
                </c:pt>
                <c:pt idx="571">
                  <c:v>190.33333333</c:v>
                </c:pt>
                <c:pt idx="572">
                  <c:v>190.66666667</c:v>
                </c:pt>
                <c:pt idx="573">
                  <c:v>191</c:v>
                </c:pt>
                <c:pt idx="574">
                  <c:v>191.33333333</c:v>
                </c:pt>
                <c:pt idx="575">
                  <c:v>191.66666667</c:v>
                </c:pt>
                <c:pt idx="576">
                  <c:v>192</c:v>
                </c:pt>
                <c:pt idx="577">
                  <c:v>192.33333333</c:v>
                </c:pt>
                <c:pt idx="578">
                  <c:v>192.66666667</c:v>
                </c:pt>
                <c:pt idx="579">
                  <c:v>193</c:v>
                </c:pt>
                <c:pt idx="580">
                  <c:v>193.33333333</c:v>
                </c:pt>
                <c:pt idx="581">
                  <c:v>193.66666667</c:v>
                </c:pt>
                <c:pt idx="582">
                  <c:v>194</c:v>
                </c:pt>
                <c:pt idx="583">
                  <c:v>194.33333333</c:v>
                </c:pt>
                <c:pt idx="584">
                  <c:v>194.66666667</c:v>
                </c:pt>
                <c:pt idx="585">
                  <c:v>195</c:v>
                </c:pt>
                <c:pt idx="586">
                  <c:v>195.33333333</c:v>
                </c:pt>
                <c:pt idx="587">
                  <c:v>195.66666667</c:v>
                </c:pt>
                <c:pt idx="588">
                  <c:v>196</c:v>
                </c:pt>
                <c:pt idx="589">
                  <c:v>196.33333333</c:v>
                </c:pt>
                <c:pt idx="590">
                  <c:v>196.66666667</c:v>
                </c:pt>
                <c:pt idx="591">
                  <c:v>197</c:v>
                </c:pt>
                <c:pt idx="592">
                  <c:v>197.33333333</c:v>
                </c:pt>
                <c:pt idx="593">
                  <c:v>197.66666667</c:v>
                </c:pt>
                <c:pt idx="594">
                  <c:v>198</c:v>
                </c:pt>
                <c:pt idx="595">
                  <c:v>198.33333333</c:v>
                </c:pt>
                <c:pt idx="596">
                  <c:v>198.66666667</c:v>
                </c:pt>
                <c:pt idx="597">
                  <c:v>199</c:v>
                </c:pt>
                <c:pt idx="598">
                  <c:v>199.33333333</c:v>
                </c:pt>
                <c:pt idx="599">
                  <c:v>199.66666667</c:v>
                </c:pt>
                <c:pt idx="600">
                  <c:v>200</c:v>
                </c:pt>
              </c:numCache>
            </c:numRef>
          </c:xVal>
          <c:yVal>
            <c:numRef>
              <c:f>'Chart Data'!$D$2:$D$602</c:f>
              <c:numCache>
                <c:formatCode>0.0</c:formatCode>
                <c:ptCount val="601"/>
                <c:pt idx="0">
                  <c:v>0.43466662</c:v>
                </c:pt>
                <c:pt idx="1">
                  <c:v>0.43316875</c:v>
                </c:pt>
                <c:pt idx="2">
                  <c:v>0.43160248</c:v>
                </c:pt>
                <c:pt idx="3">
                  <c:v>0.42996806</c:v>
                </c:pt>
                <c:pt idx="4">
                  <c:v>0.42826574</c:v>
                </c:pt>
                <c:pt idx="5">
                  <c:v>0.42649578</c:v>
                </c:pt>
                <c:pt idx="6">
                  <c:v>0.42465849</c:v>
                </c:pt>
                <c:pt idx="7">
                  <c:v>0.42275413</c:v>
                </c:pt>
                <c:pt idx="8">
                  <c:v>0.42078301</c:v>
                </c:pt>
                <c:pt idx="9">
                  <c:v>0.41874545</c:v>
                </c:pt>
                <c:pt idx="10">
                  <c:v>0.41664176</c:v>
                </c:pt>
                <c:pt idx="11">
                  <c:v>0.41447228</c:v>
                </c:pt>
                <c:pt idx="12">
                  <c:v>0.41223735</c:v>
                </c:pt>
                <c:pt idx="13">
                  <c:v>0.40993733</c:v>
                </c:pt>
                <c:pt idx="14">
                  <c:v>0.40757257</c:v>
                </c:pt>
                <c:pt idx="15">
                  <c:v>0.40514345</c:v>
                </c:pt>
                <c:pt idx="16">
                  <c:v>0.40265035</c:v>
                </c:pt>
                <c:pt idx="17">
                  <c:v>0.40009367</c:v>
                </c:pt>
                <c:pt idx="18">
                  <c:v>0.39747381</c:v>
                </c:pt>
                <c:pt idx="19">
                  <c:v>0.39479118</c:v>
                </c:pt>
                <c:pt idx="20">
                  <c:v>0.39204622</c:v>
                </c:pt>
                <c:pt idx="21">
                  <c:v>0.38923934</c:v>
                </c:pt>
                <c:pt idx="22">
                  <c:v>0.386371</c:v>
                </c:pt>
                <c:pt idx="23">
                  <c:v>0.38344164</c:v>
                </c:pt>
                <c:pt idx="24">
                  <c:v>0.38045174</c:v>
                </c:pt>
                <c:pt idx="25">
                  <c:v>0.37740176</c:v>
                </c:pt>
                <c:pt idx="26">
                  <c:v>0.37429218</c:v>
                </c:pt>
                <c:pt idx="27">
                  <c:v>0.37112349</c:v>
                </c:pt>
                <c:pt idx="28">
                  <c:v>0.36789621</c:v>
                </c:pt>
                <c:pt idx="29">
                  <c:v>0.36461082</c:v>
                </c:pt>
                <c:pt idx="30">
                  <c:v>0.36126786</c:v>
                </c:pt>
                <c:pt idx="31">
                  <c:v>0.35786786</c:v>
                </c:pt>
                <c:pt idx="32">
                  <c:v>0.35441134</c:v>
                </c:pt>
                <c:pt idx="33">
                  <c:v>0.35089885</c:v>
                </c:pt>
                <c:pt idx="34">
                  <c:v>0.34733096</c:v>
                </c:pt>
                <c:pt idx="35">
                  <c:v>0.34370821</c:v>
                </c:pt>
                <c:pt idx="36">
                  <c:v>0.34003119</c:v>
                </c:pt>
                <c:pt idx="37">
                  <c:v>0.33630048</c:v>
                </c:pt>
                <c:pt idx="38">
                  <c:v>0.33251666</c:v>
                </c:pt>
                <c:pt idx="39">
                  <c:v>0.32868033</c:v>
                </c:pt>
                <c:pt idx="40">
                  <c:v>0.3247921</c:v>
                </c:pt>
                <c:pt idx="41">
                  <c:v>0.32085258</c:v>
                </c:pt>
                <c:pt idx="42">
                  <c:v>0.3168624</c:v>
                </c:pt>
                <c:pt idx="43">
                  <c:v>0.31282218</c:v>
                </c:pt>
                <c:pt idx="44">
                  <c:v>0.30873256</c:v>
                </c:pt>
                <c:pt idx="45">
                  <c:v>0.30459419</c:v>
                </c:pt>
                <c:pt idx="46">
                  <c:v>0.30040772</c:v>
                </c:pt>
                <c:pt idx="47">
                  <c:v>0.29617381</c:v>
                </c:pt>
                <c:pt idx="48">
                  <c:v>0.29189313</c:v>
                </c:pt>
                <c:pt idx="49">
                  <c:v>0.28756636</c:v>
                </c:pt>
                <c:pt idx="50">
                  <c:v>0.28319418</c:v>
                </c:pt>
                <c:pt idx="51">
                  <c:v>0.27877727</c:v>
                </c:pt>
                <c:pt idx="52">
                  <c:v>0.27431635</c:v>
                </c:pt>
                <c:pt idx="53">
                  <c:v>0.26981211</c:v>
                </c:pt>
                <c:pt idx="54">
                  <c:v>0.26526526</c:v>
                </c:pt>
                <c:pt idx="55">
                  <c:v>0.26067653</c:v>
                </c:pt>
                <c:pt idx="56">
                  <c:v>0.25604663</c:v>
                </c:pt>
                <c:pt idx="57">
                  <c:v>0.2513763</c:v>
                </c:pt>
                <c:pt idx="58">
                  <c:v>0.24666627</c:v>
                </c:pt>
                <c:pt idx="59">
                  <c:v>0.24191729</c:v>
                </c:pt>
                <c:pt idx="60">
                  <c:v>0.23713011</c:v>
                </c:pt>
                <c:pt idx="61">
                  <c:v>0.23230548</c:v>
                </c:pt>
                <c:pt idx="62">
                  <c:v>0.22744417</c:v>
                </c:pt>
                <c:pt idx="63">
                  <c:v>0.22254695</c:v>
                </c:pt>
                <c:pt idx="64">
                  <c:v>0.21761458</c:v>
                </c:pt>
                <c:pt idx="65">
                  <c:v>0.21264784</c:v>
                </c:pt>
                <c:pt idx="66">
                  <c:v>0.20764753</c:v>
                </c:pt>
                <c:pt idx="67">
                  <c:v>0.20261443</c:v>
                </c:pt>
                <c:pt idx="68">
                  <c:v>0.19754933</c:v>
                </c:pt>
                <c:pt idx="69">
                  <c:v>0.19245304</c:v>
                </c:pt>
                <c:pt idx="70">
                  <c:v>0.18732636</c:v>
                </c:pt>
                <c:pt idx="71">
                  <c:v>0.18217009</c:v>
                </c:pt>
                <c:pt idx="72">
                  <c:v>0.17698506</c:v>
                </c:pt>
                <c:pt idx="73">
                  <c:v>0.17177208</c:v>
                </c:pt>
                <c:pt idx="74">
                  <c:v>0.16653198</c:v>
                </c:pt>
                <c:pt idx="75">
                  <c:v>0.16126558</c:v>
                </c:pt>
                <c:pt idx="76">
                  <c:v>0.15597371</c:v>
                </c:pt>
                <c:pt idx="77">
                  <c:v>0.15065721</c:v>
                </c:pt>
                <c:pt idx="78">
                  <c:v>0.14531693</c:v>
                </c:pt>
                <c:pt idx="79">
                  <c:v>0.13995369</c:v>
                </c:pt>
                <c:pt idx="80">
                  <c:v>0.13456836</c:v>
                </c:pt>
                <c:pt idx="81">
                  <c:v>0.12916177</c:v>
                </c:pt>
                <c:pt idx="82">
                  <c:v>0.12373479</c:v>
                </c:pt>
                <c:pt idx="83">
                  <c:v>0.11828827</c:v>
                </c:pt>
                <c:pt idx="84">
                  <c:v>0.11282307</c:v>
                </c:pt>
                <c:pt idx="85">
                  <c:v>0.10734006</c:v>
                </c:pt>
                <c:pt idx="86">
                  <c:v>0.10184009</c:v>
                </c:pt>
                <c:pt idx="87">
                  <c:v>0.09632404</c:v>
                </c:pt>
                <c:pt idx="88">
                  <c:v>0.09079279</c:v>
                </c:pt>
                <c:pt idx="89">
                  <c:v>0.08524719</c:v>
                </c:pt>
                <c:pt idx="90">
                  <c:v>0.07968813</c:v>
                </c:pt>
                <c:pt idx="91">
                  <c:v>0.07411649</c:v>
                </c:pt>
                <c:pt idx="92">
                  <c:v>0.06853315</c:v>
                </c:pt>
                <c:pt idx="93">
                  <c:v>0.06293898</c:v>
                </c:pt>
                <c:pt idx="94">
                  <c:v>0.05733488</c:v>
                </c:pt>
                <c:pt idx="95">
                  <c:v>0.05172172</c:v>
                </c:pt>
                <c:pt idx="96">
                  <c:v>0.04610039</c:v>
                </c:pt>
                <c:pt idx="97">
                  <c:v>0.04047178</c:v>
                </c:pt>
                <c:pt idx="98">
                  <c:v>0.03483679</c:v>
                </c:pt>
                <c:pt idx="99">
                  <c:v>0.02919629</c:v>
                </c:pt>
                <c:pt idx="100">
                  <c:v>0.02355118</c:v>
                </c:pt>
                <c:pt idx="101">
                  <c:v>0.01790235</c:v>
                </c:pt>
                <c:pt idx="102">
                  <c:v>0.0122507</c:v>
                </c:pt>
                <c:pt idx="103">
                  <c:v>0.00659711</c:v>
                </c:pt>
                <c:pt idx="104">
                  <c:v>0.00094248</c:v>
                </c:pt>
                <c:pt idx="105">
                  <c:v>-0.0047123</c:v>
                </c:pt>
                <c:pt idx="106">
                  <c:v>-0.01036634</c:v>
                </c:pt>
                <c:pt idx="107">
                  <c:v>-0.01601874</c:v>
                </c:pt>
                <c:pt idx="108">
                  <c:v>-0.02166861</c:v>
                </c:pt>
                <c:pt idx="109">
                  <c:v>-0.02731505</c:v>
                </c:pt>
                <c:pt idx="110">
                  <c:v>-0.03295719</c:v>
                </c:pt>
                <c:pt idx="111">
                  <c:v>-0.03859412</c:v>
                </c:pt>
                <c:pt idx="112">
                  <c:v>-0.04422495</c:v>
                </c:pt>
                <c:pt idx="113">
                  <c:v>-0.04984881</c:v>
                </c:pt>
                <c:pt idx="114">
                  <c:v>-0.05546479</c:v>
                </c:pt>
                <c:pt idx="115">
                  <c:v>-0.06107201</c:v>
                </c:pt>
                <c:pt idx="116">
                  <c:v>-0.06666959</c:v>
                </c:pt>
                <c:pt idx="117">
                  <c:v>-0.07225663</c:v>
                </c:pt>
                <c:pt idx="118">
                  <c:v>-0.07783227</c:v>
                </c:pt>
                <c:pt idx="119">
                  <c:v>-0.08339562</c:v>
                </c:pt>
                <c:pt idx="120">
                  <c:v>-0.0889458</c:v>
                </c:pt>
                <c:pt idx="121">
                  <c:v>-0.09448194</c:v>
                </c:pt>
                <c:pt idx="122">
                  <c:v>-0.10000315</c:v>
                </c:pt>
                <c:pt idx="123">
                  <c:v>-0.10550857</c:v>
                </c:pt>
                <c:pt idx="124">
                  <c:v>-0.11099734</c:v>
                </c:pt>
                <c:pt idx="125">
                  <c:v>-0.11646857</c:v>
                </c:pt>
                <c:pt idx="126">
                  <c:v>-0.12192141</c:v>
                </c:pt>
                <c:pt idx="127">
                  <c:v>-0.127355</c:v>
                </c:pt>
                <c:pt idx="128">
                  <c:v>-0.13276848</c:v>
                </c:pt>
                <c:pt idx="129">
                  <c:v>-0.13816099</c:v>
                </c:pt>
                <c:pt idx="130">
                  <c:v>-0.14353169</c:v>
                </c:pt>
                <c:pt idx="131">
                  <c:v>-0.14887972</c:v>
                </c:pt>
                <c:pt idx="132">
                  <c:v>-0.15420424</c:v>
                </c:pt>
                <c:pt idx="133">
                  <c:v>-0.15950441</c:v>
                </c:pt>
                <c:pt idx="134">
                  <c:v>-0.16477939</c:v>
                </c:pt>
                <c:pt idx="135">
                  <c:v>-0.17002835</c:v>
                </c:pt>
                <c:pt idx="136">
                  <c:v>-0.17525047</c:v>
                </c:pt>
                <c:pt idx="137">
                  <c:v>-0.1804449</c:v>
                </c:pt>
                <c:pt idx="138">
                  <c:v>-0.18561085</c:v>
                </c:pt>
                <c:pt idx="139">
                  <c:v>-0.19074748</c:v>
                </c:pt>
                <c:pt idx="140">
                  <c:v>-0.19585399</c:v>
                </c:pt>
                <c:pt idx="141">
                  <c:v>-0.20092958</c:v>
                </c:pt>
                <c:pt idx="142">
                  <c:v>-0.20597344</c:v>
                </c:pt>
                <c:pt idx="143">
                  <c:v>-0.21098477</c:v>
                </c:pt>
                <c:pt idx="144">
                  <c:v>-0.21596278</c:v>
                </c:pt>
                <c:pt idx="145">
                  <c:v>-0.22090669</c:v>
                </c:pt>
                <c:pt idx="146">
                  <c:v>-0.22581572</c:v>
                </c:pt>
                <c:pt idx="147">
                  <c:v>-0.23068908</c:v>
                </c:pt>
                <c:pt idx="148">
                  <c:v>-0.23552602</c:v>
                </c:pt>
                <c:pt idx="149">
                  <c:v>-0.24032577</c:v>
                </c:pt>
                <c:pt idx="150">
                  <c:v>-0.24508757</c:v>
                </c:pt>
                <c:pt idx="151">
                  <c:v>-0.24981066</c:v>
                </c:pt>
                <c:pt idx="152">
                  <c:v>-0.25449431</c:v>
                </c:pt>
                <c:pt idx="153">
                  <c:v>-0.25913777</c:v>
                </c:pt>
                <c:pt idx="154">
                  <c:v>-0.2637403</c:v>
                </c:pt>
                <c:pt idx="155">
                  <c:v>-0.26830119</c:v>
                </c:pt>
                <c:pt idx="156">
                  <c:v>-0.27281972</c:v>
                </c:pt>
                <c:pt idx="157">
                  <c:v>-0.27729516</c:v>
                </c:pt>
                <c:pt idx="158">
                  <c:v>-0.28172681</c:v>
                </c:pt>
                <c:pt idx="159">
                  <c:v>-0.28611398</c:v>
                </c:pt>
                <c:pt idx="160">
                  <c:v>-0.29045596</c:v>
                </c:pt>
                <c:pt idx="161">
                  <c:v>-0.29475208</c:v>
                </c:pt>
                <c:pt idx="162">
                  <c:v>-0.29900165</c:v>
                </c:pt>
                <c:pt idx="163">
                  <c:v>-0.30320401</c:v>
                </c:pt>
                <c:pt idx="164">
                  <c:v>-0.30735849</c:v>
                </c:pt>
                <c:pt idx="165">
                  <c:v>-0.31146443</c:v>
                </c:pt>
                <c:pt idx="166">
                  <c:v>-0.31552119</c:v>
                </c:pt>
                <c:pt idx="167">
                  <c:v>-0.31952812</c:v>
                </c:pt>
                <c:pt idx="168">
                  <c:v>-0.3234846</c:v>
                </c:pt>
                <c:pt idx="169">
                  <c:v>-0.32738999</c:v>
                </c:pt>
                <c:pt idx="170">
                  <c:v>-0.33124369</c:v>
                </c:pt>
                <c:pt idx="171">
                  <c:v>-0.33504508</c:v>
                </c:pt>
                <c:pt idx="172">
                  <c:v>-0.33879356</c:v>
                </c:pt>
                <c:pt idx="173">
                  <c:v>-0.34248854</c:v>
                </c:pt>
                <c:pt idx="174">
                  <c:v>-0.34612944</c:v>
                </c:pt>
                <c:pt idx="175">
                  <c:v>-0.34971568</c:v>
                </c:pt>
                <c:pt idx="176">
                  <c:v>-0.3532467</c:v>
                </c:pt>
                <c:pt idx="177">
                  <c:v>-0.35672194</c:v>
                </c:pt>
                <c:pt idx="178">
                  <c:v>-0.36014084</c:v>
                </c:pt>
                <c:pt idx="179">
                  <c:v>-0.36350287</c:v>
                </c:pt>
                <c:pt idx="180">
                  <c:v>-0.36680751</c:v>
                </c:pt>
                <c:pt idx="181">
                  <c:v>-0.37005422</c:v>
                </c:pt>
                <c:pt idx="182">
                  <c:v>-0.37324249</c:v>
                </c:pt>
                <c:pt idx="183">
                  <c:v>-0.37637183</c:v>
                </c:pt>
                <c:pt idx="184">
                  <c:v>-0.37944173</c:v>
                </c:pt>
                <c:pt idx="185">
                  <c:v>-0.38245171</c:v>
                </c:pt>
                <c:pt idx="186">
                  <c:v>-0.3854013</c:v>
                </c:pt>
                <c:pt idx="187">
                  <c:v>-0.38829003</c:v>
                </c:pt>
                <c:pt idx="188">
                  <c:v>-0.39111745</c:v>
                </c:pt>
                <c:pt idx="189">
                  <c:v>-0.3938831</c:v>
                </c:pt>
                <c:pt idx="190">
                  <c:v>-0.39658655</c:v>
                </c:pt>
                <c:pt idx="191">
                  <c:v>-0.39922738</c:v>
                </c:pt>
                <c:pt idx="192">
                  <c:v>-0.40180517</c:v>
                </c:pt>
                <c:pt idx="193">
                  <c:v>-0.4043195</c:v>
                </c:pt>
                <c:pt idx="194">
                  <c:v>-0.40676999</c:v>
                </c:pt>
                <c:pt idx="195">
                  <c:v>-0.40915625</c:v>
                </c:pt>
                <c:pt idx="196">
                  <c:v>-0.41147789</c:v>
                </c:pt>
                <c:pt idx="197">
                  <c:v>-0.41373456</c:v>
                </c:pt>
                <c:pt idx="198">
                  <c:v>-0.4159259</c:v>
                </c:pt>
                <c:pt idx="199">
                  <c:v>-0.41805155</c:v>
                </c:pt>
                <c:pt idx="200">
                  <c:v>-0.42011119</c:v>
                </c:pt>
                <c:pt idx="201">
                  <c:v>-0.42210449</c:v>
                </c:pt>
                <c:pt idx="202">
                  <c:v>-0.42403114</c:v>
                </c:pt>
                <c:pt idx="203">
                  <c:v>-0.42589082</c:v>
                </c:pt>
                <c:pt idx="204">
                  <c:v>-0.42768325</c:v>
                </c:pt>
                <c:pt idx="205">
                  <c:v>-0.42940815</c:v>
                </c:pt>
                <c:pt idx="206">
                  <c:v>-0.43106523</c:v>
                </c:pt>
                <c:pt idx="207">
                  <c:v>-0.43265425</c:v>
                </c:pt>
                <c:pt idx="208">
                  <c:v>-0.43417495</c:v>
                </c:pt>
                <c:pt idx="209">
                  <c:v>-0.43562708</c:v>
                </c:pt>
                <c:pt idx="210">
                  <c:v>-0.43701043</c:v>
                </c:pt>
                <c:pt idx="211">
                  <c:v>-0.43832476</c:v>
                </c:pt>
                <c:pt idx="212">
                  <c:v>-0.43956988</c:v>
                </c:pt>
                <c:pt idx="213">
                  <c:v>-0.44074558</c:v>
                </c:pt>
                <c:pt idx="214">
                  <c:v>-0.44185169</c:v>
                </c:pt>
                <c:pt idx="215">
                  <c:v>-0.44288802</c:v>
                </c:pt>
                <c:pt idx="216">
                  <c:v>-0.44385442</c:v>
                </c:pt>
                <c:pt idx="217">
                  <c:v>-0.44475073</c:v>
                </c:pt>
                <c:pt idx="218">
                  <c:v>-0.4455768</c:v>
                </c:pt>
                <c:pt idx="219">
                  <c:v>-0.44633251</c:v>
                </c:pt>
                <c:pt idx="220">
                  <c:v>-0.44701774</c:v>
                </c:pt>
                <c:pt idx="221">
                  <c:v>-0.44763239</c:v>
                </c:pt>
                <c:pt idx="222">
                  <c:v>-0.44817634</c:v>
                </c:pt>
                <c:pt idx="223">
                  <c:v>-0.44864953</c:v>
                </c:pt>
                <c:pt idx="224">
                  <c:v>-0.44905186</c:v>
                </c:pt>
                <c:pt idx="225">
                  <c:v>-0.44938329</c:v>
                </c:pt>
                <c:pt idx="226">
                  <c:v>-0.44964375</c:v>
                </c:pt>
                <c:pt idx="227">
                  <c:v>-0.44983321</c:v>
                </c:pt>
                <c:pt idx="228">
                  <c:v>-0.44995164</c:v>
                </c:pt>
                <c:pt idx="229">
                  <c:v>-0.44999901</c:v>
                </c:pt>
                <c:pt idx="230">
                  <c:v>-0.44997533</c:v>
                </c:pt>
                <c:pt idx="231">
                  <c:v>-0.44988058</c:v>
                </c:pt>
                <c:pt idx="232">
                  <c:v>-0.4497148</c:v>
                </c:pt>
                <c:pt idx="233">
                  <c:v>-0.449478</c:v>
                </c:pt>
                <c:pt idx="234">
                  <c:v>-0.44917022</c:v>
                </c:pt>
                <c:pt idx="235">
                  <c:v>-0.44879151</c:v>
                </c:pt>
                <c:pt idx="236">
                  <c:v>-0.44834194</c:v>
                </c:pt>
                <c:pt idx="237">
                  <c:v>-0.44782156</c:v>
                </c:pt>
                <c:pt idx="238">
                  <c:v>-0.44723047</c:v>
                </c:pt>
                <c:pt idx="239">
                  <c:v>-0.44656876</c:v>
                </c:pt>
                <c:pt idx="240">
                  <c:v>-0.44583653</c:v>
                </c:pt>
                <c:pt idx="241">
                  <c:v>-0.44503389</c:v>
                </c:pt>
                <c:pt idx="242">
                  <c:v>-0.44416098</c:v>
                </c:pt>
                <c:pt idx="243">
                  <c:v>-0.44321793</c:v>
                </c:pt>
                <c:pt idx="244">
                  <c:v>-0.4422049</c:v>
                </c:pt>
                <c:pt idx="245">
                  <c:v>-0.44112203</c:v>
                </c:pt>
                <c:pt idx="246">
                  <c:v>-0.4399695</c:v>
                </c:pt>
                <c:pt idx="247">
                  <c:v>-0.4387475</c:v>
                </c:pt>
                <c:pt idx="248">
                  <c:v>-0.43745622</c:v>
                </c:pt>
                <c:pt idx="249">
                  <c:v>-0.43609585</c:v>
                </c:pt>
                <c:pt idx="250">
                  <c:v>-0.43466662</c:v>
                </c:pt>
                <c:pt idx="251">
                  <c:v>-0.43316875</c:v>
                </c:pt>
                <c:pt idx="252">
                  <c:v>-0.43160248</c:v>
                </c:pt>
                <c:pt idx="253">
                  <c:v>-0.42996806</c:v>
                </c:pt>
                <c:pt idx="254">
                  <c:v>-0.42826574</c:v>
                </c:pt>
                <c:pt idx="255">
                  <c:v>-0.42649578</c:v>
                </c:pt>
                <c:pt idx="256">
                  <c:v>-0.42465849</c:v>
                </c:pt>
                <c:pt idx="257">
                  <c:v>-0.42275413</c:v>
                </c:pt>
                <c:pt idx="258">
                  <c:v>-0.42078301</c:v>
                </c:pt>
                <c:pt idx="259">
                  <c:v>-0.41874545</c:v>
                </c:pt>
                <c:pt idx="260">
                  <c:v>-0.41664176</c:v>
                </c:pt>
                <c:pt idx="261">
                  <c:v>-0.41447228</c:v>
                </c:pt>
                <c:pt idx="262">
                  <c:v>-0.41223735</c:v>
                </c:pt>
                <c:pt idx="263">
                  <c:v>-0.40993733</c:v>
                </c:pt>
                <c:pt idx="264">
                  <c:v>-0.40757257</c:v>
                </c:pt>
                <c:pt idx="265">
                  <c:v>-0.40514345</c:v>
                </c:pt>
                <c:pt idx="266">
                  <c:v>-0.40265035</c:v>
                </c:pt>
                <c:pt idx="267">
                  <c:v>-0.40009367</c:v>
                </c:pt>
                <c:pt idx="268">
                  <c:v>-0.39747381</c:v>
                </c:pt>
                <c:pt idx="269">
                  <c:v>-0.39479118</c:v>
                </c:pt>
                <c:pt idx="270">
                  <c:v>-0.39204622</c:v>
                </c:pt>
                <c:pt idx="271">
                  <c:v>-0.38923934</c:v>
                </c:pt>
                <c:pt idx="272">
                  <c:v>-0.386371</c:v>
                </c:pt>
                <c:pt idx="273">
                  <c:v>-0.38344164</c:v>
                </c:pt>
                <c:pt idx="274">
                  <c:v>-0.38045174</c:v>
                </c:pt>
                <c:pt idx="275">
                  <c:v>-0.37740176</c:v>
                </c:pt>
                <c:pt idx="276">
                  <c:v>-0.37429218</c:v>
                </c:pt>
                <c:pt idx="277">
                  <c:v>-0.37112349</c:v>
                </c:pt>
                <c:pt idx="278">
                  <c:v>-0.36789621</c:v>
                </c:pt>
                <c:pt idx="279">
                  <c:v>-0.36461082</c:v>
                </c:pt>
                <c:pt idx="280">
                  <c:v>-0.36126786</c:v>
                </c:pt>
                <c:pt idx="281">
                  <c:v>-0.35786786</c:v>
                </c:pt>
                <c:pt idx="282">
                  <c:v>-0.35441134</c:v>
                </c:pt>
                <c:pt idx="283">
                  <c:v>-0.35089885</c:v>
                </c:pt>
                <c:pt idx="284">
                  <c:v>-0.34733096</c:v>
                </c:pt>
                <c:pt idx="285">
                  <c:v>-0.34370821</c:v>
                </c:pt>
                <c:pt idx="286">
                  <c:v>-0.34003119</c:v>
                </c:pt>
                <c:pt idx="287">
                  <c:v>-0.33630048</c:v>
                </c:pt>
                <c:pt idx="288">
                  <c:v>-0.33251666</c:v>
                </c:pt>
                <c:pt idx="289">
                  <c:v>-0.32868033</c:v>
                </c:pt>
                <c:pt idx="290">
                  <c:v>-0.3247921</c:v>
                </c:pt>
                <c:pt idx="291">
                  <c:v>-0.32085258</c:v>
                </c:pt>
                <c:pt idx="292">
                  <c:v>-0.3168624</c:v>
                </c:pt>
                <c:pt idx="293">
                  <c:v>-0.31282218</c:v>
                </c:pt>
                <c:pt idx="294">
                  <c:v>-0.30873256</c:v>
                </c:pt>
                <c:pt idx="295">
                  <c:v>-0.30459419</c:v>
                </c:pt>
                <c:pt idx="296">
                  <c:v>-0.30040772</c:v>
                </c:pt>
                <c:pt idx="297">
                  <c:v>-0.29617381</c:v>
                </c:pt>
                <c:pt idx="298">
                  <c:v>-0.29189313</c:v>
                </c:pt>
                <c:pt idx="299">
                  <c:v>-0.28756636</c:v>
                </c:pt>
                <c:pt idx="300">
                  <c:v>-0.28319418</c:v>
                </c:pt>
                <c:pt idx="301">
                  <c:v>-0.27877727</c:v>
                </c:pt>
                <c:pt idx="302">
                  <c:v>-0.27431635</c:v>
                </c:pt>
                <c:pt idx="303">
                  <c:v>-0.26981211</c:v>
                </c:pt>
                <c:pt idx="304">
                  <c:v>-0.26526526</c:v>
                </c:pt>
                <c:pt idx="305">
                  <c:v>-0.26067653</c:v>
                </c:pt>
                <c:pt idx="306">
                  <c:v>-0.25604663</c:v>
                </c:pt>
                <c:pt idx="307">
                  <c:v>-0.2513763</c:v>
                </c:pt>
                <c:pt idx="308">
                  <c:v>-0.24666627</c:v>
                </c:pt>
                <c:pt idx="309">
                  <c:v>-0.24191729</c:v>
                </c:pt>
                <c:pt idx="310">
                  <c:v>-0.23713011</c:v>
                </c:pt>
                <c:pt idx="311">
                  <c:v>-0.23230548</c:v>
                </c:pt>
                <c:pt idx="312">
                  <c:v>-0.22744417</c:v>
                </c:pt>
                <c:pt idx="313">
                  <c:v>-0.22254695</c:v>
                </c:pt>
                <c:pt idx="314">
                  <c:v>-0.21761458</c:v>
                </c:pt>
                <c:pt idx="315">
                  <c:v>-0.21264784</c:v>
                </c:pt>
                <c:pt idx="316">
                  <c:v>-0.20764753</c:v>
                </c:pt>
                <c:pt idx="317">
                  <c:v>-0.20261443</c:v>
                </c:pt>
                <c:pt idx="318">
                  <c:v>-0.19754933</c:v>
                </c:pt>
                <c:pt idx="319">
                  <c:v>-0.19245304</c:v>
                </c:pt>
                <c:pt idx="320">
                  <c:v>-0.18732636</c:v>
                </c:pt>
                <c:pt idx="321">
                  <c:v>-0.18217009</c:v>
                </c:pt>
                <c:pt idx="322">
                  <c:v>-0.17698506</c:v>
                </c:pt>
                <c:pt idx="323">
                  <c:v>-0.17177208</c:v>
                </c:pt>
                <c:pt idx="324">
                  <c:v>-0.16653198</c:v>
                </c:pt>
                <c:pt idx="325">
                  <c:v>-0.16126558</c:v>
                </c:pt>
                <c:pt idx="326">
                  <c:v>-0.15597371</c:v>
                </c:pt>
                <c:pt idx="327">
                  <c:v>-0.15065721</c:v>
                </c:pt>
                <c:pt idx="328">
                  <c:v>-0.14531693</c:v>
                </c:pt>
                <c:pt idx="329">
                  <c:v>-0.13995369</c:v>
                </c:pt>
                <c:pt idx="330">
                  <c:v>-0.13456836</c:v>
                </c:pt>
                <c:pt idx="331">
                  <c:v>-0.12916177</c:v>
                </c:pt>
                <c:pt idx="332">
                  <c:v>-0.12373479</c:v>
                </c:pt>
                <c:pt idx="333">
                  <c:v>-0.11828827</c:v>
                </c:pt>
                <c:pt idx="334">
                  <c:v>-0.11282307</c:v>
                </c:pt>
                <c:pt idx="335">
                  <c:v>-0.10734006</c:v>
                </c:pt>
                <c:pt idx="336">
                  <c:v>-0.10184009</c:v>
                </c:pt>
                <c:pt idx="337">
                  <c:v>-0.09632404</c:v>
                </c:pt>
                <c:pt idx="338">
                  <c:v>-0.09079279</c:v>
                </c:pt>
                <c:pt idx="339">
                  <c:v>-0.08524719</c:v>
                </c:pt>
                <c:pt idx="340">
                  <c:v>-0.07968813</c:v>
                </c:pt>
                <c:pt idx="341">
                  <c:v>-0.07411649</c:v>
                </c:pt>
                <c:pt idx="342">
                  <c:v>-0.06853315</c:v>
                </c:pt>
                <c:pt idx="343">
                  <c:v>-0.06293898</c:v>
                </c:pt>
                <c:pt idx="344">
                  <c:v>-0.05733488</c:v>
                </c:pt>
                <c:pt idx="345">
                  <c:v>-0.05172172</c:v>
                </c:pt>
                <c:pt idx="346">
                  <c:v>-0.04610039</c:v>
                </c:pt>
                <c:pt idx="347">
                  <c:v>-0.04047178</c:v>
                </c:pt>
                <c:pt idx="348">
                  <c:v>-0.03483679</c:v>
                </c:pt>
                <c:pt idx="349">
                  <c:v>-0.02919629</c:v>
                </c:pt>
                <c:pt idx="350">
                  <c:v>-0.02355118</c:v>
                </c:pt>
                <c:pt idx="351">
                  <c:v>-0.01790235</c:v>
                </c:pt>
                <c:pt idx="352">
                  <c:v>-0.0122507</c:v>
                </c:pt>
                <c:pt idx="353">
                  <c:v>-0.00659711</c:v>
                </c:pt>
                <c:pt idx="354">
                  <c:v>-0.00094248</c:v>
                </c:pt>
                <c:pt idx="355">
                  <c:v>0.0047123</c:v>
                </c:pt>
                <c:pt idx="356">
                  <c:v>0.01036634</c:v>
                </c:pt>
                <c:pt idx="357">
                  <c:v>0.01601874</c:v>
                </c:pt>
                <c:pt idx="358">
                  <c:v>0.02166861</c:v>
                </c:pt>
                <c:pt idx="359">
                  <c:v>0.02731505</c:v>
                </c:pt>
                <c:pt idx="360">
                  <c:v>0.03295719</c:v>
                </c:pt>
                <c:pt idx="361">
                  <c:v>0.03859412</c:v>
                </c:pt>
                <c:pt idx="362">
                  <c:v>0.04422495</c:v>
                </c:pt>
                <c:pt idx="363">
                  <c:v>0.04984881</c:v>
                </c:pt>
                <c:pt idx="364">
                  <c:v>0.05546479</c:v>
                </c:pt>
                <c:pt idx="365">
                  <c:v>0.06107201</c:v>
                </c:pt>
                <c:pt idx="366">
                  <c:v>0.06666959</c:v>
                </c:pt>
                <c:pt idx="367">
                  <c:v>0.07225663</c:v>
                </c:pt>
                <c:pt idx="368">
                  <c:v>0.07783227</c:v>
                </c:pt>
                <c:pt idx="369">
                  <c:v>0.08339562</c:v>
                </c:pt>
                <c:pt idx="370">
                  <c:v>0.0889458</c:v>
                </c:pt>
                <c:pt idx="371">
                  <c:v>0.09448194</c:v>
                </c:pt>
                <c:pt idx="372">
                  <c:v>0.10000315</c:v>
                </c:pt>
                <c:pt idx="373">
                  <c:v>0.10550857</c:v>
                </c:pt>
                <c:pt idx="374">
                  <c:v>0.11099734</c:v>
                </c:pt>
                <c:pt idx="375">
                  <c:v>0.11646857</c:v>
                </c:pt>
                <c:pt idx="376">
                  <c:v>0.12192141</c:v>
                </c:pt>
                <c:pt idx="377">
                  <c:v>0.127355</c:v>
                </c:pt>
                <c:pt idx="378">
                  <c:v>0.13276848</c:v>
                </c:pt>
                <c:pt idx="379">
                  <c:v>0.13816099</c:v>
                </c:pt>
                <c:pt idx="380">
                  <c:v>0.14353169</c:v>
                </c:pt>
                <c:pt idx="381">
                  <c:v>0.14887972</c:v>
                </c:pt>
                <c:pt idx="382">
                  <c:v>0.15420424</c:v>
                </c:pt>
                <c:pt idx="383">
                  <c:v>0.15950441</c:v>
                </c:pt>
                <c:pt idx="384">
                  <c:v>0.16477939</c:v>
                </c:pt>
                <c:pt idx="385">
                  <c:v>0.17002835</c:v>
                </c:pt>
                <c:pt idx="386">
                  <c:v>0.17525047</c:v>
                </c:pt>
                <c:pt idx="387">
                  <c:v>0.1804449</c:v>
                </c:pt>
                <c:pt idx="388">
                  <c:v>0.18561085</c:v>
                </c:pt>
                <c:pt idx="389">
                  <c:v>0.19074748</c:v>
                </c:pt>
                <c:pt idx="390">
                  <c:v>0.19585399</c:v>
                </c:pt>
                <c:pt idx="391">
                  <c:v>0.20092958</c:v>
                </c:pt>
                <c:pt idx="392">
                  <c:v>0.20597344</c:v>
                </c:pt>
                <c:pt idx="393">
                  <c:v>0.21098477</c:v>
                </c:pt>
                <c:pt idx="394">
                  <c:v>0.21596278</c:v>
                </c:pt>
                <c:pt idx="395">
                  <c:v>0.22090669</c:v>
                </c:pt>
                <c:pt idx="396">
                  <c:v>0.22581572</c:v>
                </c:pt>
                <c:pt idx="397">
                  <c:v>0.23068908</c:v>
                </c:pt>
                <c:pt idx="398">
                  <c:v>0.23552602</c:v>
                </c:pt>
                <c:pt idx="399">
                  <c:v>0.24032577</c:v>
                </c:pt>
                <c:pt idx="400">
                  <c:v>0.24508757</c:v>
                </c:pt>
                <c:pt idx="401">
                  <c:v>0.24981066</c:v>
                </c:pt>
                <c:pt idx="402">
                  <c:v>0.25449431</c:v>
                </c:pt>
                <c:pt idx="403">
                  <c:v>0.25913777</c:v>
                </c:pt>
                <c:pt idx="404">
                  <c:v>0.2637403</c:v>
                </c:pt>
                <c:pt idx="405">
                  <c:v>0.26830119</c:v>
                </c:pt>
                <c:pt idx="406">
                  <c:v>0.27281972</c:v>
                </c:pt>
                <c:pt idx="407">
                  <c:v>0.27729516</c:v>
                </c:pt>
                <c:pt idx="408">
                  <c:v>0.28172681</c:v>
                </c:pt>
                <c:pt idx="409">
                  <c:v>0.28611398</c:v>
                </c:pt>
                <c:pt idx="410">
                  <c:v>0.29045596</c:v>
                </c:pt>
                <c:pt idx="411">
                  <c:v>0.29475208</c:v>
                </c:pt>
                <c:pt idx="412">
                  <c:v>0.29900165</c:v>
                </c:pt>
                <c:pt idx="413">
                  <c:v>0.30320401</c:v>
                </c:pt>
                <c:pt idx="414">
                  <c:v>0.30735849</c:v>
                </c:pt>
                <c:pt idx="415">
                  <c:v>0.31146443</c:v>
                </c:pt>
                <c:pt idx="416">
                  <c:v>0.31552119</c:v>
                </c:pt>
                <c:pt idx="417">
                  <c:v>0.31952812</c:v>
                </c:pt>
                <c:pt idx="418">
                  <c:v>0.3234846</c:v>
                </c:pt>
                <c:pt idx="419">
                  <c:v>0.32738999</c:v>
                </c:pt>
                <c:pt idx="420">
                  <c:v>0.33124369</c:v>
                </c:pt>
                <c:pt idx="421">
                  <c:v>0.33504508</c:v>
                </c:pt>
                <c:pt idx="422">
                  <c:v>0.33879356</c:v>
                </c:pt>
                <c:pt idx="423">
                  <c:v>0.34248854</c:v>
                </c:pt>
                <c:pt idx="424">
                  <c:v>0.34612944</c:v>
                </c:pt>
                <c:pt idx="425">
                  <c:v>0.34971568</c:v>
                </c:pt>
                <c:pt idx="426">
                  <c:v>0.3532467</c:v>
                </c:pt>
                <c:pt idx="427">
                  <c:v>0.35672194</c:v>
                </c:pt>
                <c:pt idx="428">
                  <c:v>0.36014084</c:v>
                </c:pt>
                <c:pt idx="429">
                  <c:v>0.36350287</c:v>
                </c:pt>
                <c:pt idx="430">
                  <c:v>0.36680751</c:v>
                </c:pt>
                <c:pt idx="431">
                  <c:v>0.37005422</c:v>
                </c:pt>
                <c:pt idx="432">
                  <c:v>0.37324249</c:v>
                </c:pt>
                <c:pt idx="433">
                  <c:v>0.37637183</c:v>
                </c:pt>
                <c:pt idx="434">
                  <c:v>0.37944173</c:v>
                </c:pt>
                <c:pt idx="435">
                  <c:v>0.38245171</c:v>
                </c:pt>
                <c:pt idx="436">
                  <c:v>0.3854013</c:v>
                </c:pt>
                <c:pt idx="437">
                  <c:v>0.38829003</c:v>
                </c:pt>
                <c:pt idx="438">
                  <c:v>0.39111745</c:v>
                </c:pt>
                <c:pt idx="439">
                  <c:v>0.3938831</c:v>
                </c:pt>
                <c:pt idx="440">
                  <c:v>0.39658655</c:v>
                </c:pt>
                <c:pt idx="441">
                  <c:v>0.39922738</c:v>
                </c:pt>
                <c:pt idx="442">
                  <c:v>0.40180517</c:v>
                </c:pt>
                <c:pt idx="443">
                  <c:v>0.4043195</c:v>
                </c:pt>
                <c:pt idx="444">
                  <c:v>0.40676999</c:v>
                </c:pt>
                <c:pt idx="445">
                  <c:v>0.40915625</c:v>
                </c:pt>
                <c:pt idx="446">
                  <c:v>0.41147789</c:v>
                </c:pt>
                <c:pt idx="447">
                  <c:v>0.41373456</c:v>
                </c:pt>
                <c:pt idx="448">
                  <c:v>0.4159259</c:v>
                </c:pt>
                <c:pt idx="449">
                  <c:v>0.41805155</c:v>
                </c:pt>
                <c:pt idx="450">
                  <c:v>0.42011119</c:v>
                </c:pt>
                <c:pt idx="451">
                  <c:v>0.42210449</c:v>
                </c:pt>
                <c:pt idx="452">
                  <c:v>0.42403114</c:v>
                </c:pt>
                <c:pt idx="453">
                  <c:v>0.42589082</c:v>
                </c:pt>
                <c:pt idx="454">
                  <c:v>0.42768325</c:v>
                </c:pt>
                <c:pt idx="455">
                  <c:v>0.42940815</c:v>
                </c:pt>
                <c:pt idx="456">
                  <c:v>0.43106523</c:v>
                </c:pt>
                <c:pt idx="457">
                  <c:v>0.43265425</c:v>
                </c:pt>
                <c:pt idx="458">
                  <c:v>0.43417495</c:v>
                </c:pt>
                <c:pt idx="459">
                  <c:v>0.43562708</c:v>
                </c:pt>
                <c:pt idx="460">
                  <c:v>0.43701043</c:v>
                </c:pt>
                <c:pt idx="461">
                  <c:v>0.43832476</c:v>
                </c:pt>
                <c:pt idx="462">
                  <c:v>0.43956988</c:v>
                </c:pt>
                <c:pt idx="463">
                  <c:v>0.44074558</c:v>
                </c:pt>
                <c:pt idx="464">
                  <c:v>0.44185169</c:v>
                </c:pt>
                <c:pt idx="465">
                  <c:v>0.44288802</c:v>
                </c:pt>
                <c:pt idx="466">
                  <c:v>0.44385442</c:v>
                </c:pt>
                <c:pt idx="467">
                  <c:v>0.44475073</c:v>
                </c:pt>
                <c:pt idx="468">
                  <c:v>0.4455768</c:v>
                </c:pt>
                <c:pt idx="469">
                  <c:v>0.44633251</c:v>
                </c:pt>
                <c:pt idx="470">
                  <c:v>0.44701774</c:v>
                </c:pt>
                <c:pt idx="471">
                  <c:v>0.44763239</c:v>
                </c:pt>
                <c:pt idx="472">
                  <c:v>0.44817634</c:v>
                </c:pt>
                <c:pt idx="473">
                  <c:v>0.44864953</c:v>
                </c:pt>
                <c:pt idx="474">
                  <c:v>0.44905186</c:v>
                </c:pt>
                <c:pt idx="475">
                  <c:v>0.44938329</c:v>
                </c:pt>
                <c:pt idx="476">
                  <c:v>0.44964375</c:v>
                </c:pt>
                <c:pt idx="477">
                  <c:v>0.44983321</c:v>
                </c:pt>
                <c:pt idx="478">
                  <c:v>0.44995164</c:v>
                </c:pt>
                <c:pt idx="479">
                  <c:v>0.44999901</c:v>
                </c:pt>
                <c:pt idx="480">
                  <c:v>0.44997533</c:v>
                </c:pt>
                <c:pt idx="481">
                  <c:v>0.44988058</c:v>
                </c:pt>
                <c:pt idx="482">
                  <c:v>0.4497148</c:v>
                </c:pt>
                <c:pt idx="483">
                  <c:v>0.449478</c:v>
                </c:pt>
                <c:pt idx="484">
                  <c:v>0.44917022</c:v>
                </c:pt>
                <c:pt idx="485">
                  <c:v>0.44879151</c:v>
                </c:pt>
                <c:pt idx="486">
                  <c:v>0.44834194</c:v>
                </c:pt>
                <c:pt idx="487">
                  <c:v>0.44782156</c:v>
                </c:pt>
                <c:pt idx="488">
                  <c:v>0.44723047</c:v>
                </c:pt>
                <c:pt idx="489">
                  <c:v>0.44656876</c:v>
                </c:pt>
                <c:pt idx="490">
                  <c:v>0.44583653</c:v>
                </c:pt>
                <c:pt idx="491">
                  <c:v>0.44503389</c:v>
                </c:pt>
                <c:pt idx="492">
                  <c:v>0.44416098</c:v>
                </c:pt>
                <c:pt idx="493">
                  <c:v>0.44321793</c:v>
                </c:pt>
                <c:pt idx="494">
                  <c:v>0.4422049</c:v>
                </c:pt>
                <c:pt idx="495">
                  <c:v>0.44112203</c:v>
                </c:pt>
                <c:pt idx="496">
                  <c:v>0.4399695</c:v>
                </c:pt>
                <c:pt idx="497">
                  <c:v>0.4387475</c:v>
                </c:pt>
                <c:pt idx="498">
                  <c:v>0.43745622</c:v>
                </c:pt>
                <c:pt idx="499">
                  <c:v>0.43609585</c:v>
                </c:pt>
                <c:pt idx="500">
                  <c:v>0.43466662</c:v>
                </c:pt>
                <c:pt idx="501">
                  <c:v>0.43316875</c:v>
                </c:pt>
                <c:pt idx="502">
                  <c:v>0.43160248</c:v>
                </c:pt>
                <c:pt idx="503">
                  <c:v>0.42996806</c:v>
                </c:pt>
                <c:pt idx="504">
                  <c:v>0.42826574</c:v>
                </c:pt>
                <c:pt idx="505">
                  <c:v>0.42649578</c:v>
                </c:pt>
                <c:pt idx="506">
                  <c:v>0.42465849</c:v>
                </c:pt>
                <c:pt idx="507">
                  <c:v>0.42275413</c:v>
                </c:pt>
                <c:pt idx="508">
                  <c:v>0.42078301</c:v>
                </c:pt>
                <c:pt idx="509">
                  <c:v>0.41874545</c:v>
                </c:pt>
                <c:pt idx="510">
                  <c:v>0.41664176</c:v>
                </c:pt>
                <c:pt idx="511">
                  <c:v>0.41447228</c:v>
                </c:pt>
                <c:pt idx="512">
                  <c:v>0.41223735</c:v>
                </c:pt>
                <c:pt idx="513">
                  <c:v>0.40993733</c:v>
                </c:pt>
                <c:pt idx="514">
                  <c:v>0.40757257</c:v>
                </c:pt>
                <c:pt idx="515">
                  <c:v>0.40514345</c:v>
                </c:pt>
                <c:pt idx="516">
                  <c:v>0.40265035</c:v>
                </c:pt>
                <c:pt idx="517">
                  <c:v>0.40009367</c:v>
                </c:pt>
                <c:pt idx="518">
                  <c:v>0.39747381</c:v>
                </c:pt>
                <c:pt idx="519">
                  <c:v>0.39479118</c:v>
                </c:pt>
                <c:pt idx="520">
                  <c:v>0.39204622</c:v>
                </c:pt>
                <c:pt idx="521">
                  <c:v>0.38923934</c:v>
                </c:pt>
                <c:pt idx="522">
                  <c:v>0.386371</c:v>
                </c:pt>
                <c:pt idx="523">
                  <c:v>0.38344164</c:v>
                </c:pt>
                <c:pt idx="524">
                  <c:v>0.38045174</c:v>
                </c:pt>
                <c:pt idx="525">
                  <c:v>0.37740176</c:v>
                </c:pt>
                <c:pt idx="526">
                  <c:v>0.37429218</c:v>
                </c:pt>
                <c:pt idx="527">
                  <c:v>0.37112349</c:v>
                </c:pt>
                <c:pt idx="528">
                  <c:v>0.36789621</c:v>
                </c:pt>
                <c:pt idx="529">
                  <c:v>0.36461082</c:v>
                </c:pt>
                <c:pt idx="530">
                  <c:v>0.36126786</c:v>
                </c:pt>
                <c:pt idx="531">
                  <c:v>0.35786786</c:v>
                </c:pt>
                <c:pt idx="532">
                  <c:v>0.35441134</c:v>
                </c:pt>
                <c:pt idx="533">
                  <c:v>0.35089885</c:v>
                </c:pt>
                <c:pt idx="534">
                  <c:v>0.34733096</c:v>
                </c:pt>
                <c:pt idx="535">
                  <c:v>0.34370821</c:v>
                </c:pt>
                <c:pt idx="536">
                  <c:v>0.34003119</c:v>
                </c:pt>
                <c:pt idx="537">
                  <c:v>0.33630048</c:v>
                </c:pt>
                <c:pt idx="538">
                  <c:v>0.33251666</c:v>
                </c:pt>
                <c:pt idx="539">
                  <c:v>0.32868033</c:v>
                </c:pt>
                <c:pt idx="540">
                  <c:v>0.3247921</c:v>
                </c:pt>
                <c:pt idx="541">
                  <c:v>0.32085258</c:v>
                </c:pt>
                <c:pt idx="542">
                  <c:v>0.3168624</c:v>
                </c:pt>
                <c:pt idx="543">
                  <c:v>0.31282218</c:v>
                </c:pt>
                <c:pt idx="544">
                  <c:v>0.30873256</c:v>
                </c:pt>
                <c:pt idx="545">
                  <c:v>0.30459419</c:v>
                </c:pt>
                <c:pt idx="546">
                  <c:v>0.30040772</c:v>
                </c:pt>
                <c:pt idx="547">
                  <c:v>0.29617381</c:v>
                </c:pt>
                <c:pt idx="548">
                  <c:v>0.29189313</c:v>
                </c:pt>
                <c:pt idx="549">
                  <c:v>0.28756636</c:v>
                </c:pt>
                <c:pt idx="550">
                  <c:v>0.28319418</c:v>
                </c:pt>
                <c:pt idx="551">
                  <c:v>0.27877727</c:v>
                </c:pt>
                <c:pt idx="552">
                  <c:v>0.27431635</c:v>
                </c:pt>
                <c:pt idx="553">
                  <c:v>0.26981211</c:v>
                </c:pt>
                <c:pt idx="554">
                  <c:v>0.26526526</c:v>
                </c:pt>
                <c:pt idx="555">
                  <c:v>0.26067653</c:v>
                </c:pt>
                <c:pt idx="556">
                  <c:v>0.25604663</c:v>
                </c:pt>
                <c:pt idx="557">
                  <c:v>0.2513763</c:v>
                </c:pt>
                <c:pt idx="558">
                  <c:v>0.24666627</c:v>
                </c:pt>
                <c:pt idx="559">
                  <c:v>0.24191729</c:v>
                </c:pt>
                <c:pt idx="560">
                  <c:v>0.23713011</c:v>
                </c:pt>
                <c:pt idx="561">
                  <c:v>0.23230548</c:v>
                </c:pt>
                <c:pt idx="562">
                  <c:v>0.22744417</c:v>
                </c:pt>
                <c:pt idx="563">
                  <c:v>0.22254695</c:v>
                </c:pt>
                <c:pt idx="564">
                  <c:v>0.21761458</c:v>
                </c:pt>
                <c:pt idx="565">
                  <c:v>0.21264784</c:v>
                </c:pt>
                <c:pt idx="566">
                  <c:v>0.20764753</c:v>
                </c:pt>
                <c:pt idx="567">
                  <c:v>0.20261443</c:v>
                </c:pt>
                <c:pt idx="568">
                  <c:v>0.19754933</c:v>
                </c:pt>
                <c:pt idx="569">
                  <c:v>0.19245304</c:v>
                </c:pt>
                <c:pt idx="570">
                  <c:v>0.18732636</c:v>
                </c:pt>
                <c:pt idx="571">
                  <c:v>0.18217009</c:v>
                </c:pt>
                <c:pt idx="572">
                  <c:v>0.17698506</c:v>
                </c:pt>
                <c:pt idx="573">
                  <c:v>0.17177208</c:v>
                </c:pt>
                <c:pt idx="574">
                  <c:v>0.16653198</c:v>
                </c:pt>
                <c:pt idx="575">
                  <c:v>0.16126558</c:v>
                </c:pt>
                <c:pt idx="576">
                  <c:v>0.15597371</c:v>
                </c:pt>
                <c:pt idx="577">
                  <c:v>0.15065721</c:v>
                </c:pt>
                <c:pt idx="578">
                  <c:v>0.14531693</c:v>
                </c:pt>
                <c:pt idx="579">
                  <c:v>0.13995369</c:v>
                </c:pt>
                <c:pt idx="580">
                  <c:v>0.13456836</c:v>
                </c:pt>
                <c:pt idx="581">
                  <c:v>0.12916177</c:v>
                </c:pt>
                <c:pt idx="582">
                  <c:v>0.12373479</c:v>
                </c:pt>
                <c:pt idx="583">
                  <c:v>0.11828827</c:v>
                </c:pt>
                <c:pt idx="584">
                  <c:v>0.11282307</c:v>
                </c:pt>
                <c:pt idx="585">
                  <c:v>0.10734006</c:v>
                </c:pt>
                <c:pt idx="586">
                  <c:v>0.10184009</c:v>
                </c:pt>
                <c:pt idx="587">
                  <c:v>0.09632404</c:v>
                </c:pt>
                <c:pt idx="588">
                  <c:v>0.09079279</c:v>
                </c:pt>
                <c:pt idx="589">
                  <c:v>0.08524719</c:v>
                </c:pt>
                <c:pt idx="590">
                  <c:v>0.07968813</c:v>
                </c:pt>
                <c:pt idx="591">
                  <c:v>0.07411649</c:v>
                </c:pt>
                <c:pt idx="592">
                  <c:v>0.06853315</c:v>
                </c:pt>
                <c:pt idx="593">
                  <c:v>0.06293898</c:v>
                </c:pt>
                <c:pt idx="594">
                  <c:v>0.05733488</c:v>
                </c:pt>
                <c:pt idx="595">
                  <c:v>0.05172172</c:v>
                </c:pt>
                <c:pt idx="596">
                  <c:v>0.04610039</c:v>
                </c:pt>
                <c:pt idx="597">
                  <c:v>0.04047178</c:v>
                </c:pt>
                <c:pt idx="598">
                  <c:v>0.03483679</c:v>
                </c:pt>
                <c:pt idx="599">
                  <c:v>0.02919629</c:v>
                </c:pt>
                <c:pt idx="600">
                  <c:v>0.02355118</c:v>
                </c:pt>
              </c:numCache>
            </c:numRef>
          </c:yVal>
        </c:ser>
        <c:ser>
          <c:idx val="2"/>
          <c:order val="2"/>
          <c:tx>
            <c:v>Samples at 48 Hz</c:v>
          </c:tx>
          <c:spPr>
            <a:ln xmlns:a="http://schemas.openxmlformats.org/drawingml/2006/main" w="0">
              <a:solidFill>
                <a:srgbClr val="881C1C"/>
              </a:solidFill>
            </a:ln>
          </c:spPr>
          <c:marker>
            <c:symbol val="circle"/>
            <c:size val="7"/>
            <c:spPr>
              <a:solidFill xmlns:a="http://schemas.openxmlformats.org/drawingml/2006/main">
                <a:srgbClr val="881C1C"/>
              </a:solidFill>
            </c:spPr>
          </c:marker>
          <c:xVal>
            <c:numRef>
              <c:f>'Chart Data'!$E$2:$E$11</c:f>
              <c:numCache>
                <c:formatCode>General</c:formatCode>
                <c:ptCount val="10"/>
                <c:pt idx="0">
                  <c:v>0</c:v>
                </c:pt>
                <c:pt idx="1">
                  <c:v>20.83333333</c:v>
                </c:pt>
                <c:pt idx="2">
                  <c:v>41.66666667</c:v>
                </c:pt>
                <c:pt idx="3">
                  <c:v>62.5</c:v>
                </c:pt>
                <c:pt idx="4">
                  <c:v>83.33333333</c:v>
                </c:pt>
                <c:pt idx="5">
                  <c:v>104.16666667</c:v>
                </c:pt>
                <c:pt idx="6">
                  <c:v>125</c:v>
                </c:pt>
                <c:pt idx="7">
                  <c:v>145.83333333</c:v>
                </c:pt>
                <c:pt idx="8">
                  <c:v>166.66666667</c:v>
                </c:pt>
                <c:pt idx="9">
                  <c:v>187.5</c:v>
                </c:pt>
              </c:numCache>
            </c:numRef>
          </c:xVal>
          <c:yVal>
            <c:numRef>
              <c:f>'Chart Data'!$F$2:$F$11</c:f>
              <c:numCache>
                <c:formatCode>0.0</c:formatCode>
                <c:ptCount val="10"/>
                <c:pt idx="0">
                  <c:v>0.43466662</c:v>
                </c:pt>
                <c:pt idx="1">
                  <c:v>0.225</c:v>
                </c:pt>
                <c:pt idx="2">
                  <c:v>-0.11646857</c:v>
                </c:pt>
                <c:pt idx="3">
                  <c:v>-0.38971143</c:v>
                </c:pt>
                <c:pt idx="4">
                  <c:v>-0.43466662</c:v>
                </c:pt>
                <c:pt idx="5">
                  <c:v>-0.225</c:v>
                </c:pt>
                <c:pt idx="6">
                  <c:v>0.11646857</c:v>
                </c:pt>
                <c:pt idx="7">
                  <c:v>0.38971143</c:v>
                </c:pt>
                <c:pt idx="8">
                  <c:v>0.43466662</c:v>
                </c:pt>
                <c:pt idx="9">
                  <c:v>0.225</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Voltage (V)</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majorUnit val="0.6"/>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1500">
                    <a:latin typeface="Calibri"/>
                    <a:ea typeface="Calibri"/>
                    <a:cs typeface="Calibri"/>
                  </a:rPr>
                  <a:t>Time (ms)</a:t>
                </a:r>
              </a:p>
            </c:rich>
          </c:tx>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majorUnit val="40"/>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er>
          <c:idx val="0"/>
          <c:order val="0"/>
          <c:tx>
            <c:v>One-sided amplitude spectrum</c:v>
          </c:tx>
          <c:spPr>
            <a:ln xmlns:a="http://schemas.openxmlformats.org/drawingml/2006/main" w="28575">
              <a:solidFill>
                <a:srgbClr val="286BB0"/>
              </a:solidFill>
            </a:ln>
          </c:spPr>
          <c:marker>
            <c:symbol val="circle"/>
            <c:size val="7"/>
            <c:spPr>
              <a:solidFill xmlns:a="http://schemas.openxmlformats.org/drawingml/2006/main">
                <a:srgbClr val="286BB0"/>
              </a:solidFill>
            </c:spPr>
          </c:marker>
          <c:xVal>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'Chart Data'!$B$2:$B$62</c:f>
              <c:numCache>
                <c:formatCode>0.00</c:formatCode>
                <c:ptCount val="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1.2</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0.45</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Amplitude (V)</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majorUnit val="0.35"/>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Frequency (Hz)</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er>
          <c:idx val="0"/>
          <c:order val="0"/>
          <c:tx>
            <c:v>No taper</c:v>
          </c:tx>
          <c:spPr>
            <a:ln xmlns:a="http://schemas.openxmlformats.org/drawingml/2006/main" w="19050">
              <a:solidFill>
                <a:srgbClr val="999999"/>
              </a:solidFill>
            </a:ln>
          </c:spPr>
          <c:marker>
            <c:symbol val="circle"/>
            <c:size val="7"/>
            <c:spPr>
              <a:solidFill xmlns:a="http://schemas.openxmlformats.org/drawingml/2006/main">
                <a:srgbClr val="999999"/>
              </a:solidFill>
            </c:spPr>
          </c:marker>
          <c:xVal>
            <c:numRef>
              <c:f>'Chart Data'!$A$2:$A$37</c:f>
              <c:numCache>
                <c:formatCode>General</c:formatCode>
                <c:ptCount val="3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numCache>
            </c:numRef>
          </c:xVal>
          <c:yVal>
            <c:numRef>
              <c:f>'Chart Data'!$B$2:$B$37</c:f>
              <c:numCache>
                <c:formatCode>0.00</c:formatCode>
                <c:ptCount val="36"/>
                <c:pt idx="0">
                  <c:v>0.01600692</c:v>
                </c:pt>
                <c:pt idx="1">
                  <c:v>0.03211437</c:v>
                </c:pt>
                <c:pt idx="2">
                  <c:v>0.03241956</c:v>
                </c:pt>
                <c:pt idx="3">
                  <c:v>0.03294045</c:v>
                </c:pt>
                <c:pt idx="4">
                  <c:v>0.03369659</c:v>
                </c:pt>
                <c:pt idx="5">
                  <c:v>0.03471794</c:v>
                </c:pt>
                <c:pt idx="6">
                  <c:v>0.03604799</c:v>
                </c:pt>
                <c:pt idx="7">
                  <c:v>0.03774883</c:v>
                </c:pt>
                <c:pt idx="8">
                  <c:v>0.03990927</c:v>
                </c:pt>
                <c:pt idx="9">
                  <c:v>0.0426583</c:v>
                </c:pt>
                <c:pt idx="10">
                  <c:v>0.04618819</c:v>
                </c:pt>
                <c:pt idx="11">
                  <c:v>0.05079614</c:v>
                </c:pt>
                <c:pt idx="12">
                  <c:v>0.0569646</c:v>
                </c:pt>
                <c:pt idx="13">
                  <c:v>0.0655292</c:v>
                </c:pt>
                <c:pt idx="14">
                  <c:v>0.07807074</c:v>
                </c:pt>
                <c:pt idx="15">
                  <c:v>0.09797931</c:v>
                </c:pt>
                <c:pt idx="16">
                  <c:v>0.13407224</c:v>
                </c:pt>
                <c:pt idx="17">
                  <c:v>0.21868435</c:v>
                </c:pt>
                <c:pt idx="18">
                  <c:v>0.64284051</c:v>
                </c:pt>
                <c:pt idx="19">
                  <c:v>0.63064369</c:v>
                </c:pt>
                <c:pt idx="20">
                  <c:v>0.20646384</c:v>
                </c:pt>
                <c:pt idx="21">
                  <c:v>0.12180415</c:v>
                </c:pt>
                <c:pt idx="22">
                  <c:v>0.08563928</c:v>
                </c:pt>
                <c:pt idx="23">
                  <c:v>0.06563375</c:v>
                </c:pt>
                <c:pt idx="24">
                  <c:v>0.0529693</c:v>
                </c:pt>
                <c:pt idx="25">
                  <c:v>0.04425464</c:v>
                </c:pt>
                <c:pt idx="26">
                  <c:v>0.03790746</c:v>
                </c:pt>
                <c:pt idx="27">
                  <c:v>0.03309031</c:v>
                </c:pt>
                <c:pt idx="28">
                  <c:v>0.0293185</c:v>
                </c:pt>
                <c:pt idx="29">
                  <c:v>0.02629217</c:v>
                </c:pt>
                <c:pt idx="30">
                  <c:v>0.02381587</c:v>
                </c:pt>
                <c:pt idx="31">
                  <c:v>0.0217568</c:v>
                </c:pt>
                <c:pt idx="32">
                  <c:v>0.02002159</c:v>
                </c:pt>
                <c:pt idx="33">
                  <c:v>0.01854272</c:v>
                </c:pt>
                <c:pt idx="34">
                  <c:v>0.01727015</c:v>
                </c:pt>
                <c:pt idx="35">
                  <c:v>0.01616604</c:v>
                </c:pt>
              </c:numCache>
            </c:numRef>
          </c:yVal>
        </c:ser>
        <c:ser>
          <c:idx val="1"/>
          <c:order val="1"/>
          <c:tx>
            <c:v>Hann window</c:v>
          </c:tx>
          <c:spPr>
            <a:ln xmlns:a="http://schemas.openxmlformats.org/drawingml/2006/main" w="28575">
              <a:solidFill>
                <a:srgbClr val="286BB0"/>
              </a:solidFill>
            </a:ln>
          </c:spPr>
          <c:marker>
            <c:symbol val="circle"/>
            <c:size val="7"/>
            <c:spPr>
              <a:solidFill xmlns:a="http://schemas.openxmlformats.org/drawingml/2006/main">
                <a:srgbClr val="286BB0"/>
              </a:solidFill>
            </c:spPr>
          </c:marker>
          <c:xVal>
            <c:numRef>
              <c:f>'Chart Data'!$C$2:$C$37</c:f>
              <c:numCache>
                <c:formatCode>General</c:formatCode>
                <c:ptCount val="3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numCache>
            </c:numRef>
          </c:xVal>
          <c:yVal>
            <c:numRef>
              <c:f>'Chart Data'!$D$2:$D$37</c:f>
              <c:numCache>
                <c:formatCode>0.00</c:formatCode>
                <c:ptCount val="36"/>
                <c:pt idx="0">
                  <c:v>4.157E-05</c:v>
                </c:pt>
                <c:pt idx="1">
                  <c:v>8.505E-05</c:v>
                </c:pt>
                <c:pt idx="2">
                  <c:v>9.096E-05</c:v>
                </c:pt>
                <c:pt idx="3">
                  <c:v>0.00010133</c:v>
                </c:pt>
                <c:pt idx="4">
                  <c:v>0.00011706</c:v>
                </c:pt>
                <c:pt idx="5">
                  <c:v>0.00013969</c:v>
                </c:pt>
                <c:pt idx="6">
                  <c:v>0.00017175</c:v>
                </c:pt>
                <c:pt idx="7">
                  <c:v>0.00021736</c:v>
                </c:pt>
                <c:pt idx="8">
                  <c:v>0.00028334</c:v>
                </c:pt>
                <c:pt idx="9">
                  <c:v>0.00038148</c:v>
                </c:pt>
                <c:pt idx="10">
                  <c:v>0.00053306</c:v>
                </c:pt>
                <c:pt idx="11">
                  <c:v>0.0007791</c:v>
                </c:pt>
                <c:pt idx="12">
                  <c:v>0.00120548</c:v>
                </c:pt>
                <c:pt idx="13">
                  <c:v>0.00201281</c:v>
                </c:pt>
                <c:pt idx="14">
                  <c:v>0.00374613</c:v>
                </c:pt>
                <c:pt idx="15">
                  <c:v>0.00826108</c:v>
                </c:pt>
                <c:pt idx="16">
                  <c:v>0.0248608</c:v>
                </c:pt>
                <c:pt idx="17">
                  <c:v>0.17591706</c:v>
                </c:pt>
                <c:pt idx="18">
                  <c:v>0.85102805</c:v>
                </c:pt>
                <c:pt idx="19">
                  <c:v>0.85103264</c:v>
                </c:pt>
                <c:pt idx="20">
                  <c:v>0.17591241</c:v>
                </c:pt>
                <c:pt idx="21">
                  <c:v>0.02485601</c:v>
                </c:pt>
                <c:pt idx="22">
                  <c:v>0.00825609</c:v>
                </c:pt>
                <c:pt idx="23">
                  <c:v>0.00374085</c:v>
                </c:pt>
                <c:pt idx="24">
                  <c:v>0.00200717</c:v>
                </c:pt>
                <c:pt idx="25">
                  <c:v>0.00119938</c:v>
                </c:pt>
                <c:pt idx="26">
                  <c:v>0.00077243</c:v>
                </c:pt>
                <c:pt idx="27">
                  <c:v>0.0005257</c:v>
                </c:pt>
                <c:pt idx="28">
                  <c:v>0.00037327</c:v>
                </c:pt>
                <c:pt idx="29">
                  <c:v>0.00027408</c:v>
                </c:pt>
                <c:pt idx="30">
                  <c:v>0.00020679</c:v>
                </c:pt>
                <c:pt idx="31">
                  <c:v>0.00015957</c:v>
                </c:pt>
                <c:pt idx="32">
                  <c:v>0.00012548</c:v>
                </c:pt>
                <c:pt idx="33">
                  <c:v>0.00010026</c:v>
                </c:pt>
                <c:pt idx="34">
                  <c:v>8.122E-05</c:v>
                </c:pt>
                <c:pt idx="35">
                  <c:v>6.659E-05</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05"/>
          <c:min val="0"/>
        </c:scaling>
        <c:delete val="0"/>
        <c:axPos val="l"/>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Amplitude (V)</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majorUnit val="0.2"/>
      </c:valAx>
      <c:valAx>
        <c:axId val="48650112"/>
        <c:scaling>
          <c:orientation val="minMax"/>
          <c:max val="35"/>
          <c:min val="0"/>
        </c:scaling>
        <c:delete val="0"/>
        <c:axPos val="b"/>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Frequency (Hz)</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majorUnit val="5"/>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75">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47519A9F-D474-4652-A405-1102CA023929}"/>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5A700662-03CD-4434-B9A9-F6B98ACD7231}"/>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1: record sound and explain the data</a:t>
            </a:r>
          </a:p>
        </p:txBody>
      </p:sp>
      <p:sp>
        <p:nvSpPr>
          <p:cNvPr id="3" name="page">
            <a:extLst xmlns:a="http://schemas.openxmlformats.org/drawingml/2006/main">
              <a:ext uri="{FF2B5EF4-FFF2-40B4-BE49-F238E27FC236}">
                <a16:creationId xmlns:a16="http://schemas.microsoft.com/office/drawing/2014/main" id="{DA208D82-4C5E-47D2-BEF8-B0A8BE0AA89D}"/>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a:t>
            </a:r>
          </a:p>
        </p:txBody>
      </p:sp>
      <p:sp>
        <p:nvSpPr>
          <p:cNvPr id="4" name="text">
            <a:extLst xmlns:a="http://schemas.openxmlformats.org/drawingml/2006/main">
              <a:ext uri="{FF2B5EF4-FFF2-40B4-BE49-F238E27FC236}">
                <a16:creationId xmlns:a16="http://schemas.microsoft.com/office/drawing/2014/main" id="{7B186511-DB3D-4F76-ADA5-81034CDB3E6B}"/>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3B39B370-672C-46AC-AEFB-0F1BC2CDCBE5}"/>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What the microphone and recorder measure</a:t>
            </a:r>
          </a:p>
        </p:txBody>
      </p:sp>
      <p:sp>
        <p:nvSpPr>
          <p:cNvPr id="6" name="text">
            <a:extLst xmlns:a="http://schemas.openxmlformats.org/drawingml/2006/main">
              <a:ext uri="{FF2B5EF4-FFF2-40B4-BE49-F238E27FC236}">
                <a16:creationId xmlns:a16="http://schemas.microsoft.com/office/drawing/2014/main" id="{413AC853-652E-468C-8EA5-707D56478A86}"/>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C47658F7-75D6-4E4B-A126-CF10307D6CA0}"/>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Choose sampling rate and duration; recognize aliasing</a:t>
            </a:r>
          </a:p>
        </p:txBody>
      </p:sp>
      <p:sp>
        <p:nvSpPr>
          <p:cNvPr id="8" name="text">
            <a:extLst xmlns:a="http://schemas.openxmlformats.org/drawingml/2006/main">
              <a:ext uri="{FF2B5EF4-FFF2-40B4-BE49-F238E27FC236}">
                <a16:creationId xmlns:a16="http://schemas.microsoft.com/office/drawing/2014/main" id="{1523BF3D-C928-4EC3-8318-4FD51E0D1BCA}"/>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96AFADC8-0EBA-492A-8192-8417F408495C}"/>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Record three sounds, export MAT files, inspect and replay</a:t>
            </a:r>
          </a:p>
        </p:txBody>
      </p:sp>
      <p:sp>
        <p:nvSpPr>
          <p:cNvPr id="10" name="text">
            <a:extLst xmlns:a="http://schemas.openxmlformats.org/drawingml/2006/main">
              <a:ext uri="{FF2B5EF4-FFF2-40B4-BE49-F238E27FC236}">
                <a16:creationId xmlns:a16="http://schemas.microsoft.com/office/drawing/2014/main" id="{D3D518A0-8793-4EF6-B423-21ECAC995AF0}"/>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6B6B6899-658E-4B1D-923D-F00174436C07}"/>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Practice the same measurement decisions in the prepared pre-lab</a:t>
            </a:r>
          </a:p>
        </p:txBody>
      </p:sp>
      <p:sp>
        <p:nvSpPr>
          <p:cNvPr id="12" name="text">
            <a:extLst xmlns:a="http://schemas.openxmlformats.org/drawingml/2006/main">
              <a:ext uri="{FF2B5EF4-FFF2-40B4-BE49-F238E27FC236}">
                <a16:creationId xmlns:a16="http://schemas.microsoft.com/office/drawing/2014/main" id="{3956D402-0EB1-43A2-8FE1-2647018F397D}"/>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0–0.5 min</a:t>
            </a:r>
          </a:p>
        </p:txBody>
      </p:sp>
    </p:spTree>
    <p:extLst>
      <p:ext uri="{BB962C8B-B14F-4D97-AF65-F5344CB8AC3E}">
        <p14:creationId xmlns:p14="http://schemas.microsoft.com/office/powerpoint/2010/main" val="9207216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50697E00-E4EB-4C16-816C-6E31080EF5E2}"/>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DB8F6700-240D-4369-8AF0-A1F829E23709}"/>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Control the variables you can</a:t>
            </a:r>
          </a:p>
        </p:txBody>
      </p:sp>
      <p:sp>
        <p:nvSpPr>
          <p:cNvPr id="3" name="page">
            <a:extLst xmlns:a="http://schemas.openxmlformats.org/drawingml/2006/main">
              <a:ext uri="{FF2B5EF4-FFF2-40B4-BE49-F238E27FC236}">
                <a16:creationId xmlns:a16="http://schemas.microsoft.com/office/drawing/2014/main" id="{067AE357-99B9-4349-852F-CD3398EE063F}"/>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a:t>
            </a:r>
          </a:p>
        </p:txBody>
      </p:sp>
      <p:sp>
        <p:nvSpPr>
          <p:cNvPr id="4" name="text">
            <a:extLst xmlns:a="http://schemas.openxmlformats.org/drawingml/2006/main">
              <a:ext uri="{FF2B5EF4-FFF2-40B4-BE49-F238E27FC236}">
                <a16:creationId xmlns:a16="http://schemas.microsoft.com/office/drawing/2014/main" id="{79DF0438-ABA8-498E-912B-F2235FBCEB8B}"/>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C44840B9-CCE9-4954-B4E9-551A05A61E4F}"/>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Independent variable: the setting deliberately changed, such as sample rate.</a:t>
            </a:r>
          </a:p>
        </p:txBody>
      </p:sp>
      <p:sp>
        <p:nvSpPr>
          <p:cNvPr id="6" name="text">
            <a:extLst xmlns:a="http://schemas.openxmlformats.org/drawingml/2006/main">
              <a:ext uri="{FF2B5EF4-FFF2-40B4-BE49-F238E27FC236}">
                <a16:creationId xmlns:a16="http://schemas.microsoft.com/office/drawing/2014/main" id="{73DAB145-38D2-44CF-9148-49425A27A63C}"/>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642447FE-CF94-44D8-87B7-A5137B73D278}"/>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Dependent result: the measured waveform, RMS, or FFT peak.</a:t>
            </a:r>
          </a:p>
        </p:txBody>
      </p:sp>
      <p:sp>
        <p:nvSpPr>
          <p:cNvPr id="8" name="text">
            <a:extLst xmlns:a="http://schemas.openxmlformats.org/drawingml/2006/main">
              <a:ext uri="{FF2B5EF4-FFF2-40B4-BE49-F238E27FC236}">
                <a16:creationId xmlns:a16="http://schemas.microsoft.com/office/drawing/2014/main" id="{51FC6777-6807-4DE2-A8DD-E06623AB11FD}"/>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BE6577B4-01A9-4939-82EB-7D152FFC0FCE}"/>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Extraneous influences: room noise, distance, orientation, and strike strength.</a:t>
            </a:r>
          </a:p>
        </p:txBody>
      </p:sp>
      <p:sp>
        <p:nvSpPr>
          <p:cNvPr id="10" name="text">
            <a:extLst xmlns:a="http://schemas.openxmlformats.org/drawingml/2006/main">
              <a:ext uri="{FF2B5EF4-FFF2-40B4-BE49-F238E27FC236}">
                <a16:creationId xmlns:a16="http://schemas.microsoft.com/office/drawing/2014/main" id="{2E831CC4-93CF-48DD-BD5E-F54201BEE40E}"/>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EE946E22-BE88-45D9-BDB5-99ABA130CB1F}"/>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Change one setting at a time; record what you could not hold constant.</a:t>
            </a:r>
          </a:p>
        </p:txBody>
      </p:sp>
      <p:sp>
        <p:nvSpPr>
          <p:cNvPr id="12" name="text">
            <a:extLst xmlns:a="http://schemas.openxmlformats.org/drawingml/2006/main">
              <a:ext uri="{FF2B5EF4-FFF2-40B4-BE49-F238E27FC236}">
                <a16:creationId xmlns:a16="http://schemas.microsoft.com/office/drawing/2014/main" id="{2AB0971F-7344-47D3-B1C1-D6BF6D0CA991}"/>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0.5–1.5 min</a:t>
            </a:r>
          </a:p>
        </p:txBody>
      </p:sp>
    </p:spTree>
    <p:extLst>
      <p:ext uri="{BB962C8B-B14F-4D97-AF65-F5344CB8AC3E}">
        <p14:creationId xmlns:p14="http://schemas.microsoft.com/office/powerpoint/2010/main" val="14072656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E80AB24B-9BBF-43DD-B37E-83274D19B3DF}"/>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31B8FF13-4C73-408E-AD3E-19326943914B}"/>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What will the three sounds look like?</a:t>
            </a:r>
          </a:p>
        </p:txBody>
      </p:sp>
      <p:sp>
        <p:nvSpPr>
          <p:cNvPr id="3" name="page">
            <a:extLst xmlns:a="http://schemas.openxmlformats.org/drawingml/2006/main">
              <a:ext uri="{FF2B5EF4-FFF2-40B4-BE49-F238E27FC236}">
                <a16:creationId xmlns:a16="http://schemas.microsoft.com/office/drawing/2014/main" id="{D0AB5B3F-85D6-4A46-9603-F07962F69099}"/>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3</a:t>
            </a:r>
          </a:p>
        </p:txBody>
      </p:sp>
      <p:sp>
        <p:nvSpPr>
          <p:cNvPr id="4" name="text">
            <a:extLst xmlns:a="http://schemas.openxmlformats.org/drawingml/2006/main">
              <a:ext uri="{FF2B5EF4-FFF2-40B4-BE49-F238E27FC236}">
                <a16:creationId xmlns:a16="http://schemas.microsoft.com/office/drawing/2014/main" id="{54AFE33A-416B-4CA6-A9AF-99F161C6B78B}"/>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6ECBD775-019D-49C5-AE0B-5756D57E1866}"/>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Tuning fork: a nearly sinusoidal voltage with a decaying amplitude.</a:t>
            </a:r>
          </a:p>
        </p:txBody>
      </p:sp>
      <p:sp>
        <p:nvSpPr>
          <p:cNvPr id="6" name="text">
            <a:extLst xmlns:a="http://schemas.openxmlformats.org/drawingml/2006/main">
              <a:ext uri="{FF2B5EF4-FFF2-40B4-BE49-F238E27FC236}">
                <a16:creationId xmlns:a16="http://schemas.microsoft.com/office/drawing/2014/main" id="{8A25FA1B-F636-4461-B7FD-515C8651415B}"/>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2A5366B6-8517-461D-8E73-F024AF7388C4}"/>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Whistle: a sustained tone that may drift and include harmonics.</a:t>
            </a:r>
          </a:p>
        </p:txBody>
      </p:sp>
      <p:sp>
        <p:nvSpPr>
          <p:cNvPr id="8" name="text">
            <a:extLst xmlns:a="http://schemas.openxmlformats.org/drawingml/2006/main">
              <a:ext uri="{FF2B5EF4-FFF2-40B4-BE49-F238E27FC236}">
                <a16:creationId xmlns:a16="http://schemas.microsoft.com/office/drawing/2014/main" id="{0E0EFE65-FC04-42A1-9932-8CC761EBC9FC}"/>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96ACBE44-9924-4734-ADE4-12ECED68150F}"/>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Finger snap: a short transient containing a range of frequencies.</a:t>
            </a:r>
          </a:p>
        </p:txBody>
      </p:sp>
      <p:sp>
        <p:nvSpPr>
          <p:cNvPr id="10" name="text">
            <a:extLst xmlns:a="http://schemas.openxmlformats.org/drawingml/2006/main">
              <a:ext uri="{FF2B5EF4-FFF2-40B4-BE49-F238E27FC236}">
                <a16:creationId xmlns:a16="http://schemas.microsoft.com/office/drawing/2014/main" id="{3A979CE1-4033-42E5-AB7B-7003EFBC5513}"/>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AFDA2ED2-E731-40FC-97A0-5735521A0813}"/>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Background sound and electrical noise also enter the recorded signal.</a:t>
            </a:r>
          </a:p>
        </p:txBody>
      </p:sp>
      <p:sp>
        <p:nvSpPr>
          <p:cNvPr id="12" name="text">
            <a:extLst xmlns:a="http://schemas.openxmlformats.org/drawingml/2006/main">
              <a:ext uri="{FF2B5EF4-FFF2-40B4-BE49-F238E27FC236}">
                <a16:creationId xmlns:a16="http://schemas.microsoft.com/office/drawing/2014/main" id="{A7BFC1AB-7C4A-4E8C-BD69-0E2197835B03}"/>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1.5–3 min</a:t>
            </a:r>
          </a:p>
        </p:txBody>
      </p:sp>
    </p:spTree>
    <p:extLst>
      <p:ext uri="{BB962C8B-B14F-4D97-AF65-F5344CB8AC3E}">
        <p14:creationId xmlns:p14="http://schemas.microsoft.com/office/powerpoint/2010/main" val="9784792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course">
            <a:extLst xmlns:a="http://schemas.openxmlformats.org/drawingml/2006/main">
              <a:ext uri="{FF2B5EF4-FFF2-40B4-BE49-F238E27FC236}">
                <a16:creationId xmlns:a16="http://schemas.microsoft.com/office/drawing/2014/main" id="{A9DD6AA0-FDC7-4DA4-8C8D-C4C66157653A}"/>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0A7D4E7B-B9A7-47AC-9FD8-0ED2E53C290A}"/>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From air pressure to stored numbers</a:t>
            </a:r>
          </a:p>
        </p:txBody>
      </p:sp>
      <p:sp>
        <p:nvSpPr>
          <p:cNvPr id="3" name="page">
            <a:extLst xmlns:a="http://schemas.openxmlformats.org/drawingml/2006/main">
              <a:ext uri="{FF2B5EF4-FFF2-40B4-BE49-F238E27FC236}">
                <a16:creationId xmlns:a16="http://schemas.microsoft.com/office/drawing/2014/main" id="{BF57838B-3C09-4DCF-9C2B-83FE945924C1}"/>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4</a:t>
            </a:r>
          </a:p>
        </p:txBody>
      </p:sp>
      <p:sp>
        <p:nvSpPr>
          <p:cNvPr id="4" name="text">
            <a:extLst xmlns:a="http://schemas.openxmlformats.org/drawingml/2006/main">
              <a:ext uri="{FF2B5EF4-FFF2-40B4-BE49-F238E27FC236}">
                <a16:creationId xmlns:a16="http://schemas.microsoft.com/office/drawing/2014/main" id="{42A3CA3F-7214-4C67-9900-31117B706BA7}"/>
              </a:ext>
            </a:extLst>
          </p:cNvPr>
          <p:cNvSpPr>
            <a:spLocks xmlns:a="http://schemas.openxmlformats.org/drawingml/2006/main" noGrp="1"/>
          </p:cNvSpPr>
          <p:nvPr/>
        </p:nvSpPr>
        <p:spPr>
          <a:xfrm xmlns:a="http://schemas.openxmlformats.org/drawingml/2006/main">
            <a:off x="523875" y="1809750"/>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SOUND</a:t>
            </a:r>
          </a:p>
        </p:txBody>
      </p:sp>
      <p:sp>
        <p:nvSpPr>
          <p:cNvPr id="5" name="text">
            <a:extLst xmlns:a="http://schemas.openxmlformats.org/drawingml/2006/main">
              <a:ext uri="{FF2B5EF4-FFF2-40B4-BE49-F238E27FC236}">
                <a16:creationId xmlns:a16="http://schemas.microsoft.com/office/drawing/2014/main" id="{B91F6385-9701-4EFA-9F30-197314AB574B}"/>
              </a:ext>
            </a:extLst>
          </p:cNvPr>
          <p:cNvSpPr>
            <a:spLocks xmlns:a="http://schemas.openxmlformats.org/drawingml/2006/main" noGrp="1"/>
          </p:cNvSpPr>
          <p:nvPr/>
        </p:nvSpPr>
        <p:spPr>
          <a:xfrm xmlns:a="http://schemas.openxmlformats.org/drawingml/2006/main">
            <a:off x="523875" y="236220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616"/>
                </a:solidFill>
                <a:latin typeface="Calibri"/>
                <a:ea typeface="Calibri"/>
                <a:cs typeface="Calibri"/>
              </a:defRPr>
            </a:pPr>
            <a:r>
              <a:rPr sz="1800" b="0">
                <a:solidFill>
                  <a:srgbClr val="161616"/>
                </a:solidFill>
                <a:latin typeface="Calibri"/>
                <a:ea typeface="Calibri"/>
                <a:cs typeface="Calibri"/>
              </a:rPr>
              <a:t>Pressure p(t), Pa</a:t>
            </a:r>
          </a:p>
        </p:txBody>
      </p:sp>
      <p:sp>
        <p:nvSpPr>
          <p:cNvPr id="6" name="text">
            <a:extLst xmlns:a="http://schemas.openxmlformats.org/drawingml/2006/main">
              <a:ext uri="{FF2B5EF4-FFF2-40B4-BE49-F238E27FC236}">
                <a16:creationId xmlns:a16="http://schemas.microsoft.com/office/drawing/2014/main" id="{79462584-CFAA-4D51-8479-35B5C3A446E3}"/>
              </a:ext>
            </a:extLst>
          </p:cNvPr>
          <p:cNvSpPr>
            <a:spLocks xmlns:a="http://schemas.openxmlformats.org/drawingml/2006/main" noGrp="1"/>
          </p:cNvSpPr>
          <p:nvPr/>
        </p:nvSpPr>
        <p:spPr>
          <a:xfrm xmlns:a="http://schemas.openxmlformats.org/drawingml/2006/main">
            <a:off x="2971800" y="2209800"/>
            <a:ext cx="41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86BB0"/>
                </a:solidFill>
                <a:latin typeface="Calibri"/>
                <a:ea typeface="Calibri"/>
                <a:cs typeface="Calibri"/>
              </a:defRPr>
            </a:pPr>
            <a:r>
              <a:rPr sz="2475" b="1">
                <a:solidFill>
                  <a:srgbClr val="286BB0"/>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BBBBF0FD-C9B4-4C3F-8B95-A7CB5DD2FE39}"/>
              </a:ext>
            </a:extLst>
          </p:cNvPr>
          <p:cNvSpPr>
            <a:spLocks xmlns:a="http://schemas.openxmlformats.org/drawingml/2006/main" noGrp="1"/>
          </p:cNvSpPr>
          <p:nvPr/>
        </p:nvSpPr>
        <p:spPr>
          <a:xfrm xmlns:a="http://schemas.openxmlformats.org/drawingml/2006/main">
            <a:off x="3381375" y="1809750"/>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MICROPHONE</a:t>
            </a:r>
          </a:p>
        </p:txBody>
      </p:sp>
      <p:sp>
        <p:nvSpPr>
          <p:cNvPr id="8" name="text">
            <a:extLst xmlns:a="http://schemas.openxmlformats.org/drawingml/2006/main">
              <a:ext uri="{FF2B5EF4-FFF2-40B4-BE49-F238E27FC236}">
                <a16:creationId xmlns:a16="http://schemas.microsoft.com/office/drawing/2014/main" id="{E1DD8D88-933E-4B3F-8E14-C97FDCB7659F}"/>
              </a:ext>
            </a:extLst>
          </p:cNvPr>
          <p:cNvSpPr>
            <a:spLocks xmlns:a="http://schemas.openxmlformats.org/drawingml/2006/main" noGrp="1"/>
          </p:cNvSpPr>
          <p:nvPr/>
        </p:nvSpPr>
        <p:spPr>
          <a:xfrm xmlns:a="http://schemas.openxmlformats.org/drawingml/2006/main">
            <a:off x="3381375" y="236220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616"/>
                </a:solidFill>
                <a:latin typeface="Calibri"/>
                <a:ea typeface="Calibri"/>
                <a:cs typeface="Calibri"/>
              </a:defRPr>
            </a:pPr>
            <a:r>
              <a:rPr sz="1800" b="0">
                <a:solidFill>
                  <a:srgbClr val="161616"/>
                </a:solidFill>
                <a:latin typeface="Calibri"/>
                <a:ea typeface="Calibri"/>
                <a:cs typeface="Calibri"/>
              </a:rPr>
              <a:t>Analog voltage x(t), V</a:t>
            </a:r>
          </a:p>
        </p:txBody>
      </p:sp>
      <p:sp>
        <p:nvSpPr>
          <p:cNvPr id="9" name="text">
            <a:extLst xmlns:a="http://schemas.openxmlformats.org/drawingml/2006/main">
              <a:ext uri="{FF2B5EF4-FFF2-40B4-BE49-F238E27FC236}">
                <a16:creationId xmlns:a16="http://schemas.microsoft.com/office/drawing/2014/main" id="{44F6FD4B-DFC9-466A-A0BF-E291DAEC43AB}"/>
              </a:ext>
            </a:extLst>
          </p:cNvPr>
          <p:cNvSpPr>
            <a:spLocks xmlns:a="http://schemas.openxmlformats.org/drawingml/2006/main" noGrp="1"/>
          </p:cNvSpPr>
          <p:nvPr/>
        </p:nvSpPr>
        <p:spPr>
          <a:xfrm xmlns:a="http://schemas.openxmlformats.org/drawingml/2006/main">
            <a:off x="5829300" y="2209800"/>
            <a:ext cx="41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86BB0"/>
                </a:solidFill>
                <a:latin typeface="Calibri"/>
                <a:ea typeface="Calibri"/>
                <a:cs typeface="Calibri"/>
              </a:defRPr>
            </a:pPr>
            <a:r>
              <a:rPr sz="2475" b="1">
                <a:solidFill>
                  <a:srgbClr val="286BB0"/>
                </a:solidFill>
                <a:latin typeface="Calibri"/>
                <a:ea typeface="Calibri"/>
                <a:cs typeface="Calibri"/>
              </a:rPr>
              <a:t>→</a:t>
            </a:r>
          </a:p>
        </p:txBody>
      </p:sp>
      <p:sp>
        <p:nvSpPr>
          <p:cNvPr id="10" name="text">
            <a:extLst xmlns:a="http://schemas.openxmlformats.org/drawingml/2006/main">
              <a:ext uri="{FF2B5EF4-FFF2-40B4-BE49-F238E27FC236}">
                <a16:creationId xmlns:a16="http://schemas.microsoft.com/office/drawing/2014/main" id="{04056DD2-495E-4961-9CC2-DAA2646EBE16}"/>
              </a:ext>
            </a:extLst>
          </p:cNvPr>
          <p:cNvSpPr>
            <a:spLocks xmlns:a="http://schemas.openxmlformats.org/drawingml/2006/main" noGrp="1"/>
          </p:cNvSpPr>
          <p:nvPr/>
        </p:nvSpPr>
        <p:spPr>
          <a:xfrm xmlns:a="http://schemas.openxmlformats.org/drawingml/2006/main">
            <a:off x="6238875" y="1809750"/>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ADC</a:t>
            </a:r>
          </a:p>
        </p:txBody>
      </p:sp>
      <p:sp>
        <p:nvSpPr>
          <p:cNvPr id="11" name="text">
            <a:extLst xmlns:a="http://schemas.openxmlformats.org/drawingml/2006/main">
              <a:ext uri="{FF2B5EF4-FFF2-40B4-BE49-F238E27FC236}">
                <a16:creationId xmlns:a16="http://schemas.microsoft.com/office/drawing/2014/main" id="{AB3A732F-DE57-462A-80EC-311B07D116D6}"/>
              </a:ext>
            </a:extLst>
          </p:cNvPr>
          <p:cNvSpPr>
            <a:spLocks xmlns:a="http://schemas.openxmlformats.org/drawingml/2006/main" noGrp="1"/>
          </p:cNvSpPr>
          <p:nvPr/>
        </p:nvSpPr>
        <p:spPr>
          <a:xfrm xmlns:a="http://schemas.openxmlformats.org/drawingml/2006/main">
            <a:off x="6238875" y="236220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616"/>
                </a:solidFill>
                <a:latin typeface="Calibri"/>
                <a:ea typeface="Calibri"/>
                <a:cs typeface="Calibri"/>
              </a:defRPr>
            </a:pPr>
            <a:r>
              <a:rPr sz="1800" b="0">
                <a:solidFill>
                  <a:srgbClr val="161616"/>
                </a:solidFill>
                <a:latin typeface="Calibri"/>
                <a:ea typeface="Calibri"/>
                <a:cs typeface="Calibri"/>
              </a:rPr>
              <a:t>Sample + quantize</a:t>
            </a:r>
          </a:p>
        </p:txBody>
      </p:sp>
      <p:sp>
        <p:nvSpPr>
          <p:cNvPr id="12" name="text">
            <a:extLst xmlns:a="http://schemas.openxmlformats.org/drawingml/2006/main">
              <a:ext uri="{FF2B5EF4-FFF2-40B4-BE49-F238E27FC236}">
                <a16:creationId xmlns:a16="http://schemas.microsoft.com/office/drawing/2014/main" id="{97299F2B-68CD-4EC3-A74C-DE36AA8A816A}"/>
              </a:ext>
            </a:extLst>
          </p:cNvPr>
          <p:cNvSpPr>
            <a:spLocks xmlns:a="http://schemas.openxmlformats.org/drawingml/2006/main" noGrp="1"/>
          </p:cNvSpPr>
          <p:nvPr/>
        </p:nvSpPr>
        <p:spPr>
          <a:xfrm xmlns:a="http://schemas.openxmlformats.org/drawingml/2006/main">
            <a:off x="8686800" y="2209800"/>
            <a:ext cx="41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86BB0"/>
                </a:solidFill>
                <a:latin typeface="Calibri"/>
                <a:ea typeface="Calibri"/>
                <a:cs typeface="Calibri"/>
              </a:defRPr>
            </a:pPr>
            <a:r>
              <a:rPr sz="2475" b="1">
                <a:solidFill>
                  <a:srgbClr val="286BB0"/>
                </a:solidFill>
                <a:latin typeface="Calibri"/>
                <a:ea typeface="Calibri"/>
                <a:cs typeface="Calibri"/>
              </a:rPr>
              <a:t>→</a:t>
            </a:r>
          </a:p>
        </p:txBody>
      </p:sp>
      <p:sp>
        <p:nvSpPr>
          <p:cNvPr id="13" name="text">
            <a:extLst xmlns:a="http://schemas.openxmlformats.org/drawingml/2006/main">
              <a:ext uri="{FF2B5EF4-FFF2-40B4-BE49-F238E27FC236}">
                <a16:creationId xmlns:a16="http://schemas.microsoft.com/office/drawing/2014/main" id="{A3B9BAC5-2AE2-4F50-8641-79C08C13E738}"/>
              </a:ext>
            </a:extLst>
          </p:cNvPr>
          <p:cNvSpPr>
            <a:spLocks xmlns:a="http://schemas.openxmlformats.org/drawingml/2006/main" noGrp="1"/>
          </p:cNvSpPr>
          <p:nvPr/>
        </p:nvSpPr>
        <p:spPr>
          <a:xfrm xmlns:a="http://schemas.openxmlformats.org/drawingml/2006/main">
            <a:off x="9096375" y="1809750"/>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FILE</a:t>
            </a:r>
          </a:p>
        </p:txBody>
      </p:sp>
      <p:sp>
        <p:nvSpPr>
          <p:cNvPr id="14" name="text">
            <a:extLst xmlns:a="http://schemas.openxmlformats.org/drawingml/2006/main">
              <a:ext uri="{FF2B5EF4-FFF2-40B4-BE49-F238E27FC236}">
                <a16:creationId xmlns:a16="http://schemas.microsoft.com/office/drawing/2014/main" id="{3FC4689A-D896-4580-A744-42B986A63FF3}"/>
              </a:ext>
            </a:extLst>
          </p:cNvPr>
          <p:cNvSpPr>
            <a:spLocks xmlns:a="http://schemas.openxmlformats.org/drawingml/2006/main" noGrp="1"/>
          </p:cNvSpPr>
          <p:nvPr/>
        </p:nvSpPr>
        <p:spPr>
          <a:xfrm xmlns:a="http://schemas.openxmlformats.org/drawingml/2006/main">
            <a:off x="9096375" y="236220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616"/>
                </a:solidFill>
                <a:latin typeface="Calibri"/>
                <a:ea typeface="Calibri"/>
                <a:cs typeface="Calibri"/>
              </a:defRPr>
            </a:pPr>
            <a:r>
              <a:rPr sz="1800" b="0">
                <a:solidFill>
                  <a:srgbClr val="161616"/>
                </a:solidFill>
                <a:latin typeface="Calibri"/>
                <a:ea typeface="Calibri"/>
                <a:cs typeface="Calibri"/>
              </a:rPr>
              <a:t>Time and voltage samples</a:t>
            </a:r>
          </a:p>
        </p:txBody>
      </p:sp>
      <p:sp>
        <p:nvSpPr>
          <p:cNvPr id="15" name="text">
            <a:extLst xmlns:a="http://schemas.openxmlformats.org/drawingml/2006/main">
              <a:ext uri="{FF2B5EF4-FFF2-40B4-BE49-F238E27FC236}">
                <a16:creationId xmlns:a16="http://schemas.microsoft.com/office/drawing/2014/main" id="{F67B90C2-526E-4CA3-98E2-96334BDAF1D1}"/>
              </a:ext>
            </a:extLst>
          </p:cNvPr>
          <p:cNvSpPr>
            <a:spLocks xmlns:a="http://schemas.openxmlformats.org/drawingml/2006/main" noGrp="1"/>
          </p:cNvSpPr>
          <p:nvPr/>
        </p:nvSpPr>
        <p:spPr>
          <a:xfrm xmlns:a="http://schemas.openxmlformats.org/drawingml/2006/main">
            <a:off x="571500" y="36671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1616"/>
                </a:solidFill>
                <a:latin typeface="Calibri"/>
                <a:ea typeface="Calibri"/>
                <a:cs typeface="Calibri"/>
              </a:defRPr>
            </a:pPr>
            <a:r>
              <a:rPr sz="2100" b="0">
                <a:solidFill>
                  <a:srgbClr val="161616"/>
                </a:solidFill>
                <a:latin typeface="Calibri"/>
                <a:ea typeface="Calibri"/>
                <a:cs typeface="Calibri"/>
              </a:rPr>
              <a:t>Sampling: x[n] = x(nΔt) selects the measurement times.</a:t>
            </a:r>
          </a:p>
        </p:txBody>
      </p:sp>
      <p:sp>
        <p:nvSpPr>
          <p:cNvPr id="16" name="text">
            <a:extLst xmlns:a="http://schemas.openxmlformats.org/drawingml/2006/main">
              <a:ext uri="{FF2B5EF4-FFF2-40B4-BE49-F238E27FC236}">
                <a16:creationId xmlns:a16="http://schemas.microsoft.com/office/drawing/2014/main" id="{CE03F5AE-6346-4ECE-9D99-754B96CD0FA2}"/>
              </a:ext>
            </a:extLst>
          </p:cNvPr>
          <p:cNvSpPr>
            <a:spLocks xmlns:a="http://schemas.openxmlformats.org/drawingml/2006/main" noGrp="1"/>
          </p:cNvSpPr>
          <p:nvPr/>
        </p:nvSpPr>
        <p:spPr>
          <a:xfrm xmlns:a="http://schemas.openxmlformats.org/drawingml/2006/main">
            <a:off x="571500" y="43910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1616"/>
                </a:solidFill>
                <a:latin typeface="Calibri"/>
                <a:ea typeface="Calibri"/>
                <a:cs typeface="Calibri"/>
              </a:defRPr>
            </a:pPr>
            <a:r>
              <a:rPr sz="2100" b="0">
                <a:solidFill>
                  <a:srgbClr val="161616"/>
                </a:solidFill>
                <a:latin typeface="Calibri"/>
                <a:ea typeface="Calibri"/>
                <a:cs typeface="Calibri"/>
              </a:rPr>
              <a:t>Sample-and-hold: hold a voltage steady while it is converted.</a:t>
            </a:r>
          </a:p>
        </p:txBody>
      </p:sp>
      <p:sp>
        <p:nvSpPr>
          <p:cNvPr id="17" name="text">
            <a:extLst xmlns:a="http://schemas.openxmlformats.org/drawingml/2006/main">
              <a:ext uri="{FF2B5EF4-FFF2-40B4-BE49-F238E27FC236}">
                <a16:creationId xmlns:a16="http://schemas.microsoft.com/office/drawing/2014/main" id="{4A61A5FE-7836-45C6-AE5C-5D7578181F4D}"/>
              </a:ext>
            </a:extLst>
          </p:cNvPr>
          <p:cNvSpPr>
            <a:spLocks xmlns:a="http://schemas.openxmlformats.org/drawingml/2006/main" noGrp="1"/>
          </p:cNvSpPr>
          <p:nvPr/>
        </p:nvSpPr>
        <p:spPr>
          <a:xfrm xmlns:a="http://schemas.openxmlformats.org/drawingml/2006/main">
            <a:off x="571500" y="51149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1616"/>
                </a:solidFill>
                <a:latin typeface="Calibri"/>
                <a:ea typeface="Calibri"/>
                <a:cs typeface="Calibri"/>
              </a:defRPr>
            </a:pPr>
            <a:r>
              <a:rPr sz="2100" b="0">
                <a:solidFill>
                  <a:srgbClr val="161616"/>
                </a:solidFill>
                <a:latin typeface="Calibri"/>
                <a:ea typeface="Calibri"/>
                <a:cs typeface="Calibri"/>
              </a:rPr>
              <a:t>Quantization: round to a finite set of voltage levels.</a:t>
            </a:r>
          </a:p>
        </p:txBody>
      </p:sp>
      <p:sp>
        <p:nvSpPr>
          <p:cNvPr id="18" name="text">
            <a:extLst xmlns:a="http://schemas.openxmlformats.org/drawingml/2006/main">
              <a:ext uri="{FF2B5EF4-FFF2-40B4-BE49-F238E27FC236}">
                <a16:creationId xmlns:a16="http://schemas.microsoft.com/office/drawing/2014/main" id="{4B560026-6C9D-419D-8441-9FAE43B74298}"/>
              </a:ext>
            </a:extLst>
          </p:cNvPr>
          <p:cNvSpPr>
            <a:spLocks xmlns:a="http://schemas.openxmlformats.org/drawingml/2006/main" noGrp="1"/>
          </p:cNvSpPr>
          <p:nvPr/>
        </p:nvSpPr>
        <p:spPr>
          <a:xfrm xmlns:a="http://schemas.openxmlformats.org/drawingml/2006/main">
            <a:off x="571500" y="59055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Time spacing and voltage resolution are different limitations.</a:t>
            </a:r>
          </a:p>
        </p:txBody>
      </p:sp>
      <p:sp>
        <p:nvSpPr>
          <p:cNvPr id="19" name="text">
            <a:extLst xmlns:a="http://schemas.openxmlformats.org/drawingml/2006/main">
              <a:ext uri="{FF2B5EF4-FFF2-40B4-BE49-F238E27FC236}">
                <a16:creationId xmlns:a16="http://schemas.microsoft.com/office/drawing/2014/main" id="{F1EB65D1-FF0D-46C7-A9E8-C19BF839C53E}"/>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3–4 min</a:t>
            </a:r>
          </a:p>
        </p:txBody>
      </p:sp>
    </p:spTree>
    <p:extLst>
      <p:ext uri="{BB962C8B-B14F-4D97-AF65-F5344CB8AC3E}">
        <p14:creationId xmlns:p14="http://schemas.microsoft.com/office/powerpoint/2010/main" val="10308599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B0556367-FCA0-4487-B395-A516CAC4A7A2}"/>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D77F88B4-DCC3-432B-97C3-671E60F45C44}"/>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A sinusoid: what the three parameters mean</a:t>
            </a:r>
          </a:p>
        </p:txBody>
      </p:sp>
      <p:sp>
        <p:nvSpPr>
          <p:cNvPr id="3" name="page">
            <a:extLst xmlns:a="http://schemas.openxmlformats.org/drawingml/2006/main">
              <a:ext uri="{FF2B5EF4-FFF2-40B4-BE49-F238E27FC236}">
                <a16:creationId xmlns:a16="http://schemas.microsoft.com/office/drawing/2014/main" id="{C77A9B51-164D-4743-9A2D-7CA56A4B81BD}"/>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5</a:t>
            </a:r>
          </a:p>
        </p:txBody>
      </p:sp>
      <p:graphicFrame>
        <p:nvGraphicFramePr>
          <p:cNvPr id="11" name="Chart"/>
          <p:cNvGraphicFramePr/>
          <p:nvPr/>
        </p:nvGraphicFramePr>
        <p:xfrm>
          <a:off xmlns:a="http://schemas.openxmlformats.org/drawingml/2006/main" x="571500" y="1524000"/>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5dc4ef3b554b4126"/>
          </a:graphicData>
        </a:graphic>
      </p:graphicFrame>
      <p:sp>
        <p:nvSpPr>
          <p:cNvPr id="5" name="text">
            <a:extLst xmlns:a="http://schemas.openxmlformats.org/drawingml/2006/main">
              <a:ext uri="{FF2B5EF4-FFF2-40B4-BE49-F238E27FC236}">
                <a16:creationId xmlns:a16="http://schemas.microsoft.com/office/drawing/2014/main" id="{EF9F6574-3570-4A52-8C99-E61ADE87E06A}"/>
              </a:ext>
            </a:extLst>
          </p:cNvPr>
          <p:cNvSpPr>
            <a:spLocks xmlns:a="http://schemas.openxmlformats.org/drawingml/2006/main" noGrp="1"/>
          </p:cNvSpPr>
          <p:nvPr/>
        </p:nvSpPr>
        <p:spPr>
          <a:xfrm xmlns:a="http://schemas.openxmlformats.org/drawingml/2006/main">
            <a:off x="619125" y="55245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81C1C"/>
                </a:solidFill>
                <a:latin typeface="Calibri"/>
                <a:ea typeface="Calibri"/>
                <a:cs typeface="Calibri"/>
              </a:defRPr>
            </a:pPr>
            <a:r>
              <a:rPr sz="1950" b="1">
                <a:solidFill>
                  <a:srgbClr val="881C1C"/>
                </a:solidFill>
                <a:latin typeface="Calibri"/>
                <a:ea typeface="Calibri"/>
                <a:cs typeface="Calibri"/>
              </a:rPr>
              <a:t>A₁ = 1.20 V from zero to peak. T₁ = 55.56 ms between consecutive peaks.</a:t>
            </a:r>
          </a:p>
        </p:txBody>
      </p:sp>
      <p:sp>
        <p:nvSpPr>
          <p:cNvPr id="6" name="text">
            <a:extLst xmlns:a="http://schemas.openxmlformats.org/drawingml/2006/main">
              <a:ext uri="{FF2B5EF4-FFF2-40B4-BE49-F238E27FC236}">
                <a16:creationId xmlns:a16="http://schemas.microsoft.com/office/drawing/2014/main" id="{8FC0F8E0-871F-4F4C-9F91-7AA0DC37AE10}"/>
              </a:ext>
            </a:extLst>
          </p:cNvPr>
          <p:cNvSpPr>
            <a:spLocks xmlns:a="http://schemas.openxmlformats.org/drawingml/2006/main" noGrp="1"/>
          </p:cNvSpPr>
          <p:nvPr/>
        </p:nvSpPr>
        <p:spPr>
          <a:xfrm xmlns:a="http://schemas.openxmlformats.org/drawingml/2006/main">
            <a:off x="619125" y="60483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616"/>
                </a:solidFill>
                <a:latin typeface="Calibri"/>
                <a:ea typeface="Calibri"/>
                <a:cs typeface="Calibri"/>
              </a:defRPr>
            </a:pPr>
            <a:r>
              <a:rPr sz="1875" b="0">
                <a:solidFill>
                  <a:srgbClr val="161616"/>
                </a:solidFill>
                <a:latin typeface="Calibri"/>
                <a:ea typeface="Calibri"/>
                <a:cs typeface="Calibri"/>
              </a:rPr>
              <a:t>x₁(t) = A₁ sin(2πf₁t + φ₁), with f₁ = 18 Hz and φ₁ = 25°</a:t>
            </a:r>
          </a:p>
        </p:txBody>
      </p:sp>
      <p:sp>
        <p:nvSpPr>
          <p:cNvPr id="7" name="text">
            <a:extLst xmlns:a="http://schemas.openxmlformats.org/drawingml/2006/main">
              <a:ext uri="{FF2B5EF4-FFF2-40B4-BE49-F238E27FC236}">
                <a16:creationId xmlns:a16="http://schemas.microsoft.com/office/drawing/2014/main" id="{A803566C-1090-488F-A695-DFC8452ECDD4}"/>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4–5.5 min</a:t>
            </a:r>
          </a:p>
        </p:txBody>
      </p:sp>
    </p:spTree>
    <p:extLst>
      <p:ext uri="{BB962C8B-B14F-4D97-AF65-F5344CB8AC3E}">
        <p14:creationId xmlns:p14="http://schemas.microsoft.com/office/powerpoint/2010/main" val="12136457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E43BEDB3-5CAC-40D6-8E36-20EEA855EDB9}"/>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6E0B08D2-FCE6-431A-AFBB-8011F87A485B}"/>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Phase relative to a zero-phase sine wave</a:t>
            </a:r>
          </a:p>
        </p:txBody>
      </p:sp>
      <p:sp>
        <p:nvSpPr>
          <p:cNvPr id="3" name="page">
            <a:extLst xmlns:a="http://schemas.openxmlformats.org/drawingml/2006/main">
              <a:ext uri="{FF2B5EF4-FFF2-40B4-BE49-F238E27FC236}">
                <a16:creationId xmlns:a16="http://schemas.microsoft.com/office/drawing/2014/main" id="{8520DF57-C30D-478C-807A-7EDE90BCA333}"/>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6</a:t>
            </a:r>
          </a:p>
        </p:txBody>
      </p:sp>
      <p:graphicFrame>
        <p:nvGraphicFramePr>
          <p:cNvPr id="11" name="Chart"/>
          <p:cNvGraphicFramePr/>
          <p:nvPr/>
        </p:nvGraphicFramePr>
        <p:xfrm>
          <a:off xmlns:a="http://schemas.openxmlformats.org/drawingml/2006/main" x="571500" y="1524000"/>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cbae659d0d1348ef"/>
          </a:graphicData>
        </a:graphic>
      </p:graphicFrame>
      <p:sp>
        <p:nvSpPr>
          <p:cNvPr id="5" name="text">
            <a:extLst xmlns:a="http://schemas.openxmlformats.org/drawingml/2006/main">
              <a:ext uri="{FF2B5EF4-FFF2-40B4-BE49-F238E27FC236}">
                <a16:creationId xmlns:a16="http://schemas.microsoft.com/office/drawing/2014/main" id="{98C90B2D-8AAF-44D4-A33D-F794B9D0F76B}"/>
              </a:ext>
            </a:extLst>
          </p:cNvPr>
          <p:cNvSpPr>
            <a:spLocks xmlns:a="http://schemas.openxmlformats.org/drawingml/2006/main" noGrp="1"/>
          </p:cNvSpPr>
          <p:nvPr/>
        </p:nvSpPr>
        <p:spPr>
          <a:xfrm xmlns:a="http://schemas.openxmlformats.org/drawingml/2006/main">
            <a:off x="666750" y="5524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φ₁ = +25°: the blue wave reaches its peak 3.86 ms earlier</a:t>
            </a:r>
          </a:p>
        </p:txBody>
      </p:sp>
      <p:sp>
        <p:nvSpPr>
          <p:cNvPr id="6" name="text">
            <a:extLst xmlns:a="http://schemas.openxmlformats.org/drawingml/2006/main">
              <a:ext uri="{FF2B5EF4-FFF2-40B4-BE49-F238E27FC236}">
                <a16:creationId xmlns:a16="http://schemas.microsoft.com/office/drawing/2014/main" id="{29CE44AE-02C6-40A9-A827-9CB2E0E0E309}"/>
              </a:ext>
            </a:extLst>
          </p:cNvPr>
          <p:cNvSpPr>
            <a:spLocks xmlns:a="http://schemas.openxmlformats.org/drawingml/2006/main" noGrp="1"/>
          </p:cNvSpPr>
          <p:nvPr/>
        </p:nvSpPr>
        <p:spPr>
          <a:xfrm xmlns:a="http://schemas.openxmlformats.org/drawingml/2006/main">
            <a:off x="666750" y="59912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616"/>
                </a:solidFill>
                <a:latin typeface="Calibri"/>
                <a:ea typeface="Calibri"/>
                <a:cs typeface="Calibri"/>
              </a:defRPr>
            </a:pPr>
            <a:r>
              <a:rPr sz="1800" b="0">
                <a:solidFill>
                  <a:srgbClr val="161616"/>
                </a:solidFill>
                <a:latin typeface="Calibri"/>
                <a:ea typeface="Calibri"/>
                <a:cs typeface="Calibri"/>
              </a:rPr>
              <a:t>Time lead = φ₁ / (360° f₁). Positive phase shifts a sine wave to the left.</a:t>
            </a:r>
          </a:p>
        </p:txBody>
      </p:sp>
      <p:sp>
        <p:nvSpPr>
          <p:cNvPr id="7" name="text">
            <a:extLst xmlns:a="http://schemas.openxmlformats.org/drawingml/2006/main">
              <a:ext uri="{FF2B5EF4-FFF2-40B4-BE49-F238E27FC236}">
                <a16:creationId xmlns:a16="http://schemas.microsoft.com/office/drawing/2014/main" id="{2F243A75-BE9A-4FD7-953F-F29590418EA7}"/>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5.5–6.5 min</a:t>
            </a:r>
          </a:p>
        </p:txBody>
      </p:sp>
    </p:spTree>
    <p:extLst>
      <p:ext uri="{BB962C8B-B14F-4D97-AF65-F5344CB8AC3E}">
        <p14:creationId xmlns:p14="http://schemas.microsoft.com/office/powerpoint/2010/main" val="3582197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B6A800C6-6046-4BC1-9760-FD936B003417}"/>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050B178F-2D73-4C44-8B02-4834A8A52301}"/>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A teaching example with two frequency components</a:t>
            </a:r>
          </a:p>
        </p:txBody>
      </p:sp>
      <p:sp>
        <p:nvSpPr>
          <p:cNvPr id="3" name="page">
            <a:extLst xmlns:a="http://schemas.openxmlformats.org/drawingml/2006/main">
              <a:ext uri="{FF2B5EF4-FFF2-40B4-BE49-F238E27FC236}">
                <a16:creationId xmlns:a16="http://schemas.microsoft.com/office/drawing/2014/main" id="{A6425761-2D93-4242-97FE-702AFCCBF256}"/>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7</a:t>
            </a:r>
          </a:p>
        </p:txBody>
      </p:sp>
      <p:sp>
        <p:nvSpPr>
          <p:cNvPr id="4" name="text">
            <a:extLst xmlns:a="http://schemas.openxmlformats.org/drawingml/2006/main">
              <a:ext uri="{FF2B5EF4-FFF2-40B4-BE49-F238E27FC236}">
                <a16:creationId xmlns:a16="http://schemas.microsoft.com/office/drawing/2014/main" id="{B7C61151-EE69-4E98-976B-C16CB12A7E60}"/>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29EA746B-5730-43C5-9ACE-AC966FF7FC9A}"/>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x(t) = 1.20 sin(2π·18t + 25°) + 0.45 cos(2π·42t − 15°) V</a:t>
            </a:r>
          </a:p>
        </p:txBody>
      </p:sp>
      <p:sp>
        <p:nvSpPr>
          <p:cNvPr id="6" name="text">
            <a:extLst xmlns:a="http://schemas.openxmlformats.org/drawingml/2006/main">
              <a:ext uri="{FF2B5EF4-FFF2-40B4-BE49-F238E27FC236}">
                <a16:creationId xmlns:a16="http://schemas.microsoft.com/office/drawing/2014/main" id="{12CE6B3F-49F7-476D-BF33-6FFDD8AE9743}"/>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2C0B603A-6AB7-4D0C-BC13-9325186B9E8F}"/>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A1 = 1.20 V; f1 = 18 Hz; phi1_deg = 25° for tone 1.</a:t>
            </a:r>
          </a:p>
        </p:txBody>
      </p:sp>
      <p:sp>
        <p:nvSpPr>
          <p:cNvPr id="8" name="text">
            <a:extLst xmlns:a="http://schemas.openxmlformats.org/drawingml/2006/main">
              <a:ext uri="{FF2B5EF4-FFF2-40B4-BE49-F238E27FC236}">
                <a16:creationId xmlns:a16="http://schemas.microsoft.com/office/drawing/2014/main" id="{AC4CD22A-F11F-482F-B9F7-C8D09B1E10FE}"/>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08CD44AF-B178-478F-B792-B5F9557DC1EE}"/>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A2 = 0.45 V; f2 = 42 Hz; phi2_deg = −15° for tone 2.</a:t>
            </a:r>
          </a:p>
        </p:txBody>
      </p:sp>
      <p:sp>
        <p:nvSpPr>
          <p:cNvPr id="10" name="text">
            <a:extLst xmlns:a="http://schemas.openxmlformats.org/drawingml/2006/main">
              <a:ext uri="{FF2B5EF4-FFF2-40B4-BE49-F238E27FC236}">
                <a16:creationId xmlns:a16="http://schemas.microsoft.com/office/drawing/2014/main" id="{30180F80-979F-48DD-9A96-36B2B682E4FA}"/>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A16AE8F5-DE89-46D1-90D1-2AC6F480AA5F}"/>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f_max = 42 Hz even though this component has the smaller amplitude.</a:t>
            </a:r>
          </a:p>
        </p:txBody>
      </p:sp>
      <p:sp>
        <p:nvSpPr>
          <p:cNvPr id="12" name="text">
            <a:extLst xmlns:a="http://schemas.openxmlformats.org/drawingml/2006/main">
              <a:ext uri="{FF2B5EF4-FFF2-40B4-BE49-F238E27FC236}">
                <a16:creationId xmlns:a16="http://schemas.microsoft.com/office/drawing/2014/main" id="{D571224C-4B21-45DF-9050-6ECE55B04CE0}"/>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6.5–7.5 min</a:t>
            </a:r>
          </a:p>
        </p:txBody>
      </p:sp>
    </p:spTree>
    <p:extLst>
      <p:ext uri="{BB962C8B-B14F-4D97-AF65-F5344CB8AC3E}">
        <p14:creationId xmlns:p14="http://schemas.microsoft.com/office/powerpoint/2010/main" val="17239870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061BB3A3-0B99-4884-9B99-9491918B3ADE}"/>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B40CBED9-DF6D-4879-9595-73CC25141E44}"/>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Mean and RMS: continuous and sampled</a:t>
            </a:r>
          </a:p>
        </p:txBody>
      </p:sp>
      <p:sp>
        <p:nvSpPr>
          <p:cNvPr id="3" name="page">
            <a:extLst xmlns:a="http://schemas.openxmlformats.org/drawingml/2006/main">
              <a:ext uri="{FF2B5EF4-FFF2-40B4-BE49-F238E27FC236}">
                <a16:creationId xmlns:a16="http://schemas.microsoft.com/office/drawing/2014/main" id="{87B96CFB-FFE9-4278-9EBF-33909E3370C6}"/>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8</a:t>
            </a:r>
          </a:p>
        </p:txBody>
      </p:sp>
      <p:sp>
        <p:nvSpPr>
          <p:cNvPr id="4" name="text">
            <a:extLst xmlns:a="http://schemas.openxmlformats.org/drawingml/2006/main">
              <a:ext uri="{FF2B5EF4-FFF2-40B4-BE49-F238E27FC236}">
                <a16:creationId xmlns:a16="http://schemas.microsoft.com/office/drawing/2014/main" id="{4747218A-E367-4707-B519-BC1F4130CFB2}"/>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B6056879-D898-42E8-BA30-FFD75A253087}"/>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Mean: μ = (1/T) ∫ x(t) dt   →   μ = (1/N) Σ x[n]</a:t>
            </a:r>
          </a:p>
        </p:txBody>
      </p:sp>
      <p:sp>
        <p:nvSpPr>
          <p:cNvPr id="6" name="text">
            <a:extLst xmlns:a="http://schemas.openxmlformats.org/drawingml/2006/main">
              <a:ext uri="{FF2B5EF4-FFF2-40B4-BE49-F238E27FC236}">
                <a16:creationId xmlns:a16="http://schemas.microsoft.com/office/drawing/2014/main" id="{AE87573F-FFAC-433A-98E8-84A77399D8E5}"/>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C40345B8-6342-4C26-B016-EE8565FB0C53}"/>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RMS: x_rms = √[(1/T) ∫ x²(t) dt]   →   √[(1/N) Σ x²[n]]</a:t>
            </a:r>
          </a:p>
        </p:txBody>
      </p:sp>
      <p:sp>
        <p:nvSpPr>
          <p:cNvPr id="8" name="text">
            <a:extLst xmlns:a="http://schemas.openxmlformats.org/drawingml/2006/main">
              <a:ext uri="{FF2B5EF4-FFF2-40B4-BE49-F238E27FC236}">
                <a16:creationId xmlns:a16="http://schemas.microsoft.com/office/drawing/2014/main" id="{1FF13D18-133C-4D08-9F87-3AC9CB562BA6}"/>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A8A17359-B255-460F-ADA5-BD886D8BDABA}"/>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Over whole cycles: a zero-offset sinusoid has μ = 0 and RMS = A/√2.</a:t>
            </a:r>
          </a:p>
        </p:txBody>
      </p:sp>
      <p:sp>
        <p:nvSpPr>
          <p:cNvPr id="10" name="text">
            <a:extLst xmlns:a="http://schemas.openxmlformats.org/drawingml/2006/main">
              <a:ext uri="{FF2B5EF4-FFF2-40B4-BE49-F238E27FC236}">
                <a16:creationId xmlns:a16="http://schemas.microsoft.com/office/drawing/2014/main" id="{88D1A4D7-896E-45DF-8054-C3363280F48B}"/>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9F6DB5F7-20D2-4B5F-9C28-7BFCBD0A89F8}"/>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With offset: RMS² = μ² + RMS² of the zero-mean component.</a:t>
            </a:r>
          </a:p>
        </p:txBody>
      </p:sp>
      <p:sp>
        <p:nvSpPr>
          <p:cNvPr id="12" name="text">
            <a:extLst xmlns:a="http://schemas.openxmlformats.org/drawingml/2006/main">
              <a:ext uri="{FF2B5EF4-FFF2-40B4-BE49-F238E27FC236}">
                <a16:creationId xmlns:a16="http://schemas.microsoft.com/office/drawing/2014/main" id="{1BBE5CD7-E9EE-4177-AF93-A7934C2D5FE1}"/>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7.5–9.5 min</a:t>
            </a:r>
          </a:p>
        </p:txBody>
      </p:sp>
    </p:spTree>
    <p:extLst>
      <p:ext uri="{BB962C8B-B14F-4D97-AF65-F5344CB8AC3E}">
        <p14:creationId xmlns:p14="http://schemas.microsoft.com/office/powerpoint/2010/main" val="8391046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urse">
            <a:extLst xmlns:a="http://schemas.openxmlformats.org/drawingml/2006/main">
              <a:ext uri="{FF2B5EF4-FFF2-40B4-BE49-F238E27FC236}">
                <a16:creationId xmlns:a16="http://schemas.microsoft.com/office/drawing/2014/main" id="{399BCB7C-FF23-47FE-8DA4-923E9B07B8EB}"/>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1A3C7255-B16E-4BE9-B5D6-0EAAF08C35E4}"/>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Signal frequency and sampling rate</a:t>
            </a:r>
          </a:p>
        </p:txBody>
      </p:sp>
      <p:sp>
        <p:nvSpPr>
          <p:cNvPr id="3" name="page">
            <a:extLst xmlns:a="http://schemas.openxmlformats.org/drawingml/2006/main">
              <a:ext uri="{FF2B5EF4-FFF2-40B4-BE49-F238E27FC236}">
                <a16:creationId xmlns:a16="http://schemas.microsoft.com/office/drawing/2014/main" id="{D75352D8-4843-4485-916F-02BD82759280}"/>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9</a:t>
            </a:r>
          </a:p>
        </p:txBody>
      </p:sp>
      <p:sp>
        <p:nvSpPr>
          <p:cNvPr id="4" name="text">
            <a:extLst xmlns:a="http://schemas.openxmlformats.org/drawingml/2006/main">
              <a:ext uri="{FF2B5EF4-FFF2-40B4-BE49-F238E27FC236}">
                <a16:creationId xmlns:a16="http://schemas.microsoft.com/office/drawing/2014/main" id="{50F2D968-B787-4752-A120-6828F2BF809B}"/>
              </a:ext>
            </a:extLst>
          </p:cNvPr>
          <p:cNvSpPr>
            <a:spLocks xmlns:a="http://schemas.openxmlformats.org/drawingml/2006/main" noGrp="1"/>
          </p:cNvSpPr>
          <p:nvPr/>
        </p:nvSpPr>
        <p:spPr>
          <a:xfrm xmlns:a="http://schemas.openxmlformats.org/drawingml/2006/main">
            <a:off x="523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THE WAVE: f_signal</a:t>
            </a:r>
          </a:p>
        </p:txBody>
      </p:sp>
      <p:sp>
        <p:nvSpPr>
          <p:cNvPr id="5" name="text">
            <a:extLst xmlns:a="http://schemas.openxmlformats.org/drawingml/2006/main">
              <a:ext uri="{FF2B5EF4-FFF2-40B4-BE49-F238E27FC236}">
                <a16:creationId xmlns:a16="http://schemas.microsoft.com/office/drawing/2014/main" id="{28AF90E8-9734-4977-8B0C-688C46938897}"/>
              </a:ext>
            </a:extLst>
          </p:cNvPr>
          <p:cNvSpPr>
            <a:spLocks xmlns:a="http://schemas.openxmlformats.org/drawingml/2006/main" noGrp="1"/>
          </p:cNvSpPr>
          <p:nvPr/>
        </p:nvSpPr>
        <p:spPr>
          <a:xfrm xmlns:a="http://schemas.openxmlformats.org/drawingml/2006/main">
            <a:off x="6238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THE RECORDER: f_s</a:t>
            </a:r>
          </a:p>
        </p:txBody>
      </p:sp>
      <p:sp>
        <p:nvSpPr>
          <p:cNvPr id="6" name="text">
            <a:extLst xmlns:a="http://schemas.openxmlformats.org/drawingml/2006/main">
              <a:ext uri="{FF2B5EF4-FFF2-40B4-BE49-F238E27FC236}">
                <a16:creationId xmlns:a16="http://schemas.microsoft.com/office/drawing/2014/main" id="{ED35A0CD-0C2D-4070-BA00-22B54E932085}"/>
              </a:ext>
            </a:extLst>
          </p:cNvPr>
          <p:cNvSpPr>
            <a:spLocks xmlns:a="http://schemas.openxmlformats.org/drawingml/2006/main" noGrp="1"/>
          </p:cNvSpPr>
          <p:nvPr/>
        </p:nvSpPr>
        <p:spPr>
          <a:xfrm xmlns:a="http://schemas.openxmlformats.org/drawingml/2006/main">
            <a:off x="1047750"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f_signal counts complete cycles per second.</a:t>
            </a:r>
          </a:p>
        </p:txBody>
      </p:sp>
      <p:sp>
        <p:nvSpPr>
          <p:cNvPr id="7" name="text">
            <a:extLst xmlns:a="http://schemas.openxmlformats.org/drawingml/2006/main">
              <a:ext uri="{FF2B5EF4-FFF2-40B4-BE49-F238E27FC236}">
                <a16:creationId xmlns:a16="http://schemas.microsoft.com/office/drawing/2014/main" id="{C737D55F-D38B-45E4-B56B-37E854C71C5C}"/>
              </a:ext>
            </a:extLst>
          </p:cNvPr>
          <p:cNvSpPr>
            <a:spLocks xmlns:a="http://schemas.openxmlformats.org/drawingml/2006/main" noGrp="1"/>
          </p:cNvSpPr>
          <p:nvPr/>
        </p:nvSpPr>
        <p:spPr>
          <a:xfrm xmlns:a="http://schemas.openxmlformats.org/drawingml/2006/main">
            <a:off x="1047750"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Unit: hertz (Hz).</a:t>
            </a:r>
          </a:p>
        </p:txBody>
      </p:sp>
      <p:sp>
        <p:nvSpPr>
          <p:cNvPr id="8" name="text">
            <a:extLst xmlns:a="http://schemas.openxmlformats.org/drawingml/2006/main">
              <a:ext uri="{FF2B5EF4-FFF2-40B4-BE49-F238E27FC236}">
                <a16:creationId xmlns:a16="http://schemas.microsoft.com/office/drawing/2014/main" id="{F218B56E-D822-4605-9635-46ED4BADC2A4}"/>
              </a:ext>
            </a:extLst>
          </p:cNvPr>
          <p:cNvSpPr>
            <a:spLocks xmlns:a="http://schemas.openxmlformats.org/drawingml/2006/main" noGrp="1"/>
          </p:cNvSpPr>
          <p:nvPr/>
        </p:nvSpPr>
        <p:spPr>
          <a:xfrm xmlns:a="http://schemas.openxmlformats.org/drawingml/2006/main">
            <a:off x="1047750" y="34671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Our signal has two components:</a:t>
            </a:r>
          </a:p>
        </p:txBody>
      </p:sp>
      <p:sp>
        <p:nvSpPr>
          <p:cNvPr id="9" name="text">
            <a:extLst xmlns:a="http://schemas.openxmlformats.org/drawingml/2006/main">
              <a:ext uri="{FF2B5EF4-FFF2-40B4-BE49-F238E27FC236}">
                <a16:creationId xmlns:a16="http://schemas.microsoft.com/office/drawing/2014/main" id="{F1EEB888-880B-4222-995B-07FA1108F957}"/>
              </a:ext>
            </a:extLst>
          </p:cNvPr>
          <p:cNvSpPr>
            <a:spLocks xmlns:a="http://schemas.openxmlformats.org/drawingml/2006/main" noGrp="1"/>
          </p:cNvSpPr>
          <p:nvPr/>
        </p:nvSpPr>
        <p:spPr>
          <a:xfrm xmlns:a="http://schemas.openxmlformats.org/drawingml/2006/main">
            <a:off x="1047750"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f₁ = 18 Hz and f₂ = 42 Hz.</a:t>
            </a:r>
          </a:p>
        </p:txBody>
      </p:sp>
      <p:sp>
        <p:nvSpPr>
          <p:cNvPr id="10" name="text">
            <a:extLst xmlns:a="http://schemas.openxmlformats.org/drawingml/2006/main">
              <a:ext uri="{FF2B5EF4-FFF2-40B4-BE49-F238E27FC236}">
                <a16:creationId xmlns:a16="http://schemas.microsoft.com/office/drawing/2014/main" id="{36EB10D9-549E-4A54-B70B-AB0AEDA620AB}"/>
              </a:ext>
            </a:extLst>
          </p:cNvPr>
          <p:cNvSpPr>
            <a:spLocks xmlns:a="http://schemas.openxmlformats.org/drawingml/2006/main" noGrp="1"/>
          </p:cNvSpPr>
          <p:nvPr/>
        </p:nvSpPr>
        <p:spPr>
          <a:xfrm xmlns:a="http://schemas.openxmlformats.org/drawingml/2006/main">
            <a:off x="6238875"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f_s counts stored samples per second.</a:t>
            </a:r>
          </a:p>
        </p:txBody>
      </p:sp>
      <p:sp>
        <p:nvSpPr>
          <p:cNvPr id="11" name="text">
            <a:extLst xmlns:a="http://schemas.openxmlformats.org/drawingml/2006/main">
              <a:ext uri="{FF2B5EF4-FFF2-40B4-BE49-F238E27FC236}">
                <a16:creationId xmlns:a16="http://schemas.microsoft.com/office/drawing/2014/main" id="{357D3A90-B116-430B-9F20-0044EE72606A}"/>
              </a:ext>
            </a:extLst>
          </p:cNvPr>
          <p:cNvSpPr>
            <a:spLocks xmlns:a="http://schemas.openxmlformats.org/drawingml/2006/main" noGrp="1"/>
          </p:cNvSpPr>
          <p:nvPr/>
        </p:nvSpPr>
        <p:spPr>
          <a:xfrm xmlns:a="http://schemas.openxmlformats.org/drawingml/2006/main">
            <a:off x="6238875"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Unit: samples/s (often written Hz).</a:t>
            </a:r>
          </a:p>
        </p:txBody>
      </p:sp>
      <p:sp>
        <p:nvSpPr>
          <p:cNvPr id="12" name="text">
            <a:extLst xmlns:a="http://schemas.openxmlformats.org/drawingml/2006/main">
              <a:ext uri="{FF2B5EF4-FFF2-40B4-BE49-F238E27FC236}">
                <a16:creationId xmlns:a16="http://schemas.microsoft.com/office/drawing/2014/main" id="{0455A064-B111-4323-B001-4832DBBA543E}"/>
              </a:ext>
            </a:extLst>
          </p:cNvPr>
          <p:cNvSpPr>
            <a:spLocks xmlns:a="http://schemas.openxmlformats.org/drawingml/2006/main" noGrp="1"/>
          </p:cNvSpPr>
          <p:nvPr/>
        </p:nvSpPr>
        <p:spPr>
          <a:xfrm xmlns:a="http://schemas.openxmlformats.org/drawingml/2006/main">
            <a:off x="6238875" y="34671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We choose this setting on the recorder.</a:t>
            </a:r>
          </a:p>
        </p:txBody>
      </p:sp>
      <p:sp>
        <p:nvSpPr>
          <p:cNvPr id="13" name="text">
            <a:extLst xmlns:a="http://schemas.openxmlformats.org/drawingml/2006/main">
              <a:ext uri="{FF2B5EF4-FFF2-40B4-BE49-F238E27FC236}">
                <a16:creationId xmlns:a16="http://schemas.microsoft.com/office/drawing/2014/main" id="{9BAC457F-3487-4914-9416-7D41A37BE37F}"/>
              </a:ext>
            </a:extLst>
          </p:cNvPr>
          <p:cNvSpPr>
            <a:spLocks xmlns:a="http://schemas.openxmlformats.org/drawingml/2006/main" noGrp="1"/>
          </p:cNvSpPr>
          <p:nvPr/>
        </p:nvSpPr>
        <p:spPr>
          <a:xfrm xmlns:a="http://schemas.openxmlformats.org/drawingml/2006/main">
            <a:off x="6238875"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Changing f_s changes the sample times.</a:t>
            </a:r>
          </a:p>
        </p:txBody>
      </p:sp>
      <p:sp>
        <p:nvSpPr>
          <p:cNvPr id="14" name="text">
            <a:extLst xmlns:a="http://schemas.openxmlformats.org/drawingml/2006/main">
              <a:ext uri="{FF2B5EF4-FFF2-40B4-BE49-F238E27FC236}">
                <a16:creationId xmlns:a16="http://schemas.microsoft.com/office/drawing/2014/main" id="{09C43DCC-97EC-4A11-B2C2-5EA15FEC66CE}"/>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9.5–11 min</a:t>
            </a:r>
          </a:p>
        </p:txBody>
      </p:sp>
    </p:spTree>
    <p:extLst>
      <p:ext uri="{BB962C8B-B14F-4D97-AF65-F5344CB8AC3E}">
        <p14:creationId xmlns:p14="http://schemas.microsoft.com/office/powerpoint/2010/main" val="3695809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B4508E26-C8EF-413A-9D92-E131F5453BE4}"/>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A65A48A7-303B-4EF9-8E32-F8494754C08E}"/>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Sampling interval and record duration</a:t>
            </a:r>
          </a:p>
        </p:txBody>
      </p:sp>
      <p:sp>
        <p:nvSpPr>
          <p:cNvPr id="3" name="page">
            <a:extLst xmlns:a="http://schemas.openxmlformats.org/drawingml/2006/main">
              <a:ext uri="{FF2B5EF4-FFF2-40B4-BE49-F238E27FC236}">
                <a16:creationId xmlns:a16="http://schemas.microsoft.com/office/drawing/2014/main" id="{C7F00E32-BB2D-44CD-A2E0-2931AACAABE8}"/>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10</a:t>
            </a:r>
          </a:p>
        </p:txBody>
      </p:sp>
      <p:sp>
        <p:nvSpPr>
          <p:cNvPr id="4" name="text">
            <a:extLst xmlns:a="http://schemas.openxmlformats.org/drawingml/2006/main">
              <a:ext uri="{FF2B5EF4-FFF2-40B4-BE49-F238E27FC236}">
                <a16:creationId xmlns:a16="http://schemas.microsoft.com/office/drawing/2014/main" id="{6B04FAA3-A703-4D51-90FC-E7F1D8BC2AC3}"/>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B2F40112-9D32-4D51-9DF3-C63E405E46D6}"/>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Δt = 1/f_s is the time between adjacent samples.</a:t>
            </a:r>
          </a:p>
        </p:txBody>
      </p:sp>
      <p:sp>
        <p:nvSpPr>
          <p:cNvPr id="6" name="text">
            <a:extLst xmlns:a="http://schemas.openxmlformats.org/drawingml/2006/main">
              <a:ext uri="{FF2B5EF4-FFF2-40B4-BE49-F238E27FC236}">
                <a16:creationId xmlns:a16="http://schemas.microsoft.com/office/drawing/2014/main" id="{FE2501A9-CEA7-4D95-AE86-FCCD20C40D34}"/>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DA20DB2D-8BDB-4B7E-8F9E-2846B1EFEEC4}"/>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N is the number of stored samples; T_record = N/f_s.</a:t>
            </a:r>
          </a:p>
        </p:txBody>
      </p:sp>
      <p:sp>
        <p:nvSpPr>
          <p:cNvPr id="8" name="text">
            <a:extLst xmlns:a="http://schemas.openxmlformats.org/drawingml/2006/main">
              <a:ext uri="{FF2B5EF4-FFF2-40B4-BE49-F238E27FC236}">
                <a16:creationId xmlns:a16="http://schemas.microsoft.com/office/drawing/2014/main" id="{C6F7EDAA-1122-41BF-A913-C97DEC3620C7}"/>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3DAD5B50-312D-4946-882D-E4FC13903FD8}"/>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Sample times: 0, Δt, …, (N − 1)Δt; do not duplicate the endpoint.</a:t>
            </a:r>
          </a:p>
        </p:txBody>
      </p:sp>
      <p:sp>
        <p:nvSpPr>
          <p:cNvPr id="10" name="text">
            <a:extLst xmlns:a="http://schemas.openxmlformats.org/drawingml/2006/main">
              <a:ext uri="{FF2B5EF4-FFF2-40B4-BE49-F238E27FC236}">
                <a16:creationId xmlns:a16="http://schemas.microsoft.com/office/drawing/2014/main" id="{C56C78A9-951D-444D-9897-48403A979F24}"/>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5BBF7C23-6BBC-4BEB-A3A4-AC9ED5F4F03C}"/>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Example: f_s = 1000 samples/s and N = 2000 give a 2 s record.</a:t>
            </a:r>
          </a:p>
        </p:txBody>
      </p:sp>
      <p:sp>
        <p:nvSpPr>
          <p:cNvPr id="12" name="text">
            <a:extLst xmlns:a="http://schemas.openxmlformats.org/drawingml/2006/main">
              <a:ext uri="{FF2B5EF4-FFF2-40B4-BE49-F238E27FC236}">
                <a16:creationId xmlns:a16="http://schemas.microsoft.com/office/drawing/2014/main" id="{E61CEDDF-2253-4D5D-9D63-15DF2F2EB881}"/>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11–12 min</a:t>
            </a:r>
          </a:p>
        </p:txBody>
      </p:sp>
    </p:spTree>
    <p:extLst>
      <p:ext uri="{BB962C8B-B14F-4D97-AF65-F5344CB8AC3E}">
        <p14:creationId xmlns:p14="http://schemas.microsoft.com/office/powerpoint/2010/main" val="12551162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urse">
            <a:extLst xmlns:a="http://schemas.openxmlformats.org/drawingml/2006/main">
              <a:ext uri="{FF2B5EF4-FFF2-40B4-BE49-F238E27FC236}">
                <a16:creationId xmlns:a16="http://schemas.microsoft.com/office/drawing/2014/main" id="{824C08C3-A0B2-4377-A198-C9EB4CEA8757}"/>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E5BB93B6-8214-4F5D-96EA-AEB17B64A734}"/>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Samples and the underlying waveform</a:t>
            </a:r>
          </a:p>
        </p:txBody>
      </p:sp>
      <p:sp>
        <p:nvSpPr>
          <p:cNvPr id="3" name="page">
            <a:extLst xmlns:a="http://schemas.openxmlformats.org/drawingml/2006/main">
              <a:ext uri="{FF2B5EF4-FFF2-40B4-BE49-F238E27FC236}">
                <a16:creationId xmlns:a16="http://schemas.microsoft.com/office/drawing/2014/main" id="{21256CCF-AE7A-49A1-BCB4-A8E401DF7524}"/>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11</a:t>
            </a:r>
          </a:p>
        </p:txBody>
      </p:sp>
      <p:graphicFrame>
        <p:nvGraphicFramePr>
          <p:cNvPr id="10" name="Chart"/>
          <p:cNvGraphicFramePr/>
          <p:nvPr/>
        </p:nvGraphicFramePr>
        <p:xfrm>
          <a:off xmlns:a="http://schemas.openxmlformats.org/drawingml/2006/main" x="619125" y="1571625"/>
          <a:ext xmlns:a="http://schemas.openxmlformats.org/drawingml/2006/main" cx="10858500" cy="4000500"/>
        </p:xfrm>
        <a:graphic xmlns:a="http://schemas.openxmlformats.org/drawingml/2006/main">
          <a:graphicData uri="http://schemas.openxmlformats.org/drawingml/2006/chart">
            <c:chart xmlns:r="http://schemas.openxmlformats.org/officeDocument/2006/relationships" xmlns:c="http://schemas.openxmlformats.org/drawingml/2006/chart" r:id="R83d8779cd01d4c6a"/>
          </a:graphicData>
        </a:graphic>
      </p:graphicFrame>
      <p:sp>
        <p:nvSpPr>
          <p:cNvPr id="5" name="text">
            <a:extLst xmlns:a="http://schemas.openxmlformats.org/drawingml/2006/main">
              <a:ext uri="{FF2B5EF4-FFF2-40B4-BE49-F238E27FC236}">
                <a16:creationId xmlns:a16="http://schemas.microsoft.com/office/drawing/2014/main" id="{E89197B5-47CF-4DFB-A59F-A7CC1441A5B3}"/>
              </a:ext>
            </a:extLst>
          </p:cNvPr>
          <p:cNvSpPr>
            <a:spLocks xmlns:a="http://schemas.openxmlformats.org/drawingml/2006/main" noGrp="1"/>
          </p:cNvSpPr>
          <p:nvPr/>
        </p:nvSpPr>
        <p:spPr>
          <a:xfrm xmlns:a="http://schemas.openxmlformats.org/drawingml/2006/main">
            <a:off x="857250" y="5810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F6368"/>
                </a:solidFill>
                <a:latin typeface="Calibri"/>
                <a:ea typeface="Calibri"/>
                <a:cs typeface="Calibri"/>
              </a:defRPr>
            </a:pPr>
            <a:r>
              <a:rPr sz="1650" b="0">
                <a:solidFill>
                  <a:srgbClr val="5F6368"/>
                </a:solidFill>
                <a:latin typeface="Calibri"/>
                <a:ea typeface="Calibri"/>
                <a:cs typeface="Calibri"/>
              </a:rPr>
              <a:t>Markers are simulated samples of the known signal. Connecting lines add no measurements.</a:t>
            </a:r>
          </a:p>
        </p:txBody>
      </p:sp>
      <p:sp>
        <p:nvSpPr>
          <p:cNvPr id="6" name="text">
            <a:extLst xmlns:a="http://schemas.openxmlformats.org/drawingml/2006/main">
              <a:ext uri="{FF2B5EF4-FFF2-40B4-BE49-F238E27FC236}">
                <a16:creationId xmlns:a16="http://schemas.microsoft.com/office/drawing/2014/main" id="{C18B74A6-CA85-45BA-B8AB-02DF2CE5D2E1}"/>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12–13 min</a:t>
            </a:r>
          </a:p>
        </p:txBody>
      </p:sp>
    </p:spTree>
    <p:extLst>
      <p:ext uri="{BB962C8B-B14F-4D97-AF65-F5344CB8AC3E}">
        <p14:creationId xmlns:p14="http://schemas.microsoft.com/office/powerpoint/2010/main" val="7417456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urse">
            <a:extLst xmlns:a="http://schemas.openxmlformats.org/drawingml/2006/main">
              <a:ext uri="{FF2B5EF4-FFF2-40B4-BE49-F238E27FC236}">
                <a16:creationId xmlns:a16="http://schemas.microsoft.com/office/drawing/2014/main" id="{B386D946-285B-4A7D-B49D-9F7ED59F98E9}"/>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3A9A3B7A-1D5E-48A1-82A5-3156D6031FCE}"/>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The Nyquist condition</a:t>
            </a:r>
          </a:p>
        </p:txBody>
      </p:sp>
      <p:sp>
        <p:nvSpPr>
          <p:cNvPr id="3" name="page">
            <a:extLst xmlns:a="http://schemas.openxmlformats.org/drawingml/2006/main">
              <a:ext uri="{FF2B5EF4-FFF2-40B4-BE49-F238E27FC236}">
                <a16:creationId xmlns:a16="http://schemas.microsoft.com/office/drawing/2014/main" id="{A56FC8E1-6232-42CA-A2CC-C501D194BC5E}"/>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12</a:t>
            </a:r>
          </a:p>
        </p:txBody>
      </p:sp>
      <p:sp>
        <p:nvSpPr>
          <p:cNvPr id="4" name="text">
            <a:extLst xmlns:a="http://schemas.openxmlformats.org/drawingml/2006/main">
              <a:ext uri="{FF2B5EF4-FFF2-40B4-BE49-F238E27FC236}">
                <a16:creationId xmlns:a16="http://schemas.microsoft.com/office/drawing/2014/main" id="{E4E19B85-2225-4C68-94EA-DDD94F576C97}"/>
              </a:ext>
            </a:extLst>
          </p:cNvPr>
          <p:cNvSpPr>
            <a:spLocks xmlns:a="http://schemas.openxmlformats.org/drawingml/2006/main" noGrp="1"/>
          </p:cNvSpPr>
          <p:nvPr/>
        </p:nvSpPr>
        <p:spPr>
          <a:xfrm xmlns:a="http://schemas.openxmlformats.org/drawingml/2006/main">
            <a:off x="523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THE SIGNAL REQUIREMENT</a:t>
            </a:r>
          </a:p>
        </p:txBody>
      </p:sp>
      <p:sp>
        <p:nvSpPr>
          <p:cNvPr id="5" name="text">
            <a:extLst xmlns:a="http://schemas.openxmlformats.org/drawingml/2006/main">
              <a:ext uri="{FF2B5EF4-FFF2-40B4-BE49-F238E27FC236}">
                <a16:creationId xmlns:a16="http://schemas.microsoft.com/office/drawing/2014/main" id="{0EA0ABBE-A6B2-469B-831F-7265F5F15495}"/>
              </a:ext>
            </a:extLst>
          </p:cNvPr>
          <p:cNvSpPr>
            <a:spLocks xmlns:a="http://schemas.openxmlformats.org/drawingml/2006/main" noGrp="1"/>
          </p:cNvSpPr>
          <p:nvPr/>
        </p:nvSpPr>
        <p:spPr>
          <a:xfrm xmlns:a="http://schemas.openxmlformats.org/drawingml/2006/main">
            <a:off x="6238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THE RECORDER LIMIT</a:t>
            </a:r>
          </a:p>
        </p:txBody>
      </p:sp>
      <p:sp>
        <p:nvSpPr>
          <p:cNvPr id="6" name="text">
            <a:extLst xmlns:a="http://schemas.openxmlformats.org/drawingml/2006/main">
              <a:ext uri="{FF2B5EF4-FFF2-40B4-BE49-F238E27FC236}">
                <a16:creationId xmlns:a16="http://schemas.microsoft.com/office/drawing/2014/main" id="{445BEF38-F2D7-4B77-BBC5-111586E13C7A}"/>
              </a:ext>
            </a:extLst>
          </p:cNvPr>
          <p:cNvSpPr>
            <a:spLocks xmlns:a="http://schemas.openxmlformats.org/drawingml/2006/main" noGrp="1"/>
          </p:cNvSpPr>
          <p:nvPr/>
        </p:nvSpPr>
        <p:spPr>
          <a:xfrm xmlns:a="http://schemas.openxmlformats.org/drawingml/2006/main">
            <a:off x="1047750"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f_max is the highest frequency present.</a:t>
            </a:r>
          </a:p>
        </p:txBody>
      </p:sp>
      <p:sp>
        <p:nvSpPr>
          <p:cNvPr id="7" name="text">
            <a:extLst xmlns:a="http://schemas.openxmlformats.org/drawingml/2006/main">
              <a:ext uri="{FF2B5EF4-FFF2-40B4-BE49-F238E27FC236}">
                <a16:creationId xmlns:a16="http://schemas.microsoft.com/office/drawing/2014/main" id="{CAE8CC26-B239-4C44-83AA-3D33EFFD2FAC}"/>
              </a:ext>
            </a:extLst>
          </p:cNvPr>
          <p:cNvSpPr>
            <a:spLocks xmlns:a="http://schemas.openxmlformats.org/drawingml/2006/main" noGrp="1"/>
          </p:cNvSpPr>
          <p:nvPr/>
        </p:nvSpPr>
        <p:spPr>
          <a:xfrm xmlns:a="http://schemas.openxmlformats.org/drawingml/2006/main">
            <a:off x="1047750"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For our two tones: f_max = 42 Hz.</a:t>
            </a:r>
          </a:p>
        </p:txBody>
      </p:sp>
      <p:sp>
        <p:nvSpPr>
          <p:cNvPr id="8" name="text">
            <a:extLst xmlns:a="http://schemas.openxmlformats.org/drawingml/2006/main">
              <a:ext uri="{FF2B5EF4-FFF2-40B4-BE49-F238E27FC236}">
                <a16:creationId xmlns:a16="http://schemas.microsoft.com/office/drawing/2014/main" id="{17158238-E626-4168-AD94-BBBCEB8117C6}"/>
              </a:ext>
            </a:extLst>
          </p:cNvPr>
          <p:cNvSpPr>
            <a:spLocks xmlns:a="http://schemas.openxmlformats.org/drawingml/2006/main" noGrp="1"/>
          </p:cNvSpPr>
          <p:nvPr/>
        </p:nvSpPr>
        <p:spPr>
          <a:xfrm xmlns:a="http://schemas.openxmlformats.org/drawingml/2006/main">
            <a:off x="1047750" y="34671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To avoid aliasing in this signal:</a:t>
            </a:r>
          </a:p>
        </p:txBody>
      </p:sp>
      <p:sp>
        <p:nvSpPr>
          <p:cNvPr id="9" name="text">
            <a:extLst xmlns:a="http://schemas.openxmlformats.org/drawingml/2006/main">
              <a:ext uri="{FF2B5EF4-FFF2-40B4-BE49-F238E27FC236}">
                <a16:creationId xmlns:a16="http://schemas.microsoft.com/office/drawing/2014/main" id="{FCA03D99-8CC2-4ED6-9241-90FAE8892130}"/>
              </a:ext>
            </a:extLst>
          </p:cNvPr>
          <p:cNvSpPr>
            <a:spLocks xmlns:a="http://schemas.openxmlformats.org/drawingml/2006/main" noGrp="1"/>
          </p:cNvSpPr>
          <p:nvPr/>
        </p:nvSpPr>
        <p:spPr>
          <a:xfrm xmlns:a="http://schemas.openxmlformats.org/drawingml/2006/main">
            <a:off x="1047750"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f_s &gt; 2 f_max = 84 samples/s.</a:t>
            </a:r>
          </a:p>
        </p:txBody>
      </p:sp>
      <p:sp>
        <p:nvSpPr>
          <p:cNvPr id="10" name="text">
            <a:extLst xmlns:a="http://schemas.openxmlformats.org/drawingml/2006/main">
              <a:ext uri="{FF2B5EF4-FFF2-40B4-BE49-F238E27FC236}">
                <a16:creationId xmlns:a16="http://schemas.microsoft.com/office/drawing/2014/main" id="{FCE66166-75F0-4EE1-A521-82F537EDF291}"/>
              </a:ext>
            </a:extLst>
          </p:cNvPr>
          <p:cNvSpPr>
            <a:spLocks xmlns:a="http://schemas.openxmlformats.org/drawingml/2006/main" noGrp="1"/>
          </p:cNvSpPr>
          <p:nvPr/>
        </p:nvSpPr>
        <p:spPr>
          <a:xfrm xmlns:a="http://schemas.openxmlformats.org/drawingml/2006/main">
            <a:off x="6238875"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Nyquist frequency: f_N = f_s / 2.</a:t>
            </a:r>
          </a:p>
        </p:txBody>
      </p:sp>
      <p:sp>
        <p:nvSpPr>
          <p:cNvPr id="11" name="text">
            <a:extLst xmlns:a="http://schemas.openxmlformats.org/drawingml/2006/main">
              <a:ext uri="{FF2B5EF4-FFF2-40B4-BE49-F238E27FC236}">
                <a16:creationId xmlns:a16="http://schemas.microsoft.com/office/drawing/2014/main" id="{9E5616AC-6157-494E-AD8D-C1BC545B948E}"/>
              </a:ext>
            </a:extLst>
          </p:cNvPr>
          <p:cNvSpPr>
            <a:spLocks xmlns:a="http://schemas.openxmlformats.org/drawingml/2006/main" noGrp="1"/>
          </p:cNvSpPr>
          <p:nvPr/>
        </p:nvSpPr>
        <p:spPr>
          <a:xfrm xmlns:a="http://schemas.openxmlformats.org/drawingml/2006/main">
            <a:off x="6238875"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At f_s = 126 samples/s: f_N = 63 Hz.</a:t>
            </a:r>
          </a:p>
        </p:txBody>
      </p:sp>
      <p:sp>
        <p:nvSpPr>
          <p:cNvPr id="12" name="text">
            <a:extLst xmlns:a="http://schemas.openxmlformats.org/drawingml/2006/main">
              <a:ext uri="{FF2B5EF4-FFF2-40B4-BE49-F238E27FC236}">
                <a16:creationId xmlns:a16="http://schemas.microsoft.com/office/drawing/2014/main" id="{BC2104EA-A2AD-4456-ACDC-BED8A8CE70A2}"/>
              </a:ext>
            </a:extLst>
          </p:cNvPr>
          <p:cNvSpPr>
            <a:spLocks xmlns:a="http://schemas.openxmlformats.org/drawingml/2006/main" noGrp="1"/>
          </p:cNvSpPr>
          <p:nvPr/>
        </p:nvSpPr>
        <p:spPr>
          <a:xfrm xmlns:a="http://schemas.openxmlformats.org/drawingml/2006/main">
            <a:off x="6238875" y="34671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Both 18 Hz and 42 Hz are below 63 Hz.</a:t>
            </a:r>
          </a:p>
        </p:txBody>
      </p:sp>
      <p:sp>
        <p:nvSpPr>
          <p:cNvPr id="13" name="text">
            <a:extLst xmlns:a="http://schemas.openxmlformats.org/drawingml/2006/main">
              <a:ext uri="{FF2B5EF4-FFF2-40B4-BE49-F238E27FC236}">
                <a16:creationId xmlns:a16="http://schemas.microsoft.com/office/drawing/2014/main" id="{E77D66DD-9A10-4A50-9FA5-53A66AFDA703}"/>
              </a:ext>
            </a:extLst>
          </p:cNvPr>
          <p:cNvSpPr>
            <a:spLocks xmlns:a="http://schemas.openxmlformats.org/drawingml/2006/main" noGrp="1"/>
          </p:cNvSpPr>
          <p:nvPr/>
        </p:nvSpPr>
        <p:spPr>
          <a:xfrm xmlns:a="http://schemas.openxmlformats.org/drawingml/2006/main">
            <a:off x="6238875"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The same condition is f_max &lt; f_N.</a:t>
            </a:r>
          </a:p>
        </p:txBody>
      </p:sp>
      <p:sp>
        <p:nvSpPr>
          <p:cNvPr id="14" name="text">
            <a:extLst xmlns:a="http://schemas.openxmlformats.org/drawingml/2006/main">
              <a:ext uri="{FF2B5EF4-FFF2-40B4-BE49-F238E27FC236}">
                <a16:creationId xmlns:a16="http://schemas.microsoft.com/office/drawing/2014/main" id="{1BE9F334-DC38-4DA5-B411-44B2384F913D}"/>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13–14.5 min</a:t>
            </a:r>
          </a:p>
        </p:txBody>
      </p:sp>
    </p:spTree>
    <p:extLst>
      <p:ext uri="{BB962C8B-B14F-4D97-AF65-F5344CB8AC3E}">
        <p14:creationId xmlns:p14="http://schemas.microsoft.com/office/powerpoint/2010/main" val="293634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5910B873-B201-47F9-A71A-647C67B05CDF}"/>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71D80CE4-1D36-4340-BC45-84982AF8EDEF}"/>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Exactly two samples per cycle can fail</a:t>
            </a:r>
          </a:p>
        </p:txBody>
      </p:sp>
      <p:sp>
        <p:nvSpPr>
          <p:cNvPr id="3" name="page">
            <a:extLst xmlns:a="http://schemas.openxmlformats.org/drawingml/2006/main">
              <a:ext uri="{FF2B5EF4-FFF2-40B4-BE49-F238E27FC236}">
                <a16:creationId xmlns:a16="http://schemas.microsoft.com/office/drawing/2014/main" id="{5148B557-030A-475B-9616-7ED07787858D}"/>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13</a:t>
            </a:r>
          </a:p>
        </p:txBody>
      </p:sp>
      <p:graphicFrame>
        <p:nvGraphicFramePr>
          <p:cNvPr id="11" name="Chart"/>
          <p:cNvGraphicFramePr/>
          <p:nvPr/>
        </p:nvGraphicFramePr>
        <p:xfrm>
          <a:off xmlns:a="http://schemas.openxmlformats.org/drawingml/2006/main" x="571500" y="1524000"/>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02c80b8378c642a3"/>
          </a:graphicData>
        </a:graphic>
      </p:graphicFrame>
      <p:sp>
        <p:nvSpPr>
          <p:cNvPr id="5" name="text">
            <a:extLst xmlns:a="http://schemas.openxmlformats.org/drawingml/2006/main">
              <a:ext uri="{FF2B5EF4-FFF2-40B4-BE49-F238E27FC236}">
                <a16:creationId xmlns:a16="http://schemas.microsoft.com/office/drawing/2014/main" id="{E4E03410-0446-42BB-A314-AF99C2732E87}"/>
              </a:ext>
            </a:extLst>
          </p:cNvPr>
          <p:cNvSpPr>
            <a:spLocks xmlns:a="http://schemas.openxmlformats.org/drawingml/2006/main" noGrp="1"/>
          </p:cNvSpPr>
          <p:nvPr/>
        </p:nvSpPr>
        <p:spPr>
          <a:xfrm xmlns:a="http://schemas.openxmlformats.org/drawingml/2006/main">
            <a:off x="666750" y="5572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f_s = 2 f_signal, this starting phase makes every reading zero.</a:t>
            </a:r>
          </a:p>
        </p:txBody>
      </p:sp>
      <p:sp>
        <p:nvSpPr>
          <p:cNvPr id="6" name="text">
            <a:extLst xmlns:a="http://schemas.openxmlformats.org/drawingml/2006/main">
              <a:ext uri="{FF2B5EF4-FFF2-40B4-BE49-F238E27FC236}">
                <a16:creationId xmlns:a16="http://schemas.microsoft.com/office/drawing/2014/main" id="{7C2A2E36-32EC-4FBC-AC2D-D99D3DC2E39A}"/>
              </a:ext>
            </a:extLst>
          </p:cNvPr>
          <p:cNvSpPr>
            <a:spLocks xmlns:a="http://schemas.openxmlformats.org/drawingml/2006/main" noGrp="1"/>
          </p:cNvSpPr>
          <p:nvPr/>
        </p:nvSpPr>
        <p:spPr>
          <a:xfrm xmlns:a="http://schemas.openxmlformats.org/drawingml/2006/main">
            <a:off x="666750" y="60483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616"/>
                </a:solidFill>
                <a:latin typeface="Calibri"/>
                <a:ea typeface="Calibri"/>
                <a:cs typeface="Calibri"/>
              </a:defRPr>
            </a:pPr>
            <a:r>
              <a:rPr sz="1875" b="0">
                <a:solidFill>
                  <a:srgbClr val="161616"/>
                </a:solidFill>
                <a:latin typeface="Calibri"/>
                <a:ea typeface="Calibri"/>
                <a:cs typeface="Calibri"/>
              </a:rPr>
              <a:t>Use f_s &gt; 2 f_max and leave margin for real measurements.</a:t>
            </a:r>
          </a:p>
        </p:txBody>
      </p:sp>
      <p:sp>
        <p:nvSpPr>
          <p:cNvPr id="7" name="text">
            <a:extLst xmlns:a="http://schemas.openxmlformats.org/drawingml/2006/main">
              <a:ext uri="{FF2B5EF4-FFF2-40B4-BE49-F238E27FC236}">
                <a16:creationId xmlns:a16="http://schemas.microsoft.com/office/drawing/2014/main" id="{AB62F401-D138-4D49-A041-E1ABD1ABCC3B}"/>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14.5–15.5 min</a:t>
            </a:r>
          </a:p>
        </p:txBody>
      </p:sp>
    </p:spTree>
    <p:extLst>
      <p:ext uri="{BB962C8B-B14F-4D97-AF65-F5344CB8AC3E}">
        <p14:creationId xmlns:p14="http://schemas.microsoft.com/office/powerpoint/2010/main" val="8444495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8F02D697-1134-4DB5-B5E4-1E2A28CEA6EA}"/>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D9A87587-AE42-4F2B-8CEC-91C477931B51}"/>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Aliasing: two waves fit the same samples</a:t>
            </a:r>
          </a:p>
        </p:txBody>
      </p:sp>
      <p:sp>
        <p:nvSpPr>
          <p:cNvPr id="3" name="page">
            <a:extLst xmlns:a="http://schemas.openxmlformats.org/drawingml/2006/main">
              <a:ext uri="{FF2B5EF4-FFF2-40B4-BE49-F238E27FC236}">
                <a16:creationId xmlns:a16="http://schemas.microsoft.com/office/drawing/2014/main" id="{5CA205F9-5A8D-464E-8F70-EB56A4746450}"/>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14</a:t>
            </a:r>
          </a:p>
        </p:txBody>
      </p:sp>
      <p:graphicFrame>
        <p:nvGraphicFramePr>
          <p:cNvPr id="11" name="Chart"/>
          <p:cNvGraphicFramePr/>
          <p:nvPr/>
        </p:nvGraphicFramePr>
        <p:xfrm>
          <a:off xmlns:a="http://schemas.openxmlformats.org/drawingml/2006/main" x="571500" y="1524000"/>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f950a960cbc6428a"/>
          </a:graphicData>
        </a:graphic>
      </p:graphicFrame>
      <p:sp>
        <p:nvSpPr>
          <p:cNvPr id="5" name="text">
            <a:extLst xmlns:a="http://schemas.openxmlformats.org/drawingml/2006/main">
              <a:ext uri="{FF2B5EF4-FFF2-40B4-BE49-F238E27FC236}">
                <a16:creationId xmlns:a16="http://schemas.microsoft.com/office/drawing/2014/main" id="{8840F7D5-65D3-4B41-AA22-89AC399C0398}"/>
              </a:ext>
            </a:extLst>
          </p:cNvPr>
          <p:cNvSpPr>
            <a:spLocks xmlns:a="http://schemas.openxmlformats.org/drawingml/2006/main" noGrp="1"/>
          </p:cNvSpPr>
          <p:nvPr/>
        </p:nvSpPr>
        <p:spPr>
          <a:xfrm xmlns:a="http://schemas.openxmlformats.org/drawingml/2006/main">
            <a:off x="666750" y="5524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81C1C"/>
                </a:solidFill>
                <a:latin typeface="Calibri"/>
                <a:ea typeface="Calibri"/>
                <a:cs typeface="Calibri"/>
              </a:defRPr>
            </a:pPr>
            <a:r>
              <a:rPr sz="2100" b="1">
                <a:solidFill>
                  <a:srgbClr val="881C1C"/>
                </a:solidFill>
                <a:latin typeface="Calibri"/>
                <a:ea typeface="Calibri"/>
                <a:cs typeface="Calibri"/>
              </a:rPr>
              <a:t>Both waves give the same sample values at fs = 48 Hz</a:t>
            </a:r>
          </a:p>
        </p:txBody>
      </p:sp>
      <p:sp>
        <p:nvSpPr>
          <p:cNvPr id="6" name="text">
            <a:extLst xmlns:a="http://schemas.openxmlformats.org/drawingml/2006/main">
              <a:ext uri="{FF2B5EF4-FFF2-40B4-BE49-F238E27FC236}">
                <a16:creationId xmlns:a16="http://schemas.microsoft.com/office/drawing/2014/main" id="{3804A8E5-2F10-425B-B30E-D33FACBAEDC6}"/>
              </a:ext>
            </a:extLst>
          </p:cNvPr>
          <p:cNvSpPr>
            <a:spLocks xmlns:a="http://schemas.openxmlformats.org/drawingml/2006/main" noGrp="1"/>
          </p:cNvSpPr>
          <p:nvPr/>
        </p:nvSpPr>
        <p:spPr>
          <a:xfrm xmlns:a="http://schemas.openxmlformats.org/drawingml/2006/main">
            <a:off x="666750" y="6000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1616"/>
                </a:solidFill>
                <a:latin typeface="Calibri"/>
                <a:ea typeface="Calibri"/>
                <a:cs typeface="Calibri"/>
              </a:defRPr>
            </a:pPr>
            <a:r>
              <a:rPr sz="1800" b="0">
                <a:solidFill>
                  <a:srgbClr val="161616"/>
                </a:solidFill>
                <a:latin typeface="Calibri"/>
                <a:ea typeface="Calibri"/>
                <a:cs typeface="Calibri"/>
              </a:rPr>
              <a:t>42 Hz folds to |42 − 48| = 6 Hz. The signal itself has not changed.</a:t>
            </a:r>
          </a:p>
        </p:txBody>
      </p:sp>
      <p:sp>
        <p:nvSpPr>
          <p:cNvPr id="7" name="text">
            <a:extLst xmlns:a="http://schemas.openxmlformats.org/drawingml/2006/main">
              <a:ext uri="{FF2B5EF4-FFF2-40B4-BE49-F238E27FC236}">
                <a16:creationId xmlns:a16="http://schemas.microsoft.com/office/drawing/2014/main" id="{07A2FD26-6C6E-4EDB-B514-DBF4935913B4}"/>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15.5–17 min</a:t>
            </a:r>
          </a:p>
        </p:txBody>
      </p:sp>
    </p:spTree>
    <p:extLst>
      <p:ext uri="{BB962C8B-B14F-4D97-AF65-F5344CB8AC3E}">
        <p14:creationId xmlns:p14="http://schemas.microsoft.com/office/powerpoint/2010/main" val="2333471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DAFC837A-4DE3-4E3E-BE54-32BDC329FD70}"/>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C905E6A5-B85A-411D-90CC-BF893802ECD8}"/>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Predict an alias before measuring</a:t>
            </a:r>
          </a:p>
        </p:txBody>
      </p:sp>
      <p:sp>
        <p:nvSpPr>
          <p:cNvPr id="3" name="page">
            <a:extLst xmlns:a="http://schemas.openxmlformats.org/drawingml/2006/main">
              <a:ext uri="{FF2B5EF4-FFF2-40B4-BE49-F238E27FC236}">
                <a16:creationId xmlns:a16="http://schemas.microsoft.com/office/drawing/2014/main" id="{38448971-09FB-4862-840C-94AFF9B1DADC}"/>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15</a:t>
            </a:r>
          </a:p>
        </p:txBody>
      </p:sp>
      <p:sp>
        <p:nvSpPr>
          <p:cNvPr id="4" name="text">
            <a:extLst xmlns:a="http://schemas.openxmlformats.org/drawingml/2006/main">
              <a:ext uri="{FF2B5EF4-FFF2-40B4-BE49-F238E27FC236}">
                <a16:creationId xmlns:a16="http://schemas.microsoft.com/office/drawing/2014/main" id="{01136404-A1C6-4B45-9BD4-7360F8898B76}"/>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66BFCE81-42B4-4B64-99ED-D24121FFE56A}"/>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Choose an integer k so f_alias = |f_signal − k f_s| lies in [0, f_s/2].</a:t>
            </a:r>
          </a:p>
        </p:txBody>
      </p:sp>
      <p:sp>
        <p:nvSpPr>
          <p:cNvPr id="6" name="text">
            <a:extLst xmlns:a="http://schemas.openxmlformats.org/drawingml/2006/main">
              <a:ext uri="{FF2B5EF4-FFF2-40B4-BE49-F238E27FC236}">
                <a16:creationId xmlns:a16="http://schemas.microsoft.com/office/drawing/2014/main" id="{2F9FD159-0AC1-49FB-9411-EDDE6A308E3A}"/>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9D05C665-E580-4E4C-B329-3E87FA1275FE}"/>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For a 42 Hz tone at 48 samples/s: |42 − 48| = 6 Hz.</a:t>
            </a:r>
          </a:p>
        </p:txBody>
      </p:sp>
      <p:sp>
        <p:nvSpPr>
          <p:cNvPr id="8" name="text">
            <a:extLst xmlns:a="http://schemas.openxmlformats.org/drawingml/2006/main">
              <a:ext uri="{FF2B5EF4-FFF2-40B4-BE49-F238E27FC236}">
                <a16:creationId xmlns:a16="http://schemas.microsoft.com/office/drawing/2014/main" id="{5A4129F4-A89A-47E5-BD2C-FD7542DE485B}"/>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E17370C7-75BB-4355-9162-8B47C9352207}"/>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For a pure tone sampled at its own frequency, every reading has the same phase.</a:t>
            </a:r>
          </a:p>
        </p:txBody>
      </p:sp>
      <p:sp>
        <p:nvSpPr>
          <p:cNvPr id="10" name="text">
            <a:extLst xmlns:a="http://schemas.openxmlformats.org/drawingml/2006/main">
              <a:ext uri="{FF2B5EF4-FFF2-40B4-BE49-F238E27FC236}">
                <a16:creationId xmlns:a16="http://schemas.microsoft.com/office/drawing/2014/main" id="{214A9E23-0AC5-4738-B3F4-298D850B61C2}"/>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0AC43E98-64B7-4F84-85D4-1A788002E490}"/>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 longer record or an FFT cannot recover information lost through aliasing.</a:t>
            </a:r>
          </a:p>
        </p:txBody>
      </p:sp>
      <p:sp>
        <p:nvSpPr>
          <p:cNvPr id="12" name="text">
            <a:extLst xmlns:a="http://schemas.openxmlformats.org/drawingml/2006/main">
              <a:ext uri="{FF2B5EF4-FFF2-40B4-BE49-F238E27FC236}">
                <a16:creationId xmlns:a16="http://schemas.microsoft.com/office/drawing/2014/main" id="{9A80F435-520E-4171-BD97-BB423FB49A22}"/>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17–18 min</a:t>
            </a:r>
          </a:p>
        </p:txBody>
      </p:sp>
    </p:spTree>
    <p:extLst>
      <p:ext uri="{BB962C8B-B14F-4D97-AF65-F5344CB8AC3E}">
        <p14:creationId xmlns:p14="http://schemas.microsoft.com/office/powerpoint/2010/main" val="16721266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E895BEBB-9E9B-4314-9DDC-A9D39B1E9EA4}"/>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044B27F4-4425-4B17-9DA7-9C9A3CBC0B0B}"/>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Fourier series, transform, DFT, and FFT</a:t>
            </a:r>
          </a:p>
        </p:txBody>
      </p:sp>
      <p:sp>
        <p:nvSpPr>
          <p:cNvPr id="3" name="page">
            <a:extLst xmlns:a="http://schemas.openxmlformats.org/drawingml/2006/main">
              <a:ext uri="{FF2B5EF4-FFF2-40B4-BE49-F238E27FC236}">
                <a16:creationId xmlns:a16="http://schemas.microsoft.com/office/drawing/2014/main" id="{F344FC8A-4DCF-42C8-B6F6-DE796E2DD117}"/>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16</a:t>
            </a:r>
          </a:p>
        </p:txBody>
      </p:sp>
      <p:sp>
        <p:nvSpPr>
          <p:cNvPr id="4" name="text">
            <a:extLst xmlns:a="http://schemas.openxmlformats.org/drawingml/2006/main">
              <a:ext uri="{FF2B5EF4-FFF2-40B4-BE49-F238E27FC236}">
                <a16:creationId xmlns:a16="http://schemas.microsoft.com/office/drawing/2014/main" id="{5336E7C4-E705-4A6B-BC77-50E8427E11C2}"/>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4E81BC4E-35FE-484D-AF8A-C61D85050F54}"/>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Fourier series: periodic waveform = sum of harmonic sinusoids.</a:t>
            </a:r>
          </a:p>
        </p:txBody>
      </p:sp>
      <p:sp>
        <p:nvSpPr>
          <p:cNvPr id="6" name="text">
            <a:extLst xmlns:a="http://schemas.openxmlformats.org/drawingml/2006/main">
              <a:ext uri="{FF2B5EF4-FFF2-40B4-BE49-F238E27FC236}">
                <a16:creationId xmlns:a16="http://schemas.microsoft.com/office/drawing/2014/main" id="{2B5976BD-7AEF-4371-8EE6-E22EB42D8DB3}"/>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6CB73257-995C-48C0-B1FF-405703BEA391}"/>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Fourier transform: frequency description of suitable continuous signals.</a:t>
            </a:r>
          </a:p>
        </p:txBody>
      </p:sp>
      <p:sp>
        <p:nvSpPr>
          <p:cNvPr id="8" name="text">
            <a:extLst xmlns:a="http://schemas.openxmlformats.org/drawingml/2006/main">
              <a:ext uri="{FF2B5EF4-FFF2-40B4-BE49-F238E27FC236}">
                <a16:creationId xmlns:a16="http://schemas.microsoft.com/office/drawing/2014/main" id="{02211A15-9779-4174-A7DC-3BA3EBAE4A16}"/>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DC319117-6694-4852-9A33-259E93306FD8}"/>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DFT: frequency coefficients of N stored samples, X[k].</a:t>
            </a:r>
          </a:p>
        </p:txBody>
      </p:sp>
      <p:sp>
        <p:nvSpPr>
          <p:cNvPr id="10" name="text">
            <a:extLst xmlns:a="http://schemas.openxmlformats.org/drawingml/2006/main">
              <a:ext uri="{FF2B5EF4-FFF2-40B4-BE49-F238E27FC236}">
                <a16:creationId xmlns:a16="http://schemas.microsoft.com/office/drawing/2014/main" id="{441D62E0-0226-41C2-A904-EFC5B0B28FE6}"/>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29E2920E-829A-4097-929B-2EB9FAE33996}"/>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FFT: an efficient algorithm for computing the DFT.</a:t>
            </a:r>
          </a:p>
        </p:txBody>
      </p:sp>
      <p:sp>
        <p:nvSpPr>
          <p:cNvPr id="12" name="text">
            <a:extLst xmlns:a="http://schemas.openxmlformats.org/drawingml/2006/main">
              <a:ext uri="{FF2B5EF4-FFF2-40B4-BE49-F238E27FC236}">
                <a16:creationId xmlns:a16="http://schemas.microsoft.com/office/drawing/2014/main" id="{154DC963-DD94-49F4-95A8-A523EF6ACCEB}"/>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18–19.5 min</a:t>
            </a:r>
          </a:p>
        </p:txBody>
      </p:sp>
    </p:spTree>
    <p:extLst>
      <p:ext uri="{BB962C8B-B14F-4D97-AF65-F5344CB8AC3E}">
        <p14:creationId xmlns:p14="http://schemas.microsoft.com/office/powerpoint/2010/main" val="1959873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7A647721-F05A-4C12-9A50-8D09BA65F654}"/>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96EB9467-051F-4B67-BB55-B5C1071EE12C}"/>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A waveform and a spectrum answer different questions</a:t>
            </a:r>
          </a:p>
        </p:txBody>
      </p:sp>
      <p:sp>
        <p:nvSpPr>
          <p:cNvPr id="3" name="page">
            <a:extLst xmlns:a="http://schemas.openxmlformats.org/drawingml/2006/main">
              <a:ext uri="{FF2B5EF4-FFF2-40B4-BE49-F238E27FC236}">
                <a16:creationId xmlns:a16="http://schemas.microsoft.com/office/drawing/2014/main" id="{FA8F39B5-2A4A-4346-96FF-BC4B309DB2E9}"/>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17</a:t>
            </a:r>
          </a:p>
        </p:txBody>
      </p:sp>
      <p:graphicFrame>
        <p:nvGraphicFramePr>
          <p:cNvPr id="11" name="Chart"/>
          <p:cNvGraphicFramePr/>
          <p:nvPr/>
        </p:nvGraphicFramePr>
        <p:xfrm>
          <a:off xmlns:a="http://schemas.openxmlformats.org/drawingml/2006/main" x="571500" y="1571625"/>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590ae0df9c8c44ca"/>
          </a:graphicData>
        </a:graphic>
      </p:graphicFrame>
      <p:sp>
        <p:nvSpPr>
          <p:cNvPr id="5" name="text">
            <a:extLst xmlns:a="http://schemas.openxmlformats.org/drawingml/2006/main">
              <a:ext uri="{FF2B5EF4-FFF2-40B4-BE49-F238E27FC236}">
                <a16:creationId xmlns:a16="http://schemas.microsoft.com/office/drawing/2014/main" id="{3FF3E91C-7754-4BAA-9DC7-FA0F70F32F49}"/>
              </a:ext>
            </a:extLst>
          </p:cNvPr>
          <p:cNvSpPr>
            <a:spLocks xmlns:a="http://schemas.openxmlformats.org/drawingml/2006/main" noGrp="1"/>
          </p:cNvSpPr>
          <p:nvPr/>
        </p:nvSpPr>
        <p:spPr>
          <a:xfrm xmlns:a="http://schemas.openxmlformats.org/drawingml/2006/main">
            <a:off x="666750" y="5572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81C1C"/>
                </a:solidFill>
                <a:latin typeface="Calibri"/>
                <a:ea typeface="Calibri"/>
                <a:cs typeface="Calibri"/>
              </a:defRPr>
            </a:pPr>
            <a:r>
              <a:rPr sz="1950" b="1">
                <a:solidFill>
                  <a:srgbClr val="881C1C"/>
                </a:solidFill>
                <a:latin typeface="Calibri"/>
                <a:ea typeface="Calibri"/>
                <a:cs typeface="Calibri"/>
              </a:rPr>
              <a:t>18 Hz peak: 1.20 V. 42 Hz peak: 0.45 V. Same samples, another view.</a:t>
            </a:r>
          </a:p>
        </p:txBody>
      </p:sp>
      <p:sp>
        <p:nvSpPr>
          <p:cNvPr id="6" name="text">
            <a:extLst xmlns:a="http://schemas.openxmlformats.org/drawingml/2006/main">
              <a:ext uri="{FF2B5EF4-FFF2-40B4-BE49-F238E27FC236}">
                <a16:creationId xmlns:a16="http://schemas.microsoft.com/office/drawing/2014/main" id="{D4CF6F6F-4C4D-4294-8C69-2FB48C3E2D51}"/>
              </a:ext>
            </a:extLst>
          </p:cNvPr>
          <p:cNvSpPr>
            <a:spLocks xmlns:a="http://schemas.openxmlformats.org/drawingml/2006/main" noGrp="1"/>
          </p:cNvSpPr>
          <p:nvPr/>
        </p:nvSpPr>
        <p:spPr>
          <a:xfrm xmlns:a="http://schemas.openxmlformats.org/drawingml/2006/main">
            <a:off x="666750" y="60769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1616"/>
                </a:solidFill>
                <a:latin typeface="Calibri"/>
                <a:ea typeface="Calibri"/>
                <a:cs typeface="Calibri"/>
              </a:defRPr>
            </a:pPr>
            <a:r>
              <a:rPr sz="1650" b="0">
                <a:solidFill>
                  <a:srgbClr val="161616"/>
                </a:solidFill>
                <a:latin typeface="Calibri"/>
                <a:ea typeface="Calibri"/>
                <a:cs typeface="Calibri"/>
              </a:rPr>
              <a:t>Calculated from 336 samples in 1 s. Both tones complete whole cycles; no taper in this example.</a:t>
            </a:r>
          </a:p>
        </p:txBody>
      </p:sp>
      <p:sp>
        <p:nvSpPr>
          <p:cNvPr id="7" name="text">
            <a:extLst xmlns:a="http://schemas.openxmlformats.org/drawingml/2006/main">
              <a:ext uri="{FF2B5EF4-FFF2-40B4-BE49-F238E27FC236}">
                <a16:creationId xmlns:a16="http://schemas.microsoft.com/office/drawing/2014/main" id="{6F21D651-8E99-4FE8-A14B-49E20FC48C5E}"/>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19.5–21 min</a:t>
            </a:r>
          </a:p>
        </p:txBody>
      </p:sp>
    </p:spTree>
    <p:extLst>
      <p:ext uri="{BB962C8B-B14F-4D97-AF65-F5344CB8AC3E}">
        <p14:creationId xmlns:p14="http://schemas.microsoft.com/office/powerpoint/2010/main" val="6462514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urse">
            <a:extLst xmlns:a="http://schemas.openxmlformats.org/drawingml/2006/main">
              <a:ext uri="{FF2B5EF4-FFF2-40B4-BE49-F238E27FC236}">
                <a16:creationId xmlns:a16="http://schemas.microsoft.com/office/drawing/2014/main" id="{06EEBE25-E21F-4EBA-B068-43BBE7CAA18C}"/>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7C4A0299-1D7A-4290-9F1B-18AABD950B14}"/>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Reading an FFT peak</a:t>
            </a:r>
          </a:p>
        </p:txBody>
      </p:sp>
      <p:sp>
        <p:nvSpPr>
          <p:cNvPr id="3" name="page">
            <a:extLst xmlns:a="http://schemas.openxmlformats.org/drawingml/2006/main">
              <a:ext uri="{FF2B5EF4-FFF2-40B4-BE49-F238E27FC236}">
                <a16:creationId xmlns:a16="http://schemas.microsoft.com/office/drawing/2014/main" id="{582A4819-1354-4640-81E7-15E52960265A}"/>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18</a:t>
            </a:r>
          </a:p>
        </p:txBody>
      </p:sp>
      <p:sp>
        <p:nvSpPr>
          <p:cNvPr id="4" name="text">
            <a:extLst xmlns:a="http://schemas.openxmlformats.org/drawingml/2006/main">
              <a:ext uri="{FF2B5EF4-FFF2-40B4-BE49-F238E27FC236}">
                <a16:creationId xmlns:a16="http://schemas.microsoft.com/office/drawing/2014/main" id="{80D39996-1C21-4E3A-B5B5-F5542123A387}"/>
              </a:ext>
            </a:extLst>
          </p:cNvPr>
          <p:cNvSpPr>
            <a:spLocks xmlns:a="http://schemas.openxmlformats.org/drawingml/2006/main" noGrp="1"/>
          </p:cNvSpPr>
          <p:nvPr/>
        </p:nvSpPr>
        <p:spPr>
          <a:xfrm xmlns:a="http://schemas.openxmlformats.org/drawingml/2006/main">
            <a:off x="523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HORIZONTAL POSITION</a:t>
            </a:r>
          </a:p>
        </p:txBody>
      </p:sp>
      <p:sp>
        <p:nvSpPr>
          <p:cNvPr id="5" name="text">
            <a:extLst xmlns:a="http://schemas.openxmlformats.org/drawingml/2006/main">
              <a:ext uri="{FF2B5EF4-FFF2-40B4-BE49-F238E27FC236}">
                <a16:creationId xmlns:a16="http://schemas.microsoft.com/office/drawing/2014/main" id="{D82773DD-90BD-402D-BC87-B36F68C30748}"/>
              </a:ext>
            </a:extLst>
          </p:cNvPr>
          <p:cNvSpPr>
            <a:spLocks xmlns:a="http://schemas.openxmlformats.org/drawingml/2006/main" noGrp="1"/>
          </p:cNvSpPr>
          <p:nvPr/>
        </p:nvSpPr>
        <p:spPr>
          <a:xfrm xmlns:a="http://schemas.openxmlformats.org/drawingml/2006/main">
            <a:off x="6238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VERTICAL HEIGHT</a:t>
            </a:r>
          </a:p>
        </p:txBody>
      </p:sp>
      <p:sp>
        <p:nvSpPr>
          <p:cNvPr id="6" name="text">
            <a:extLst xmlns:a="http://schemas.openxmlformats.org/drawingml/2006/main">
              <a:ext uri="{FF2B5EF4-FFF2-40B4-BE49-F238E27FC236}">
                <a16:creationId xmlns:a16="http://schemas.microsoft.com/office/drawing/2014/main" id="{880385D8-2DA9-401B-8F68-0AD2456367C0}"/>
              </a:ext>
            </a:extLst>
          </p:cNvPr>
          <p:cNvSpPr>
            <a:spLocks xmlns:a="http://schemas.openxmlformats.org/drawingml/2006/main" noGrp="1"/>
          </p:cNvSpPr>
          <p:nvPr/>
        </p:nvSpPr>
        <p:spPr>
          <a:xfrm xmlns:a="http://schemas.openxmlformats.org/drawingml/2006/main">
            <a:off x="1047750"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The x-axis is frequency in Hz.</a:t>
            </a:r>
          </a:p>
        </p:txBody>
      </p:sp>
      <p:sp>
        <p:nvSpPr>
          <p:cNvPr id="7" name="text">
            <a:extLst xmlns:a="http://schemas.openxmlformats.org/drawingml/2006/main">
              <a:ext uri="{FF2B5EF4-FFF2-40B4-BE49-F238E27FC236}">
                <a16:creationId xmlns:a16="http://schemas.microsoft.com/office/drawing/2014/main" id="{802F997C-7043-4606-855F-7C991C896914}"/>
              </a:ext>
            </a:extLst>
          </p:cNvPr>
          <p:cNvSpPr>
            <a:spLocks xmlns:a="http://schemas.openxmlformats.org/drawingml/2006/main" noGrp="1"/>
          </p:cNvSpPr>
          <p:nvPr/>
        </p:nvSpPr>
        <p:spPr>
          <a:xfrm xmlns:a="http://schemas.openxmlformats.org/drawingml/2006/main">
            <a:off x="1047750"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A peak at 18 Hz means 18 cycles/s.</a:t>
            </a:r>
          </a:p>
        </p:txBody>
      </p:sp>
      <p:sp>
        <p:nvSpPr>
          <p:cNvPr id="8" name="text">
            <a:extLst xmlns:a="http://schemas.openxmlformats.org/drawingml/2006/main">
              <a:ext uri="{FF2B5EF4-FFF2-40B4-BE49-F238E27FC236}">
                <a16:creationId xmlns:a16="http://schemas.microsoft.com/office/drawing/2014/main" id="{1A15F30F-6A32-4116-8412-C90D36E838BC}"/>
              </a:ext>
            </a:extLst>
          </p:cNvPr>
          <p:cNvSpPr>
            <a:spLocks xmlns:a="http://schemas.openxmlformats.org/drawingml/2006/main" noGrp="1"/>
          </p:cNvSpPr>
          <p:nvPr/>
        </p:nvSpPr>
        <p:spPr>
          <a:xfrm xmlns:a="http://schemas.openxmlformats.org/drawingml/2006/main">
            <a:off x="1047750" y="34671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This axis is not time.</a:t>
            </a:r>
          </a:p>
        </p:txBody>
      </p:sp>
      <p:sp>
        <p:nvSpPr>
          <p:cNvPr id="9" name="text">
            <a:extLst xmlns:a="http://schemas.openxmlformats.org/drawingml/2006/main">
              <a:ext uri="{FF2B5EF4-FFF2-40B4-BE49-F238E27FC236}">
                <a16:creationId xmlns:a16="http://schemas.microsoft.com/office/drawing/2014/main" id="{49E386AE-F848-4051-A134-1286330BDF53}"/>
              </a:ext>
            </a:extLst>
          </p:cNvPr>
          <p:cNvSpPr>
            <a:spLocks xmlns:a="http://schemas.openxmlformats.org/drawingml/2006/main" noGrp="1"/>
          </p:cNvSpPr>
          <p:nvPr/>
        </p:nvSpPr>
        <p:spPr>
          <a:xfrm xmlns:a="http://schemas.openxmlformats.org/drawingml/2006/main">
            <a:off x="1047750"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It is not the recorder sampling rate.</a:t>
            </a:r>
          </a:p>
        </p:txBody>
      </p:sp>
      <p:sp>
        <p:nvSpPr>
          <p:cNvPr id="10" name="text">
            <a:extLst xmlns:a="http://schemas.openxmlformats.org/drawingml/2006/main">
              <a:ext uri="{FF2B5EF4-FFF2-40B4-BE49-F238E27FC236}">
                <a16:creationId xmlns:a16="http://schemas.microsoft.com/office/drawing/2014/main" id="{ED3CDFC9-8AA6-474D-A43C-0E57B47A52EB}"/>
              </a:ext>
            </a:extLst>
          </p:cNvPr>
          <p:cNvSpPr>
            <a:spLocks xmlns:a="http://schemas.openxmlformats.org/drawingml/2006/main" noGrp="1"/>
          </p:cNvSpPr>
          <p:nvPr/>
        </p:nvSpPr>
        <p:spPr>
          <a:xfrm xmlns:a="http://schemas.openxmlformats.org/drawingml/2006/main">
            <a:off x="6238875"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Here the y-axis is amplitude in volts.</a:t>
            </a:r>
          </a:p>
        </p:txBody>
      </p:sp>
      <p:sp>
        <p:nvSpPr>
          <p:cNvPr id="11" name="text">
            <a:extLst xmlns:a="http://schemas.openxmlformats.org/drawingml/2006/main">
              <a:ext uri="{FF2B5EF4-FFF2-40B4-BE49-F238E27FC236}">
                <a16:creationId xmlns:a16="http://schemas.microsoft.com/office/drawing/2014/main" id="{311BBCAA-0805-42D5-99D5-E52470397075}"/>
              </a:ext>
            </a:extLst>
          </p:cNvPr>
          <p:cNvSpPr>
            <a:spLocks xmlns:a="http://schemas.openxmlformats.org/drawingml/2006/main" noGrp="1"/>
          </p:cNvSpPr>
          <p:nvPr/>
        </p:nvSpPr>
        <p:spPr>
          <a:xfrm xmlns:a="http://schemas.openxmlformats.org/drawingml/2006/main">
            <a:off x="6238875"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The 18 Hz peak is about 1.20 V.</a:t>
            </a:r>
          </a:p>
        </p:txBody>
      </p:sp>
      <p:sp>
        <p:nvSpPr>
          <p:cNvPr id="12" name="text">
            <a:extLst xmlns:a="http://schemas.openxmlformats.org/drawingml/2006/main">
              <a:ext uri="{FF2B5EF4-FFF2-40B4-BE49-F238E27FC236}">
                <a16:creationId xmlns:a16="http://schemas.microsoft.com/office/drawing/2014/main" id="{7925C1B0-F1E3-429C-A4B7-B47D002A58AB}"/>
              </a:ext>
            </a:extLst>
          </p:cNvPr>
          <p:cNvSpPr>
            <a:spLocks xmlns:a="http://schemas.openxmlformats.org/drawingml/2006/main" noGrp="1"/>
          </p:cNvSpPr>
          <p:nvPr/>
        </p:nvSpPr>
        <p:spPr>
          <a:xfrm xmlns:a="http://schemas.openxmlformats.org/drawingml/2006/main">
            <a:off x="6238875" y="34671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This is peak amplitude, not RMS.</a:t>
            </a:r>
          </a:p>
        </p:txBody>
      </p:sp>
      <p:sp>
        <p:nvSpPr>
          <p:cNvPr id="13" name="text">
            <a:extLst xmlns:a="http://schemas.openxmlformats.org/drawingml/2006/main">
              <a:ext uri="{FF2B5EF4-FFF2-40B4-BE49-F238E27FC236}">
                <a16:creationId xmlns:a16="http://schemas.microsoft.com/office/drawing/2014/main" id="{DA3A371E-138B-4AFC-A3F2-11092BDECAD3}"/>
              </a:ext>
            </a:extLst>
          </p:cNvPr>
          <p:cNvSpPr>
            <a:spLocks xmlns:a="http://schemas.openxmlformats.org/drawingml/2006/main" noGrp="1"/>
          </p:cNvSpPr>
          <p:nvPr/>
        </p:nvSpPr>
        <p:spPr>
          <a:xfrm xmlns:a="http://schemas.openxmlformats.org/drawingml/2006/main">
            <a:off x="6238875"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Its single-tone RMS is 1.20/√2 V.</a:t>
            </a:r>
          </a:p>
        </p:txBody>
      </p:sp>
      <p:sp>
        <p:nvSpPr>
          <p:cNvPr id="14" name="text">
            <a:extLst xmlns:a="http://schemas.openxmlformats.org/drawingml/2006/main">
              <a:ext uri="{FF2B5EF4-FFF2-40B4-BE49-F238E27FC236}">
                <a16:creationId xmlns:a16="http://schemas.microsoft.com/office/drawing/2014/main" id="{7415CBC7-88D4-4082-B964-CAF21295BED8}"/>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21–22 min</a:t>
            </a:r>
          </a:p>
        </p:txBody>
      </p:sp>
    </p:spTree>
    <p:extLst>
      <p:ext uri="{BB962C8B-B14F-4D97-AF65-F5344CB8AC3E}">
        <p14:creationId xmlns:p14="http://schemas.microsoft.com/office/powerpoint/2010/main" val="15380311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urse">
            <a:extLst xmlns:a="http://schemas.openxmlformats.org/drawingml/2006/main">
              <a:ext uri="{FF2B5EF4-FFF2-40B4-BE49-F238E27FC236}">
                <a16:creationId xmlns:a16="http://schemas.microsoft.com/office/drawing/2014/main" id="{A7E9F2CC-7DCC-4525-AC5E-61CB4B43DAB6}"/>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C7C762CA-CCB8-4E35-8797-5C7FDDD25F8A}"/>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Record duration and FFT frequency bins</a:t>
            </a:r>
          </a:p>
        </p:txBody>
      </p:sp>
      <p:sp>
        <p:nvSpPr>
          <p:cNvPr id="3" name="page">
            <a:extLst xmlns:a="http://schemas.openxmlformats.org/drawingml/2006/main">
              <a:ext uri="{FF2B5EF4-FFF2-40B4-BE49-F238E27FC236}">
                <a16:creationId xmlns:a16="http://schemas.microsoft.com/office/drawing/2014/main" id="{E5C159AA-277A-4736-85EA-E7F5053B3D22}"/>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19</a:t>
            </a:r>
          </a:p>
        </p:txBody>
      </p:sp>
      <p:sp>
        <p:nvSpPr>
          <p:cNvPr id="4" name="text">
            <a:extLst xmlns:a="http://schemas.openxmlformats.org/drawingml/2006/main">
              <a:ext uri="{FF2B5EF4-FFF2-40B4-BE49-F238E27FC236}">
                <a16:creationId xmlns:a16="http://schemas.microsoft.com/office/drawing/2014/main" id="{5C0FCA71-0F12-43E6-8564-DE2425CE989E}"/>
              </a:ext>
            </a:extLst>
          </p:cNvPr>
          <p:cNvSpPr>
            <a:spLocks xmlns:a="http://schemas.openxmlformats.org/drawingml/2006/main" noGrp="1"/>
          </p:cNvSpPr>
          <p:nvPr/>
        </p:nvSpPr>
        <p:spPr>
          <a:xfrm xmlns:a="http://schemas.openxmlformats.org/drawingml/2006/main">
            <a:off x="523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THREE ACQUISITION QUANTITIES</a:t>
            </a:r>
          </a:p>
        </p:txBody>
      </p:sp>
      <p:sp>
        <p:nvSpPr>
          <p:cNvPr id="5" name="text">
            <a:extLst xmlns:a="http://schemas.openxmlformats.org/drawingml/2006/main">
              <a:ext uri="{FF2B5EF4-FFF2-40B4-BE49-F238E27FC236}">
                <a16:creationId xmlns:a16="http://schemas.microsoft.com/office/drawing/2014/main" id="{0966F178-5825-41AF-8684-55C27C5856A5}"/>
              </a:ext>
            </a:extLst>
          </p:cNvPr>
          <p:cNvSpPr>
            <a:spLocks xmlns:a="http://schemas.openxmlformats.org/drawingml/2006/main" noGrp="1"/>
          </p:cNvSpPr>
          <p:nvPr/>
        </p:nvSpPr>
        <p:spPr>
          <a:xfrm xmlns:a="http://schemas.openxmlformats.org/drawingml/2006/main">
            <a:off x="6238875" y="1619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THE FFT FREQUENCY GRID</a:t>
            </a:r>
          </a:p>
        </p:txBody>
      </p:sp>
      <p:sp>
        <p:nvSpPr>
          <p:cNvPr id="6" name="text">
            <a:extLst xmlns:a="http://schemas.openxmlformats.org/drawingml/2006/main">
              <a:ext uri="{FF2B5EF4-FFF2-40B4-BE49-F238E27FC236}">
                <a16:creationId xmlns:a16="http://schemas.microsoft.com/office/drawing/2014/main" id="{8A16BB85-5161-4ED8-ADFF-F88332E3380C}"/>
              </a:ext>
            </a:extLst>
          </p:cNvPr>
          <p:cNvSpPr>
            <a:spLocks xmlns:a="http://schemas.openxmlformats.org/drawingml/2006/main" noGrp="1"/>
          </p:cNvSpPr>
          <p:nvPr/>
        </p:nvSpPr>
        <p:spPr>
          <a:xfrm xmlns:a="http://schemas.openxmlformats.org/drawingml/2006/main">
            <a:off x="1047750"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N = number of stored samples.</a:t>
            </a:r>
          </a:p>
        </p:txBody>
      </p:sp>
      <p:sp>
        <p:nvSpPr>
          <p:cNvPr id="7" name="text">
            <a:extLst xmlns:a="http://schemas.openxmlformats.org/drawingml/2006/main">
              <a:ext uri="{FF2B5EF4-FFF2-40B4-BE49-F238E27FC236}">
                <a16:creationId xmlns:a16="http://schemas.microsoft.com/office/drawing/2014/main" id="{A18CB198-D916-4642-99FF-037B3F6BE0BD}"/>
              </a:ext>
            </a:extLst>
          </p:cNvPr>
          <p:cNvSpPr>
            <a:spLocks xmlns:a="http://schemas.openxmlformats.org/drawingml/2006/main" noGrp="1"/>
          </p:cNvSpPr>
          <p:nvPr/>
        </p:nvSpPr>
        <p:spPr>
          <a:xfrm xmlns:a="http://schemas.openxmlformats.org/drawingml/2006/main">
            <a:off x="1047750"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f_s = samples per second.</a:t>
            </a:r>
          </a:p>
        </p:txBody>
      </p:sp>
      <p:sp>
        <p:nvSpPr>
          <p:cNvPr id="8" name="text">
            <a:extLst xmlns:a="http://schemas.openxmlformats.org/drawingml/2006/main">
              <a:ext uri="{FF2B5EF4-FFF2-40B4-BE49-F238E27FC236}">
                <a16:creationId xmlns:a16="http://schemas.microsoft.com/office/drawing/2014/main" id="{2E129F85-3C3D-4910-ABFC-48D0034E084C}"/>
              </a:ext>
            </a:extLst>
          </p:cNvPr>
          <p:cNvSpPr>
            <a:spLocks xmlns:a="http://schemas.openxmlformats.org/drawingml/2006/main" noGrp="1"/>
          </p:cNvSpPr>
          <p:nvPr/>
        </p:nvSpPr>
        <p:spPr>
          <a:xfrm xmlns:a="http://schemas.openxmlformats.org/drawingml/2006/main">
            <a:off x="1047750" y="32004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T_record = N / f_s, in seconds.</a:t>
            </a:r>
          </a:p>
        </p:txBody>
      </p:sp>
      <p:sp>
        <p:nvSpPr>
          <p:cNvPr id="9" name="text">
            <a:extLst xmlns:a="http://schemas.openxmlformats.org/drawingml/2006/main">
              <a:ext uri="{FF2B5EF4-FFF2-40B4-BE49-F238E27FC236}">
                <a16:creationId xmlns:a16="http://schemas.microsoft.com/office/drawing/2014/main" id="{0C88DBB7-08A1-479E-900D-114A31D63DF0}"/>
              </a:ext>
            </a:extLst>
          </p:cNvPr>
          <p:cNvSpPr>
            <a:spLocks xmlns:a="http://schemas.openxmlformats.org/drawingml/2006/main" noGrp="1"/>
          </p:cNvSpPr>
          <p:nvPr/>
        </p:nvSpPr>
        <p:spPr>
          <a:xfrm xmlns:a="http://schemas.openxmlformats.org/drawingml/2006/main">
            <a:off x="1047750"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T_record is not the period of one wave.</a:t>
            </a:r>
          </a:p>
        </p:txBody>
      </p:sp>
      <p:sp>
        <p:nvSpPr>
          <p:cNvPr id="10" name="text">
            <a:extLst xmlns:a="http://schemas.openxmlformats.org/drawingml/2006/main">
              <a:ext uri="{FF2B5EF4-FFF2-40B4-BE49-F238E27FC236}">
                <a16:creationId xmlns:a16="http://schemas.microsoft.com/office/drawing/2014/main" id="{375C5C97-560C-4E9E-913D-7D31CF174AA8}"/>
              </a:ext>
            </a:extLst>
          </p:cNvPr>
          <p:cNvSpPr>
            <a:spLocks xmlns:a="http://schemas.openxmlformats.org/drawingml/2006/main" noGrp="1"/>
          </p:cNvSpPr>
          <p:nvPr/>
        </p:nvSpPr>
        <p:spPr>
          <a:xfrm xmlns:a="http://schemas.openxmlformats.org/drawingml/2006/main">
            <a:off x="6238875" y="20955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A bin is one frequency checked by the FFT.</a:t>
            </a:r>
          </a:p>
        </p:txBody>
      </p:sp>
      <p:sp>
        <p:nvSpPr>
          <p:cNvPr id="11" name="text">
            <a:extLst xmlns:a="http://schemas.openxmlformats.org/drawingml/2006/main">
              <a:ext uri="{FF2B5EF4-FFF2-40B4-BE49-F238E27FC236}">
                <a16:creationId xmlns:a16="http://schemas.microsoft.com/office/drawing/2014/main" id="{55781677-2213-4616-83B0-B5326BDBEC24}"/>
              </a:ext>
            </a:extLst>
          </p:cNvPr>
          <p:cNvSpPr>
            <a:spLocks xmlns:a="http://schemas.openxmlformats.org/drawingml/2006/main" noGrp="1"/>
          </p:cNvSpPr>
          <p:nvPr/>
        </p:nvSpPr>
        <p:spPr>
          <a:xfrm xmlns:a="http://schemas.openxmlformats.org/drawingml/2006/main">
            <a:off x="6238875" y="26479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Bin spacing: Δf = f_s / N = 1/T_record.</a:t>
            </a:r>
          </a:p>
        </p:txBody>
      </p:sp>
      <p:sp>
        <p:nvSpPr>
          <p:cNvPr id="12" name="text">
            <a:extLst xmlns:a="http://schemas.openxmlformats.org/drawingml/2006/main">
              <a:ext uri="{FF2B5EF4-FFF2-40B4-BE49-F238E27FC236}">
                <a16:creationId xmlns:a16="http://schemas.microsoft.com/office/drawing/2014/main" id="{31136C8D-9CBD-49F7-8079-9A7F5389DD77}"/>
              </a:ext>
            </a:extLst>
          </p:cNvPr>
          <p:cNvSpPr>
            <a:spLocks xmlns:a="http://schemas.openxmlformats.org/drawingml/2006/main" noGrp="1"/>
          </p:cNvSpPr>
          <p:nvPr/>
        </p:nvSpPr>
        <p:spPr>
          <a:xfrm xmlns:a="http://schemas.openxmlformats.org/drawingml/2006/main">
            <a:off x="6238875" y="34671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T_record = 1 s gives bins 1 Hz apart.</a:t>
            </a:r>
          </a:p>
        </p:txBody>
      </p:sp>
      <p:sp>
        <p:nvSpPr>
          <p:cNvPr id="13" name="text">
            <a:extLst xmlns:a="http://schemas.openxmlformats.org/drawingml/2006/main">
              <a:ext uri="{FF2B5EF4-FFF2-40B4-BE49-F238E27FC236}">
                <a16:creationId xmlns:a16="http://schemas.microsoft.com/office/drawing/2014/main" id="{3787E22B-D4AF-48C9-A786-9B9E1D0E2AA8}"/>
              </a:ext>
            </a:extLst>
          </p:cNvPr>
          <p:cNvSpPr>
            <a:spLocks xmlns:a="http://schemas.openxmlformats.org/drawingml/2006/main" noGrp="1"/>
          </p:cNvSpPr>
          <p:nvPr/>
        </p:nvSpPr>
        <p:spPr>
          <a:xfrm xmlns:a="http://schemas.openxmlformats.org/drawingml/2006/main">
            <a:off x="6238875" y="40195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T_record = 0.25 s gives bins 4 Hz apart.</a:t>
            </a:r>
          </a:p>
        </p:txBody>
      </p:sp>
      <p:sp>
        <p:nvSpPr>
          <p:cNvPr id="14" name="text">
            <a:extLst xmlns:a="http://schemas.openxmlformats.org/drawingml/2006/main">
              <a:ext uri="{FF2B5EF4-FFF2-40B4-BE49-F238E27FC236}">
                <a16:creationId xmlns:a16="http://schemas.microsoft.com/office/drawing/2014/main" id="{91F95B6D-39CA-45F4-B7A2-49E248F5EEBA}"/>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22–23.5 min</a:t>
            </a:r>
          </a:p>
        </p:txBody>
      </p:sp>
    </p:spTree>
    <p:extLst>
      <p:ext uri="{BB962C8B-B14F-4D97-AF65-F5344CB8AC3E}">
        <p14:creationId xmlns:p14="http://schemas.microsoft.com/office/powerpoint/2010/main" val="10797814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F85B582C-FD72-4ABB-9D22-E9E2391AFAB6}"/>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986C3641-FF30-49AB-928C-088D3426AA13}"/>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Why a peak can spread over several bins</a:t>
            </a:r>
          </a:p>
        </p:txBody>
      </p:sp>
      <p:sp>
        <p:nvSpPr>
          <p:cNvPr id="3" name="page">
            <a:extLst xmlns:a="http://schemas.openxmlformats.org/drawingml/2006/main">
              <a:ext uri="{FF2B5EF4-FFF2-40B4-BE49-F238E27FC236}">
                <a16:creationId xmlns:a16="http://schemas.microsoft.com/office/drawing/2014/main" id="{AE7F3A75-5682-4E80-BBA6-EC35693332DD}"/>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20</a:t>
            </a:r>
          </a:p>
        </p:txBody>
      </p:sp>
      <p:graphicFrame>
        <p:nvGraphicFramePr>
          <p:cNvPr id="11" name="Chart"/>
          <p:cNvGraphicFramePr/>
          <p:nvPr/>
        </p:nvGraphicFramePr>
        <p:xfrm>
          <a:off xmlns:a="http://schemas.openxmlformats.org/drawingml/2006/main" x="571500" y="1571625"/>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86976c561ca244c7"/>
          </a:graphicData>
        </a:graphic>
      </p:graphicFrame>
      <p:sp>
        <p:nvSpPr>
          <p:cNvPr id="5" name="text">
            <a:extLst xmlns:a="http://schemas.openxmlformats.org/drawingml/2006/main">
              <a:ext uri="{FF2B5EF4-FFF2-40B4-BE49-F238E27FC236}">
                <a16:creationId xmlns:a16="http://schemas.microsoft.com/office/drawing/2014/main" id="{94089931-CBD9-4845-A546-A5E4312D3727}"/>
              </a:ext>
            </a:extLst>
          </p:cNvPr>
          <p:cNvSpPr>
            <a:spLocks xmlns:a="http://schemas.openxmlformats.org/drawingml/2006/main" noGrp="1"/>
          </p:cNvSpPr>
          <p:nvPr/>
        </p:nvSpPr>
        <p:spPr>
          <a:xfrm xmlns:a="http://schemas.openxmlformats.org/drawingml/2006/main">
            <a:off x="666750" y="5572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81C1C"/>
                </a:solidFill>
                <a:latin typeface="Calibri"/>
                <a:ea typeface="Calibri"/>
                <a:cs typeface="Calibri"/>
              </a:defRPr>
            </a:pPr>
            <a:r>
              <a:rPr sz="1950" b="1">
                <a:solidFill>
                  <a:srgbClr val="881C1C"/>
                </a:solidFill>
                <a:latin typeface="Calibri"/>
                <a:ea typeface="Calibri"/>
                <a:cs typeface="Calibri"/>
              </a:rPr>
              <a:t>One 18.5 Hz tone lies between 1 Hz bins. Neighboring bins are not extra tones.</a:t>
            </a:r>
          </a:p>
        </p:txBody>
      </p:sp>
      <p:sp>
        <p:nvSpPr>
          <p:cNvPr id="6" name="text">
            <a:extLst xmlns:a="http://schemas.openxmlformats.org/drawingml/2006/main">
              <a:ext uri="{FF2B5EF4-FFF2-40B4-BE49-F238E27FC236}">
                <a16:creationId xmlns:a16="http://schemas.microsoft.com/office/drawing/2014/main" id="{15CD357C-EAF1-4F68-9C2D-6EB1486AA291}"/>
              </a:ext>
            </a:extLst>
          </p:cNvPr>
          <p:cNvSpPr>
            <a:spLocks xmlns:a="http://schemas.openxmlformats.org/drawingml/2006/main" noGrp="1"/>
          </p:cNvSpPr>
          <p:nvPr/>
        </p:nvSpPr>
        <p:spPr>
          <a:xfrm xmlns:a="http://schemas.openxmlformats.org/drawingml/2006/main">
            <a:off x="666750" y="60769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1616"/>
                </a:solidFill>
                <a:latin typeface="Calibri"/>
                <a:ea typeface="Calibri"/>
                <a:cs typeface="Calibri"/>
              </a:defRPr>
            </a:pPr>
            <a:r>
              <a:rPr sz="1650" b="0">
                <a:solidFill>
                  <a:srgbClr val="161616"/>
                </a:solidFill>
                <a:latin typeface="Calibri"/>
                <a:ea typeface="Calibri"/>
                <a:cs typeface="Calibri"/>
              </a:rPr>
              <a:t>Same 1 s record in both curves. The Hann window reduces distant leakage but widens the peak.</a:t>
            </a:r>
          </a:p>
        </p:txBody>
      </p:sp>
      <p:sp>
        <p:nvSpPr>
          <p:cNvPr id="7" name="text">
            <a:extLst xmlns:a="http://schemas.openxmlformats.org/drawingml/2006/main">
              <a:ext uri="{FF2B5EF4-FFF2-40B4-BE49-F238E27FC236}">
                <a16:creationId xmlns:a16="http://schemas.microsoft.com/office/drawing/2014/main" id="{B8C9E1D8-CAD5-4FAC-A7D4-BDFD83809285}"/>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23.5–25 min</a:t>
            </a:r>
          </a:p>
        </p:txBody>
      </p:sp>
    </p:spTree>
    <p:extLst>
      <p:ext uri="{BB962C8B-B14F-4D97-AF65-F5344CB8AC3E}">
        <p14:creationId xmlns:p14="http://schemas.microsoft.com/office/powerpoint/2010/main" val="2574187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EFABA024-92C7-472A-9CA7-CFFC08085116}"/>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D11E0CFF-2971-426A-B88A-B6506870311A}"/>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Windowing and filtering have different jobs</a:t>
            </a:r>
          </a:p>
        </p:txBody>
      </p:sp>
      <p:sp>
        <p:nvSpPr>
          <p:cNvPr id="3" name="page">
            <a:extLst xmlns:a="http://schemas.openxmlformats.org/drawingml/2006/main">
              <a:ext uri="{FF2B5EF4-FFF2-40B4-BE49-F238E27FC236}">
                <a16:creationId xmlns:a16="http://schemas.microsoft.com/office/drawing/2014/main" id="{6D6A8B5D-B160-474E-B4C7-6BCF7A6F99B3}"/>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21</a:t>
            </a:r>
          </a:p>
        </p:txBody>
      </p:sp>
      <p:sp>
        <p:nvSpPr>
          <p:cNvPr id="4" name="text">
            <a:extLst xmlns:a="http://schemas.openxmlformats.org/drawingml/2006/main">
              <a:ext uri="{FF2B5EF4-FFF2-40B4-BE49-F238E27FC236}">
                <a16:creationId xmlns:a16="http://schemas.microsoft.com/office/drawing/2014/main" id="{62799C8E-9CFA-44F4-9C84-3298CC21B9BE}"/>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E0FE8DDB-D641-492E-AB12-1CF63B4AEB0F}"/>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Hann window: taper record ends; reduce distant leakage, but widen peaks.</a:t>
            </a:r>
          </a:p>
        </p:txBody>
      </p:sp>
      <p:sp>
        <p:nvSpPr>
          <p:cNvPr id="6" name="text">
            <a:extLst xmlns:a="http://schemas.openxmlformats.org/drawingml/2006/main">
              <a:ext uri="{FF2B5EF4-FFF2-40B4-BE49-F238E27FC236}">
                <a16:creationId xmlns:a16="http://schemas.microsoft.com/office/drawing/2014/main" id="{28BD1910-C2EB-4640-BDC1-310E47AA1A50}"/>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55F9F87B-819D-4D18-8352-5D9447F65A00}"/>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Amplitude scaling includes window gain; off-bin peaks still need care.</a:t>
            </a:r>
          </a:p>
        </p:txBody>
      </p:sp>
      <p:sp>
        <p:nvSpPr>
          <p:cNvPr id="8" name="text">
            <a:extLst xmlns:a="http://schemas.openxmlformats.org/drawingml/2006/main">
              <a:ext uri="{FF2B5EF4-FFF2-40B4-BE49-F238E27FC236}">
                <a16:creationId xmlns:a16="http://schemas.microsoft.com/office/drawing/2014/main" id="{D525B679-6129-4EC7-ABA2-1A472FC501F0}"/>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9E86A74D-FB9B-4308-B137-24BD9E6FB8DF}"/>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Anti-alias filter: attenuate unwanted high frequencies before downsampling.</a:t>
            </a:r>
          </a:p>
        </p:txBody>
      </p:sp>
      <p:sp>
        <p:nvSpPr>
          <p:cNvPr id="10" name="text">
            <a:extLst xmlns:a="http://schemas.openxmlformats.org/drawingml/2006/main">
              <a:ext uri="{FF2B5EF4-FFF2-40B4-BE49-F238E27FC236}">
                <a16:creationId xmlns:a16="http://schemas.microsoft.com/office/drawing/2014/main" id="{760F3F28-335D-42EA-8B97-48EE324407D2}"/>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B680F14F-CCFB-4F57-9A45-5C59C3B0BC0E}"/>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Neither a window nor later smoothing can reverse an existing alias.</a:t>
            </a:r>
          </a:p>
        </p:txBody>
      </p:sp>
      <p:sp>
        <p:nvSpPr>
          <p:cNvPr id="12" name="text">
            <a:extLst xmlns:a="http://schemas.openxmlformats.org/drawingml/2006/main">
              <a:ext uri="{FF2B5EF4-FFF2-40B4-BE49-F238E27FC236}">
                <a16:creationId xmlns:a16="http://schemas.microsoft.com/office/drawing/2014/main" id="{76F61584-B66F-41F3-A99B-96F9511A4CDB}"/>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25–26 min</a:t>
            </a:r>
          </a:p>
        </p:txBody>
      </p:sp>
    </p:spTree>
    <p:extLst>
      <p:ext uri="{BB962C8B-B14F-4D97-AF65-F5344CB8AC3E}">
        <p14:creationId xmlns:p14="http://schemas.microsoft.com/office/powerpoint/2010/main" val="21105398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9F555A09-AB7F-44DB-8696-EEE6354B3451}"/>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21B3C044-8916-4331-90EE-A6DD438B961B}"/>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1: connect the actual equipment</a:t>
            </a:r>
          </a:p>
        </p:txBody>
      </p:sp>
      <p:sp>
        <p:nvSpPr>
          <p:cNvPr id="3" name="page">
            <a:extLst xmlns:a="http://schemas.openxmlformats.org/drawingml/2006/main">
              <a:ext uri="{FF2B5EF4-FFF2-40B4-BE49-F238E27FC236}">
                <a16:creationId xmlns:a16="http://schemas.microsoft.com/office/drawing/2014/main" id="{83A6DC7D-85C9-4CD3-A4B5-0684486FA4DB}"/>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d656f47640c4076"/>
          <a:stretch xmlns:a="http://schemas.openxmlformats.org/drawingml/2006/main"/>
        </p:blipFill>
        <p:spPr>
          <a:xfrm xmlns:a="http://schemas.openxmlformats.org/drawingml/2006/main">
            <a:off x="6898783" y="1666875"/>
            <a:ext cx="4633309" cy="34766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95C18C3D-F872-43E7-BE2D-285BCCC09F88}"/>
              </a:ext>
            </a:extLst>
          </p:cNvPr>
          <p:cNvSpPr>
            <a:spLocks xmlns:a="http://schemas.openxmlformats.org/drawingml/2006/main" noGrp="1"/>
          </p:cNvSpPr>
          <p:nvPr/>
        </p:nvSpPr>
        <p:spPr>
          <a:xfrm xmlns:a="http://schemas.openxmlformats.org/drawingml/2006/main">
            <a:off x="571500" y="16668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Microphone → active Moku:Go INPUT → Data Logger → MAT file.</a:t>
            </a:r>
          </a:p>
        </p:txBody>
      </p:sp>
      <p:sp>
        <p:nvSpPr>
          <p:cNvPr id="6" name="text">
            <a:extLst xmlns:a="http://schemas.openxmlformats.org/drawingml/2006/main">
              <a:ext uri="{FF2B5EF4-FFF2-40B4-BE49-F238E27FC236}">
                <a16:creationId xmlns:a16="http://schemas.microsoft.com/office/drawing/2014/main" id="{B18BB644-A614-4D65-877F-26195BED78DA}"/>
              </a:ext>
            </a:extLst>
          </p:cNvPr>
          <p:cNvSpPr>
            <a:spLocks xmlns:a="http://schemas.openxmlformats.org/drawingml/2006/main" noGrp="1"/>
          </p:cNvSpPr>
          <p:nvPr/>
        </p:nvSpPr>
        <p:spPr>
          <a:xfrm xmlns:a="http://schemas.openxmlformats.org/drawingml/2006/main">
            <a:off x="571500" y="27717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Use an input BNC connector; push and twist the connector to lock.</a:t>
            </a:r>
          </a:p>
        </p:txBody>
      </p:sp>
      <p:sp>
        <p:nvSpPr>
          <p:cNvPr id="7" name="text">
            <a:extLst xmlns:a="http://schemas.openxmlformats.org/drawingml/2006/main">
              <a:ext uri="{FF2B5EF4-FFF2-40B4-BE49-F238E27FC236}">
                <a16:creationId xmlns:a16="http://schemas.microsoft.com/office/drawing/2014/main" id="{79DC8077-AA30-4FC4-8DA6-B7C2D9BDA451}"/>
              </a:ext>
            </a:extLst>
          </p:cNvPr>
          <p:cNvSpPr>
            <a:spLocks xmlns:a="http://schemas.openxmlformats.org/drawingml/2006/main" noGrp="1"/>
          </p:cNvSpPr>
          <p:nvPr/>
        </p:nvSpPr>
        <p:spPr>
          <a:xfrm xmlns:a="http://schemas.openxmlformats.org/drawingml/2006/main">
            <a:off x="571500" y="38766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Select the Moku with the matching serial number in the desktop app.</a:t>
            </a:r>
          </a:p>
        </p:txBody>
      </p:sp>
      <p:sp>
        <p:nvSpPr>
          <p:cNvPr id="8" name="text">
            <a:extLst xmlns:a="http://schemas.openxmlformats.org/drawingml/2006/main">
              <a:ext uri="{FF2B5EF4-FFF2-40B4-BE49-F238E27FC236}">
                <a16:creationId xmlns:a16="http://schemas.microsoft.com/office/drawing/2014/main" id="{13C4306A-5F2F-4ADE-A363-CD080AAF2B40}"/>
              </a:ext>
            </a:extLst>
          </p:cNvPr>
          <p:cNvSpPr>
            <a:spLocks xmlns:a="http://schemas.openxmlformats.org/drawingml/2006/main" noGrp="1"/>
          </p:cNvSpPr>
          <p:nvPr/>
        </p:nvSpPr>
        <p:spPr>
          <a:xfrm xmlns:a="http://schemas.openxmlformats.org/drawingml/2006/main">
            <a:off x="571500" y="49815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Enable the connected input and disable the unused input.</a:t>
            </a:r>
          </a:p>
        </p:txBody>
      </p:sp>
      <p:sp>
        <p:nvSpPr>
          <p:cNvPr id="9" name="text">
            <a:extLst xmlns:a="http://schemas.openxmlformats.org/drawingml/2006/main">
              <a:ext uri="{FF2B5EF4-FFF2-40B4-BE49-F238E27FC236}">
                <a16:creationId xmlns:a16="http://schemas.microsoft.com/office/drawing/2014/main" id="{A33C57DF-CCA9-4033-9FEA-1B7CE5864445}"/>
              </a:ext>
            </a:extLst>
          </p:cNvPr>
          <p:cNvSpPr>
            <a:spLocks xmlns:a="http://schemas.openxmlformats.org/drawingml/2006/main" noGrp="1"/>
          </p:cNvSpPr>
          <p:nvPr/>
        </p:nvSpPr>
        <p:spPr>
          <a:xfrm xmlns:a="http://schemas.openxmlformats.org/drawingml/2006/main">
            <a:off x="6858000" y="5429250"/>
            <a:ext cx="4714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F6368"/>
                </a:solidFill>
                <a:latin typeface="Calibri"/>
                <a:ea typeface="Calibri"/>
                <a:cs typeface="Calibri"/>
              </a:defRPr>
            </a:pPr>
            <a:r>
              <a:rPr sz="1350" b="0">
                <a:solidFill>
                  <a:srgbClr val="5F6368"/>
                </a:solidFill>
                <a:latin typeface="Calibri"/>
                <a:ea typeface="Calibri"/>
                <a:cs typeface="Calibri"/>
              </a:rPr>
              <a:t>Equipment photograph from the supplied Lab 1 slides</a:t>
            </a:r>
          </a:p>
        </p:txBody>
      </p:sp>
      <p:sp>
        <p:nvSpPr>
          <p:cNvPr id="10" name="text">
            <a:extLst xmlns:a="http://schemas.openxmlformats.org/drawingml/2006/main">
              <a:ext uri="{FF2B5EF4-FFF2-40B4-BE49-F238E27FC236}">
                <a16:creationId xmlns:a16="http://schemas.microsoft.com/office/drawing/2014/main" id="{938A52A5-E970-48B8-94AA-7B59203A5F5D}"/>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26–28.5 min</a:t>
            </a:r>
          </a:p>
        </p:txBody>
      </p:sp>
    </p:spTree>
    <p:extLst>
      <p:ext uri="{BB962C8B-B14F-4D97-AF65-F5344CB8AC3E}">
        <p14:creationId xmlns:p14="http://schemas.microsoft.com/office/powerpoint/2010/main" val="12487850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B06BF513-F959-40E0-82A0-F9D988616A96}"/>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7A37B13C-713E-4646-9963-BEDFFC2FFBE0}"/>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Prepare three different sound sources</a:t>
            </a:r>
          </a:p>
        </p:txBody>
      </p:sp>
      <p:sp>
        <p:nvSpPr>
          <p:cNvPr id="3" name="page">
            <a:extLst xmlns:a="http://schemas.openxmlformats.org/drawingml/2006/main">
              <a:ext uri="{FF2B5EF4-FFF2-40B4-BE49-F238E27FC236}">
                <a16:creationId xmlns:a16="http://schemas.microsoft.com/office/drawing/2014/main" id="{454B4621-6F91-4F22-8639-927C2CF9CDCE}"/>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03b0f081f57470f"/>
          <a:stretch xmlns:a="http://schemas.openxmlformats.org/drawingml/2006/main"/>
        </p:blipFill>
        <p:spPr>
          <a:xfrm xmlns:a="http://schemas.openxmlformats.org/drawingml/2006/main">
            <a:off x="8236968" y="1666875"/>
            <a:ext cx="1956939" cy="34766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24652BB6-B7BA-4BE4-A320-180319C6C18A}"/>
              </a:ext>
            </a:extLst>
          </p:cNvPr>
          <p:cNvSpPr>
            <a:spLocks xmlns:a="http://schemas.openxmlformats.org/drawingml/2006/main" noGrp="1"/>
          </p:cNvSpPr>
          <p:nvPr/>
        </p:nvSpPr>
        <p:spPr>
          <a:xfrm xmlns:a="http://schemas.openxmlformats.org/drawingml/2006/main">
            <a:off x="571500" y="16668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Tuning fork: read its stamped frequency; excite it and place it near the microphone.</a:t>
            </a:r>
          </a:p>
        </p:txBody>
      </p:sp>
      <p:sp>
        <p:nvSpPr>
          <p:cNvPr id="6" name="text">
            <a:extLst xmlns:a="http://schemas.openxmlformats.org/drawingml/2006/main">
              <a:ext uri="{FF2B5EF4-FFF2-40B4-BE49-F238E27FC236}">
                <a16:creationId xmlns:a16="http://schemas.microsoft.com/office/drawing/2014/main" id="{41411523-9A05-485B-B57C-F86B0ADDECB0}"/>
              </a:ext>
            </a:extLst>
          </p:cNvPr>
          <p:cNvSpPr>
            <a:spLocks xmlns:a="http://schemas.openxmlformats.org/drawingml/2006/main" noGrp="1"/>
          </p:cNvSpPr>
          <p:nvPr/>
        </p:nvSpPr>
        <p:spPr>
          <a:xfrm xmlns:a="http://schemas.openxmlformats.org/drawingml/2006/main">
            <a:off x="571500" y="27717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Whistle: hold a steady tone as consistently as possible.</a:t>
            </a:r>
          </a:p>
        </p:txBody>
      </p:sp>
      <p:sp>
        <p:nvSpPr>
          <p:cNvPr id="7" name="text">
            <a:extLst xmlns:a="http://schemas.openxmlformats.org/drawingml/2006/main">
              <a:ext uri="{FF2B5EF4-FFF2-40B4-BE49-F238E27FC236}">
                <a16:creationId xmlns:a16="http://schemas.microsoft.com/office/drawing/2014/main" id="{5C4D56F8-AD23-436B-AD05-0E88CEC9A2E0}"/>
              </a:ext>
            </a:extLst>
          </p:cNvPr>
          <p:cNvSpPr>
            <a:spLocks xmlns:a="http://schemas.openxmlformats.org/drawingml/2006/main" noGrp="1"/>
          </p:cNvSpPr>
          <p:nvPr/>
        </p:nvSpPr>
        <p:spPr>
          <a:xfrm xmlns:a="http://schemas.openxmlformats.org/drawingml/2006/main">
            <a:off x="571500" y="38766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Finger snap: capture the brief event and its decay inside the record.</a:t>
            </a:r>
          </a:p>
        </p:txBody>
      </p:sp>
      <p:sp>
        <p:nvSpPr>
          <p:cNvPr id="8" name="text">
            <a:extLst xmlns:a="http://schemas.openxmlformats.org/drawingml/2006/main">
              <a:ext uri="{FF2B5EF4-FFF2-40B4-BE49-F238E27FC236}">
                <a16:creationId xmlns:a16="http://schemas.microsoft.com/office/drawing/2014/main" id="{AB620252-FDEB-4F73-B9D2-C748B9579A29}"/>
              </a:ext>
            </a:extLst>
          </p:cNvPr>
          <p:cNvSpPr>
            <a:spLocks xmlns:a="http://schemas.openxmlformats.org/drawingml/2006/main" noGrp="1"/>
          </p:cNvSpPr>
          <p:nvPr/>
        </p:nvSpPr>
        <p:spPr>
          <a:xfrm xmlns:a="http://schemas.openxmlformats.org/drawingml/2006/main">
            <a:off x="571500" y="498157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1616"/>
                </a:solidFill>
                <a:latin typeface="Calibri"/>
                <a:ea typeface="Calibri"/>
                <a:cs typeface="Calibri"/>
              </a:defRPr>
            </a:pPr>
            <a:r>
              <a:rPr sz="1950" b="0">
                <a:solidFill>
                  <a:srgbClr val="161616"/>
                </a:solidFill>
                <a:latin typeface="Calibri"/>
                <a:ea typeface="Calibri"/>
                <a:cs typeface="Calibri"/>
              </a:rPr>
              <a:t>Keep distance, input settings, and background conditions consistent.</a:t>
            </a:r>
          </a:p>
        </p:txBody>
      </p:sp>
      <p:sp>
        <p:nvSpPr>
          <p:cNvPr id="9" name="text">
            <a:extLst xmlns:a="http://schemas.openxmlformats.org/drawingml/2006/main">
              <a:ext uri="{FF2B5EF4-FFF2-40B4-BE49-F238E27FC236}">
                <a16:creationId xmlns:a16="http://schemas.microsoft.com/office/drawing/2014/main" id="{8A4EA795-6650-4B76-A1C8-AB047C298E6A}"/>
              </a:ext>
            </a:extLst>
          </p:cNvPr>
          <p:cNvSpPr>
            <a:spLocks xmlns:a="http://schemas.openxmlformats.org/drawingml/2006/main" noGrp="1"/>
          </p:cNvSpPr>
          <p:nvPr/>
        </p:nvSpPr>
        <p:spPr>
          <a:xfrm xmlns:a="http://schemas.openxmlformats.org/drawingml/2006/main">
            <a:off x="6858000" y="5429250"/>
            <a:ext cx="4714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F6368"/>
                </a:solidFill>
                <a:latin typeface="Calibri"/>
                <a:ea typeface="Calibri"/>
                <a:cs typeface="Calibri"/>
              </a:defRPr>
            </a:pPr>
            <a:r>
              <a:rPr sz="1350" b="0">
                <a:solidFill>
                  <a:srgbClr val="5F6368"/>
                </a:solidFill>
                <a:latin typeface="Calibri"/>
                <a:ea typeface="Calibri"/>
                <a:cs typeface="Calibri"/>
              </a:rPr>
              <a:t>Equipment photograph from the supplied Lab 1 slides</a:t>
            </a:r>
          </a:p>
        </p:txBody>
      </p:sp>
      <p:sp>
        <p:nvSpPr>
          <p:cNvPr id="10" name="text">
            <a:extLst xmlns:a="http://schemas.openxmlformats.org/drawingml/2006/main">
              <a:ext uri="{FF2B5EF4-FFF2-40B4-BE49-F238E27FC236}">
                <a16:creationId xmlns:a16="http://schemas.microsoft.com/office/drawing/2014/main" id="{100F0CE2-E2F6-4D49-8397-BC85DC972C7F}"/>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28.5–30 min</a:t>
            </a:r>
          </a:p>
        </p:txBody>
      </p:sp>
    </p:spTree>
    <p:extLst>
      <p:ext uri="{BB962C8B-B14F-4D97-AF65-F5344CB8AC3E}">
        <p14:creationId xmlns:p14="http://schemas.microsoft.com/office/powerpoint/2010/main" val="18729734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9AB10523-6713-461D-A544-6723F44B9264}"/>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FFC52EA1-A625-41A1-9D6A-ACE7B6D83C8A}"/>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What does f mean in the laboratory task?</a:t>
            </a:r>
          </a:p>
        </p:txBody>
      </p:sp>
      <p:sp>
        <p:nvSpPr>
          <p:cNvPr id="3" name="page">
            <a:extLst xmlns:a="http://schemas.openxmlformats.org/drawingml/2006/main">
              <a:ext uri="{FF2B5EF4-FFF2-40B4-BE49-F238E27FC236}">
                <a16:creationId xmlns:a16="http://schemas.microsoft.com/office/drawing/2014/main" id="{0E6F3362-6735-4101-9E61-6A79ABED471F}"/>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24</a:t>
            </a:r>
          </a:p>
        </p:txBody>
      </p:sp>
      <p:sp>
        <p:nvSpPr>
          <p:cNvPr id="4" name="text">
            <a:extLst xmlns:a="http://schemas.openxmlformats.org/drawingml/2006/main">
              <a:ext uri="{FF2B5EF4-FFF2-40B4-BE49-F238E27FC236}">
                <a16:creationId xmlns:a16="http://schemas.microsoft.com/office/drawing/2014/main" id="{D0382A64-DA0B-4771-9CC7-F27280F66E33}"/>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DCCF23B0-DB61-433D-BC3D-557EB1A54A13}"/>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For the tuning fork, f_ref is its labeled fundamental frequency.</a:t>
            </a:r>
          </a:p>
        </p:txBody>
      </p:sp>
      <p:sp>
        <p:nvSpPr>
          <p:cNvPr id="6" name="text">
            <a:extLst xmlns:a="http://schemas.openxmlformats.org/drawingml/2006/main">
              <a:ext uri="{FF2B5EF4-FFF2-40B4-BE49-F238E27FC236}">
                <a16:creationId xmlns:a16="http://schemas.microsoft.com/office/drawing/2014/main" id="{161F9F9C-8349-4B44-BED7-4D386E95E8F1}"/>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F2CE55A8-6D72-450A-B233-81792BB9B250}"/>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For a steady whistle, estimate f_ref from an adequately sampled pilot record.</a:t>
            </a:r>
          </a:p>
        </p:txBody>
      </p:sp>
      <p:sp>
        <p:nvSpPr>
          <p:cNvPr id="8" name="text">
            <a:extLst xmlns:a="http://schemas.openxmlformats.org/drawingml/2006/main">
              <a:ext uri="{FF2B5EF4-FFF2-40B4-BE49-F238E27FC236}">
                <a16:creationId xmlns:a16="http://schemas.microsoft.com/office/drawing/2014/main" id="{837623E3-55E2-4C22-9A4E-EE9AF7DEBCC6}"/>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4B40F668-DD4F-4A27-8B84-621F219D8F2E}"/>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 snap has no single fundamental: identify and state a reference frequency.</a:t>
            </a:r>
          </a:p>
        </p:txBody>
      </p:sp>
      <p:sp>
        <p:nvSpPr>
          <p:cNvPr id="10" name="text">
            <a:extLst xmlns:a="http://schemas.openxmlformats.org/drawingml/2006/main">
              <a:ext uri="{FF2B5EF4-FFF2-40B4-BE49-F238E27FC236}">
                <a16:creationId xmlns:a16="http://schemas.microsoft.com/office/drawing/2014/main" id="{24D042F2-5C6D-4463-96AE-B372680A0A49}"/>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5E94D8FB-6A0E-4E31-BEF5-888EDC7A0A5C}"/>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f_ref sets the comparison rates; f_max sets the anti-alias requirement.</a:t>
            </a:r>
          </a:p>
        </p:txBody>
      </p:sp>
      <p:sp>
        <p:nvSpPr>
          <p:cNvPr id="12" name="text">
            <a:extLst xmlns:a="http://schemas.openxmlformats.org/drawingml/2006/main">
              <a:ext uri="{FF2B5EF4-FFF2-40B4-BE49-F238E27FC236}">
                <a16:creationId xmlns:a16="http://schemas.microsoft.com/office/drawing/2014/main" id="{6C0F4F33-5626-4090-95DE-63B4C4E80C8C}"/>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30–31.5 min</a:t>
            </a:r>
          </a:p>
        </p:txBody>
      </p:sp>
    </p:spTree>
    <p:extLst>
      <p:ext uri="{BB962C8B-B14F-4D97-AF65-F5344CB8AC3E}">
        <p14:creationId xmlns:p14="http://schemas.microsoft.com/office/powerpoint/2010/main" val="131515567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136BD9BE-6E16-45A4-986E-6F7E078959A2}"/>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CE7C50A7-85D0-4537-B903-C580F9366174}"/>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The recording matrix: at least 15 records</a:t>
            </a:r>
          </a:p>
        </p:txBody>
      </p:sp>
      <p:sp>
        <p:nvSpPr>
          <p:cNvPr id="3" name="page">
            <a:extLst xmlns:a="http://schemas.openxmlformats.org/drawingml/2006/main">
              <a:ext uri="{FF2B5EF4-FFF2-40B4-BE49-F238E27FC236}">
                <a16:creationId xmlns:a16="http://schemas.microsoft.com/office/drawing/2014/main" id="{6354A0D8-8A02-4646-BF66-905DC9E804A0}"/>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25</a:t>
            </a:r>
          </a:p>
        </p:txBody>
      </p:sp>
      <p:sp>
        <p:nvSpPr>
          <p:cNvPr id="4" name="text">
            <a:extLst xmlns:a="http://schemas.openxmlformats.org/drawingml/2006/main">
              <a:ext uri="{FF2B5EF4-FFF2-40B4-BE49-F238E27FC236}">
                <a16:creationId xmlns:a16="http://schemas.microsoft.com/office/drawing/2014/main" id="{82DAFB41-5EAC-4420-82B4-858B0872523C}"/>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75A17272-EE36-482E-B904-CCDB9E726E01}"/>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For EACH of at least three sounds, record at 100f_ref, 10f_ref, 3f_ref, 1.4f_ref, and 1f_ref.</a:t>
            </a:r>
          </a:p>
        </p:txBody>
      </p:sp>
      <p:sp>
        <p:nvSpPr>
          <p:cNvPr id="6" name="text">
            <a:extLst xmlns:a="http://schemas.openxmlformats.org/drawingml/2006/main">
              <a:ext uri="{FF2B5EF4-FFF2-40B4-BE49-F238E27FC236}">
                <a16:creationId xmlns:a16="http://schemas.microsoft.com/office/drawing/2014/main" id="{B420ADD0-A2E5-4812-9B7B-FEA75E65BD58}"/>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7267F030-DE8D-4F2B-B525-7F099B4304F0}"/>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Every record must last at least 1 second. Save the actual rate and duration.</a:t>
            </a:r>
          </a:p>
        </p:txBody>
      </p:sp>
      <p:sp>
        <p:nvSpPr>
          <p:cNvPr id="8" name="text">
            <a:extLst xmlns:a="http://schemas.openxmlformats.org/drawingml/2006/main">
              <a:ext uri="{FF2B5EF4-FFF2-40B4-BE49-F238E27FC236}">
                <a16:creationId xmlns:a16="http://schemas.microsoft.com/office/drawing/2014/main" id="{24C61C26-47CA-4BB8-A964-986A0AE9740F}"/>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75D08F74-39B1-41DB-A8C2-AC3E7DED3B67}"/>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For a 256 Hz fork: 25,600; 2,560; 768; 358.4; and 256 samples/s.</a:t>
            </a:r>
          </a:p>
        </p:txBody>
      </p:sp>
      <p:sp>
        <p:nvSpPr>
          <p:cNvPr id="10" name="text">
            <a:extLst xmlns:a="http://schemas.openxmlformats.org/drawingml/2006/main">
              <a:ext uri="{FF2B5EF4-FFF2-40B4-BE49-F238E27FC236}">
                <a16:creationId xmlns:a16="http://schemas.microsoft.com/office/drawing/2014/main" id="{228D5303-B7F6-437F-A2BF-8D9AE161ADB9}"/>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646ABCEC-86CB-4681-8894-8384E909BE1B}"/>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The last two settings deliberately undersample the reference tone.</a:t>
            </a:r>
          </a:p>
        </p:txBody>
      </p:sp>
      <p:sp>
        <p:nvSpPr>
          <p:cNvPr id="12" name="text">
            <a:extLst xmlns:a="http://schemas.openxmlformats.org/drawingml/2006/main">
              <a:ext uri="{FF2B5EF4-FFF2-40B4-BE49-F238E27FC236}">
                <a16:creationId xmlns:a16="http://schemas.microsoft.com/office/drawing/2014/main" id="{993B0B8C-D6AA-4F5D-9DE9-6C68A9769D82}"/>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31.5–34.5 min</a:t>
            </a:r>
          </a:p>
        </p:txBody>
      </p:sp>
    </p:spTree>
    <p:extLst>
      <p:ext uri="{BB962C8B-B14F-4D97-AF65-F5344CB8AC3E}">
        <p14:creationId xmlns:p14="http://schemas.microsoft.com/office/powerpoint/2010/main" val="150638180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BC77D34B-3D73-4BC5-B6AC-472F7058FE8E}"/>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8D7CDEEB-3659-471F-A656-696BA97C95F6}"/>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Set Data Logger before pressing Record</a:t>
            </a:r>
          </a:p>
        </p:txBody>
      </p:sp>
      <p:sp>
        <p:nvSpPr>
          <p:cNvPr id="3" name="page">
            <a:extLst xmlns:a="http://schemas.openxmlformats.org/drawingml/2006/main">
              <a:ext uri="{FF2B5EF4-FFF2-40B4-BE49-F238E27FC236}">
                <a16:creationId xmlns:a16="http://schemas.microsoft.com/office/drawing/2014/main" id="{0C1FACD1-3E32-461F-B39C-2B7A12EF80B1}"/>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26</a:t>
            </a:r>
          </a:p>
        </p:txBody>
      </p:sp>
      <p:sp>
        <p:nvSpPr>
          <p:cNvPr id="4" name="text">
            <a:extLst xmlns:a="http://schemas.openxmlformats.org/drawingml/2006/main">
              <a:ext uri="{FF2B5EF4-FFF2-40B4-BE49-F238E27FC236}">
                <a16:creationId xmlns:a16="http://schemas.microsoft.com/office/drawing/2014/main" id="{BD809F3D-D337-4353-A523-9D4999A7838D}"/>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360D5171-E5FD-45DD-B023-862C5CEE0243}"/>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Acquisition: enter Rate and record the selected mode, e.g. Precision.</a:t>
            </a:r>
          </a:p>
        </p:txBody>
      </p:sp>
      <p:sp>
        <p:nvSpPr>
          <p:cNvPr id="6" name="text">
            <a:extLst xmlns:a="http://schemas.openxmlformats.org/drawingml/2006/main">
              <a:ext uri="{FF2B5EF4-FFF2-40B4-BE49-F238E27FC236}">
                <a16:creationId xmlns:a16="http://schemas.microsoft.com/office/drawing/2014/main" id="{EAB2050E-978D-4ECF-9868-0DE8434B7160}"/>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B20E54B1-44F6-4765-9F31-81208600677F}"/>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Logging: choose Immediate or Delayed and set Duration ≥ 1 s.</a:t>
            </a:r>
          </a:p>
        </p:txBody>
      </p:sp>
      <p:sp>
        <p:nvSpPr>
          <p:cNvPr id="8" name="text">
            <a:extLst xmlns:a="http://schemas.openxmlformats.org/drawingml/2006/main">
              <a:ext uri="{FF2B5EF4-FFF2-40B4-BE49-F238E27FC236}">
                <a16:creationId xmlns:a16="http://schemas.microsoft.com/office/drawing/2014/main" id="{7D2EC24B-00FF-4613-BAB8-E323A655B6FB}"/>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262DCDE6-B2DC-4B9E-8AB9-0AA93F812746}"/>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Filename prefix: include source, reference frequency, rate, and trial.</a:t>
            </a:r>
          </a:p>
        </p:txBody>
      </p:sp>
      <p:sp>
        <p:nvSpPr>
          <p:cNvPr id="10" name="text">
            <a:extLst xmlns:a="http://schemas.openxmlformats.org/drawingml/2006/main">
              <a:ext uri="{FF2B5EF4-FFF2-40B4-BE49-F238E27FC236}">
                <a16:creationId xmlns:a16="http://schemas.microsoft.com/office/drawing/2014/main" id="{1542DCF5-6D5E-4DE6-AB9A-FE12A915AEB2}"/>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39B52B2D-0703-4577-80A0-E690FBF1105D}"/>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Start recording; inspect the waveform for clipping, silence, and missed events.</a:t>
            </a:r>
          </a:p>
        </p:txBody>
      </p:sp>
      <p:sp>
        <p:nvSpPr>
          <p:cNvPr id="12" name="text">
            <a:extLst xmlns:a="http://schemas.openxmlformats.org/drawingml/2006/main">
              <a:ext uri="{FF2B5EF4-FFF2-40B4-BE49-F238E27FC236}">
                <a16:creationId xmlns:a16="http://schemas.microsoft.com/office/drawing/2014/main" id="{88A67C62-CB9D-4130-BB56-46FF4071687D}"/>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34.5–37.5 min</a:t>
            </a:r>
          </a:p>
        </p:txBody>
      </p:sp>
    </p:spTree>
    <p:extLst>
      <p:ext uri="{BB962C8B-B14F-4D97-AF65-F5344CB8AC3E}">
        <p14:creationId xmlns:p14="http://schemas.microsoft.com/office/powerpoint/2010/main" val="14563895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6C9330BA-2B1F-4E62-B354-C76FCF2DFC0C}"/>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59D74DFE-65B5-45C1-AE6E-3F44390C58AD}"/>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Export MAT files and verify one immediately</a:t>
            </a:r>
          </a:p>
        </p:txBody>
      </p:sp>
      <p:sp>
        <p:nvSpPr>
          <p:cNvPr id="3" name="page">
            <a:extLst xmlns:a="http://schemas.openxmlformats.org/drawingml/2006/main">
              <a:ext uri="{FF2B5EF4-FFF2-40B4-BE49-F238E27FC236}">
                <a16:creationId xmlns:a16="http://schemas.microsoft.com/office/drawing/2014/main" id="{F117923A-6730-477B-B63E-C786F24D4F94}"/>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27</a:t>
            </a:r>
          </a:p>
        </p:txBody>
      </p:sp>
      <p:sp>
        <p:nvSpPr>
          <p:cNvPr id="4" name="text">
            <a:extLst xmlns:a="http://schemas.openxmlformats.org/drawingml/2006/main">
              <a:ext uri="{FF2B5EF4-FFF2-40B4-BE49-F238E27FC236}">
                <a16:creationId xmlns:a16="http://schemas.microsoft.com/office/drawing/2014/main" id="{FA3B14FA-CB05-4B1F-9480-4F4A70C992BC}"/>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7AE7C1A9-9E7E-4EF8-A5E1-4FCA7B2C8D3F}"/>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Open File Manager; select recordings → Convert to MATLAB → Download.</a:t>
            </a:r>
          </a:p>
        </p:txBody>
      </p:sp>
      <p:sp>
        <p:nvSpPr>
          <p:cNvPr id="6" name="text">
            <a:extLst xmlns:a="http://schemas.openxmlformats.org/drawingml/2006/main">
              <a:ext uri="{FF2B5EF4-FFF2-40B4-BE49-F238E27FC236}">
                <a16:creationId xmlns:a16="http://schemas.microsoft.com/office/drawing/2014/main" id="{3419196E-F949-47F7-BE5C-B433C7AD0EFB}"/>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A326C9BD-E879-478D-8242-16BC763AC194}"/>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Keep the exported time column and voltage column together.</a:t>
            </a:r>
          </a:p>
        </p:txBody>
      </p:sp>
      <p:sp>
        <p:nvSpPr>
          <p:cNvPr id="8" name="text">
            <a:extLst xmlns:a="http://schemas.openxmlformats.org/drawingml/2006/main">
              <a:ext uri="{FF2B5EF4-FFF2-40B4-BE49-F238E27FC236}">
                <a16:creationId xmlns:a16="http://schemas.microsoft.com/office/drawing/2014/main" id="{DC7EDA84-FED5-4417-8A63-B5AE2CFC05CD}"/>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2F6288AE-92A6-4962-9A6E-6733F6A901D5}"/>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Plot one file immediately and calculate the actual sample interval.</a:t>
            </a:r>
          </a:p>
        </p:txBody>
      </p:sp>
      <p:sp>
        <p:nvSpPr>
          <p:cNvPr id="10" name="text">
            <a:extLst xmlns:a="http://schemas.openxmlformats.org/drawingml/2006/main">
              <a:ext uri="{FF2B5EF4-FFF2-40B4-BE49-F238E27FC236}">
                <a16:creationId xmlns:a16="http://schemas.microsoft.com/office/drawing/2014/main" id="{CB49A868-5F56-46A6-BE1E-C3B5E8BC045A}"/>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C541789B-73DC-400A-9135-149F1BF250BB}"/>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Back up the data; do not leave with only a screenshot or an empty file.</a:t>
            </a:r>
          </a:p>
        </p:txBody>
      </p:sp>
      <p:sp>
        <p:nvSpPr>
          <p:cNvPr id="12" name="text">
            <a:extLst xmlns:a="http://schemas.openxmlformats.org/drawingml/2006/main">
              <a:ext uri="{FF2B5EF4-FFF2-40B4-BE49-F238E27FC236}">
                <a16:creationId xmlns:a16="http://schemas.microsoft.com/office/drawing/2014/main" id="{7BFC7A05-DBBB-4354-AADE-220B8C782CC5}"/>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37.5–39.5 min</a:t>
            </a:r>
          </a:p>
        </p:txBody>
      </p:sp>
    </p:spTree>
    <p:extLst>
      <p:ext uri="{BB962C8B-B14F-4D97-AF65-F5344CB8AC3E}">
        <p14:creationId xmlns:p14="http://schemas.microsoft.com/office/powerpoint/2010/main" val="97556567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6F7D229F-5CAC-45B6-9751-B1D24A4297B8}"/>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C79D52B4-CEE6-4590-934D-3912999A3056}"/>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Replay at the recorded rate</a:t>
            </a:r>
          </a:p>
        </p:txBody>
      </p:sp>
      <p:sp>
        <p:nvSpPr>
          <p:cNvPr id="3" name="page">
            <a:extLst xmlns:a="http://schemas.openxmlformats.org/drawingml/2006/main">
              <a:ext uri="{FF2B5EF4-FFF2-40B4-BE49-F238E27FC236}">
                <a16:creationId xmlns:a16="http://schemas.microsoft.com/office/drawing/2014/main" id="{4E1155E8-32D6-4B53-A683-EE9E83395FF5}"/>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28</a:t>
            </a:r>
          </a:p>
        </p:txBody>
      </p:sp>
      <p:sp>
        <p:nvSpPr>
          <p:cNvPr id="4" name="text">
            <a:extLst xmlns:a="http://schemas.openxmlformats.org/drawingml/2006/main">
              <a:ext uri="{FF2B5EF4-FFF2-40B4-BE49-F238E27FC236}">
                <a16:creationId xmlns:a16="http://schemas.microsoft.com/office/drawing/2014/main" id="{F7553185-3F42-4D2D-A33E-550DA62B5C2B}"/>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C020951C-7D9B-41ED-8FE9-2F5E896D0B5C}"/>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Playback must use the original f_s, or an explicitly resampled audio signal.</a:t>
            </a:r>
          </a:p>
        </p:txBody>
      </p:sp>
      <p:sp>
        <p:nvSpPr>
          <p:cNvPr id="6" name="text">
            <a:extLst xmlns:a="http://schemas.openxmlformats.org/drawingml/2006/main">
              <a:ext uri="{FF2B5EF4-FFF2-40B4-BE49-F238E27FC236}">
                <a16:creationId xmlns:a16="http://schemas.microsoft.com/office/drawing/2014/main" id="{104019BD-DB97-426D-831D-91C8BB85A2CC}"/>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D38D00D0-F3FF-4437-ACA7-3D5A4EDA34B5}"/>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N is a sample count; it equals f_s numerically only for a 1 s record.</a:t>
            </a:r>
          </a:p>
        </p:txBody>
      </p:sp>
      <p:sp>
        <p:nvSpPr>
          <p:cNvPr id="8" name="text">
            <a:extLst xmlns:a="http://schemas.openxmlformats.org/drawingml/2006/main">
              <a:ext uri="{FF2B5EF4-FFF2-40B4-BE49-F238E27FC236}">
                <a16:creationId xmlns:a16="http://schemas.microsoft.com/office/drawing/2014/main" id="{BC7F0FBB-62A1-4358-BB00-EC1860B5417A}"/>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3BB77357-7E62-48B6-9E01-CFAFBD92C90E}"/>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Changing playback rate changes pitch and duration.</a:t>
            </a:r>
          </a:p>
        </p:txBody>
      </p:sp>
      <p:sp>
        <p:nvSpPr>
          <p:cNvPr id="10" name="text">
            <a:extLst xmlns:a="http://schemas.openxmlformats.org/drawingml/2006/main">
              <a:ext uri="{FF2B5EF4-FFF2-40B4-BE49-F238E27FC236}">
                <a16:creationId xmlns:a16="http://schemas.microsoft.com/office/drawing/2014/main" id="{11F2BF3A-571F-4A34-869F-78187D98E0F7}"/>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176A8B14-8AE9-4204-8707-45395800529C}"/>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Compare what you hear with the waveform and spectrum; note device limits.</a:t>
            </a:r>
          </a:p>
        </p:txBody>
      </p:sp>
      <p:sp>
        <p:nvSpPr>
          <p:cNvPr id="12" name="text">
            <a:extLst xmlns:a="http://schemas.openxmlformats.org/drawingml/2006/main">
              <a:ext uri="{FF2B5EF4-FFF2-40B4-BE49-F238E27FC236}">
                <a16:creationId xmlns:a16="http://schemas.microsoft.com/office/drawing/2014/main" id="{35F296CA-55C2-4978-AE18-CD9D1F5D8269}"/>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39.5–41.5 min</a:t>
            </a:r>
          </a:p>
        </p:txBody>
      </p:sp>
    </p:spTree>
    <p:extLst>
      <p:ext uri="{BB962C8B-B14F-4D97-AF65-F5344CB8AC3E}">
        <p14:creationId xmlns:p14="http://schemas.microsoft.com/office/powerpoint/2010/main" val="27753368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2CA3F0E9-F635-4C56-826F-F975AC41503F}"/>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3675D5B7-8370-4488-8D08-CD26BCC1F209}"/>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Analyze: waveform, statistics, and spectrum</a:t>
            </a:r>
          </a:p>
        </p:txBody>
      </p:sp>
      <p:sp>
        <p:nvSpPr>
          <p:cNvPr id="3" name="page">
            <a:extLst xmlns:a="http://schemas.openxmlformats.org/drawingml/2006/main">
              <a:ext uri="{FF2B5EF4-FFF2-40B4-BE49-F238E27FC236}">
                <a16:creationId xmlns:a16="http://schemas.microsoft.com/office/drawing/2014/main" id="{A9813739-5EE8-4C2E-8B39-DBFD0845A32D}"/>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29</a:t>
            </a:r>
          </a:p>
        </p:txBody>
      </p:sp>
      <p:sp>
        <p:nvSpPr>
          <p:cNvPr id="4" name="text">
            <a:extLst xmlns:a="http://schemas.openxmlformats.org/drawingml/2006/main">
              <a:ext uri="{FF2B5EF4-FFF2-40B4-BE49-F238E27FC236}">
                <a16:creationId xmlns:a16="http://schemas.microsoft.com/office/drawing/2014/main" id="{38B3E36C-E733-46B9-AEDE-753A76B09AA8}"/>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1C585320-C07B-4CDC-9D9A-AABA6EC84545}"/>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Waveform: same time scale, labeled volts and seconds; show sample markers.</a:t>
            </a:r>
          </a:p>
        </p:txBody>
      </p:sp>
      <p:sp>
        <p:nvSpPr>
          <p:cNvPr id="6" name="text">
            <a:extLst xmlns:a="http://schemas.openxmlformats.org/drawingml/2006/main">
              <a:ext uri="{FF2B5EF4-FFF2-40B4-BE49-F238E27FC236}">
                <a16:creationId xmlns:a16="http://schemas.microsoft.com/office/drawing/2014/main" id="{3C89100B-E020-4D2E-BF16-0A6EDF1F7AA3}"/>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5938D68F-F4E9-47E0-A59B-43194A59B792}"/>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Statistics: mean and RMS over a stated interval, with consistent gain.</a:t>
            </a:r>
          </a:p>
        </p:txBody>
      </p:sp>
      <p:sp>
        <p:nvSpPr>
          <p:cNvPr id="8" name="text">
            <a:extLst xmlns:a="http://schemas.openxmlformats.org/drawingml/2006/main">
              <a:ext uri="{FF2B5EF4-FFF2-40B4-BE49-F238E27FC236}">
                <a16:creationId xmlns:a16="http://schemas.microsoft.com/office/drawing/2014/main" id="{0597FA18-B019-432E-88F9-5F7E56A98A2F}"/>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6886E46F-A65D-4AB8-8FF5-2E5F9D55C75A}"/>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Spectrum: report f_s, N, window, FFT-bin spacing, and main peak locations.</a:t>
            </a:r>
          </a:p>
        </p:txBody>
      </p:sp>
      <p:sp>
        <p:nvSpPr>
          <p:cNvPr id="10" name="text">
            <a:extLst xmlns:a="http://schemas.openxmlformats.org/drawingml/2006/main">
              <a:ext uri="{FF2B5EF4-FFF2-40B4-BE49-F238E27FC236}">
                <a16:creationId xmlns:a16="http://schemas.microsoft.com/office/drawing/2014/main" id="{A8D02482-04D5-41F9-B8F0-A7FAAD73E6E0}"/>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09C2299F-3EC1-4566-8DA1-5C4105FDB4A1}"/>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Compare each low-rate case with the high-rate reference and the predicted alias.</a:t>
            </a:r>
          </a:p>
        </p:txBody>
      </p:sp>
      <p:sp>
        <p:nvSpPr>
          <p:cNvPr id="12" name="text">
            <a:extLst xmlns:a="http://schemas.openxmlformats.org/drawingml/2006/main">
              <a:ext uri="{FF2B5EF4-FFF2-40B4-BE49-F238E27FC236}">
                <a16:creationId xmlns:a16="http://schemas.microsoft.com/office/drawing/2014/main" id="{13FECEB4-EE48-4661-BA30-6DF6FEEA7DF5}"/>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41.5–44 min</a:t>
            </a:r>
          </a:p>
        </p:txBody>
      </p:sp>
    </p:spTree>
    <p:extLst>
      <p:ext uri="{BB962C8B-B14F-4D97-AF65-F5344CB8AC3E}">
        <p14:creationId xmlns:p14="http://schemas.microsoft.com/office/powerpoint/2010/main" val="54600142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8CFE55EE-2865-478C-9E0D-0F0134B37683}"/>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02FA0263-5493-4627-8EA6-969C9572B73E}"/>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Before leaving: show evidence and save it</a:t>
            </a:r>
          </a:p>
        </p:txBody>
      </p:sp>
      <p:sp>
        <p:nvSpPr>
          <p:cNvPr id="3" name="page">
            <a:extLst xmlns:a="http://schemas.openxmlformats.org/drawingml/2006/main">
              <a:ext uri="{FF2B5EF4-FFF2-40B4-BE49-F238E27FC236}">
                <a16:creationId xmlns:a16="http://schemas.microsoft.com/office/drawing/2014/main" id="{70747112-96BF-47E2-ADA6-4B54F2A4C1F4}"/>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30</a:t>
            </a:r>
          </a:p>
        </p:txBody>
      </p:sp>
      <p:sp>
        <p:nvSpPr>
          <p:cNvPr id="4" name="text">
            <a:extLst xmlns:a="http://schemas.openxmlformats.org/drawingml/2006/main">
              <a:ext uri="{FF2B5EF4-FFF2-40B4-BE49-F238E27FC236}">
                <a16:creationId xmlns:a16="http://schemas.microsoft.com/office/drawing/2014/main" id="{800BA5AA-95FD-4857-89F6-F0577F90FEB5}"/>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2D41904A-4D2F-46C8-8CA0-63BC8B3D538B}"/>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Show the GTA one valid high-rate record and its spectrum.</a:t>
            </a:r>
          </a:p>
        </p:txBody>
      </p:sp>
      <p:sp>
        <p:nvSpPr>
          <p:cNvPr id="6" name="text">
            <a:extLst xmlns:a="http://schemas.openxmlformats.org/drawingml/2006/main">
              <a:ext uri="{FF2B5EF4-FFF2-40B4-BE49-F238E27FC236}">
                <a16:creationId xmlns:a16="http://schemas.microsoft.com/office/drawing/2014/main" id="{12F37836-8136-4FDF-90EC-F57786747C58}"/>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AB15A1B8-CB6C-45C1-9F35-71C72F690516}"/>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For the tuning fork, identify a clear peak near the labeled frequency.</a:t>
            </a:r>
          </a:p>
        </p:txBody>
      </p:sp>
      <p:sp>
        <p:nvSpPr>
          <p:cNvPr id="8" name="text">
            <a:extLst xmlns:a="http://schemas.openxmlformats.org/drawingml/2006/main">
              <a:ext uri="{FF2B5EF4-FFF2-40B4-BE49-F238E27FC236}">
                <a16:creationId xmlns:a16="http://schemas.microsoft.com/office/drawing/2014/main" id="{815DD1AC-9DFB-4CAA-82EF-0DB7F69ECA18}"/>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D51A0E7E-054E-42BF-A815-876360AC79A6}"/>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Confirm all sound/rate cases, metadata, MAT files, and backups are present.</a:t>
            </a:r>
          </a:p>
        </p:txBody>
      </p:sp>
      <p:sp>
        <p:nvSpPr>
          <p:cNvPr id="10" name="text">
            <a:extLst xmlns:a="http://schemas.openxmlformats.org/drawingml/2006/main">
              <a:ext uri="{FF2B5EF4-FFF2-40B4-BE49-F238E27FC236}">
                <a16:creationId xmlns:a16="http://schemas.microsoft.com/office/drawing/2014/main" id="{135891FA-4F21-4631-BFC1-5D34F0E9E97B}"/>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0C6EB367-EFC0-421A-AA97-E4E1871769B5}"/>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Report: method, results, comparison, discussion, conclusions, and references.</a:t>
            </a:r>
          </a:p>
        </p:txBody>
      </p:sp>
      <p:sp>
        <p:nvSpPr>
          <p:cNvPr id="12" name="text">
            <a:extLst xmlns:a="http://schemas.openxmlformats.org/drawingml/2006/main">
              <a:ext uri="{FF2B5EF4-FFF2-40B4-BE49-F238E27FC236}">
                <a16:creationId xmlns:a16="http://schemas.microsoft.com/office/drawing/2014/main" id="{A4040A4D-4A79-4237-A960-E9A0F96D0FDA}"/>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44–45.5 min</a:t>
            </a:r>
          </a:p>
        </p:txBody>
      </p:sp>
    </p:spTree>
    <p:extLst>
      <p:ext uri="{BB962C8B-B14F-4D97-AF65-F5344CB8AC3E}">
        <p14:creationId xmlns:p14="http://schemas.microsoft.com/office/powerpoint/2010/main" val="8183086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E5599E69-3208-4139-9A26-EF56176A1625}"/>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C332FACA-45A9-4686-B898-25AD564D0EE5}"/>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Pre-lab: rehearse the same measurement decisions</a:t>
            </a:r>
          </a:p>
        </p:txBody>
      </p:sp>
      <p:sp>
        <p:nvSpPr>
          <p:cNvPr id="3" name="page">
            <a:extLst xmlns:a="http://schemas.openxmlformats.org/drawingml/2006/main">
              <a:ext uri="{FF2B5EF4-FFF2-40B4-BE49-F238E27FC236}">
                <a16:creationId xmlns:a16="http://schemas.microsoft.com/office/drawing/2014/main" id="{59D9EF99-D469-4E42-9F65-F86237DD9B86}"/>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31</a:t>
            </a:r>
          </a:p>
        </p:txBody>
      </p:sp>
      <p:sp>
        <p:nvSpPr>
          <p:cNvPr id="4" name="text">
            <a:extLst xmlns:a="http://schemas.openxmlformats.org/drawingml/2006/main">
              <a:ext uri="{FF2B5EF4-FFF2-40B4-BE49-F238E27FC236}">
                <a16:creationId xmlns:a16="http://schemas.microsoft.com/office/drawing/2014/main" id="{1E320A73-4181-4FCA-AB9D-73FDE9A9C2CF}"/>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D7FD446B-F335-435D-ABF5-7DD6127B73BD}"/>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 prepared 320 Hz microphone-voltage model replaces the physical source.</a:t>
            </a:r>
          </a:p>
        </p:txBody>
      </p:sp>
      <p:sp>
        <p:nvSpPr>
          <p:cNvPr id="6" name="text">
            <a:extLst xmlns:a="http://schemas.openxmlformats.org/drawingml/2006/main">
              <a:ext uri="{FF2B5EF4-FFF2-40B4-BE49-F238E27FC236}">
                <a16:creationId xmlns:a16="http://schemas.microsoft.com/office/drawing/2014/main" id="{46DB1ED0-1E4E-40E5-AAFE-6127482E80F6}"/>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E8874E2A-CB68-4FD6-8225-620EC83A4AA9}"/>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Use the lab’s five rates: 100f, 10f, 3f, 1.4f, and 1f.</a:t>
            </a:r>
          </a:p>
        </p:txBody>
      </p:sp>
      <p:sp>
        <p:nvSpPr>
          <p:cNvPr id="8" name="text">
            <a:extLst xmlns:a="http://schemas.openxmlformats.org/drawingml/2006/main">
              <a:ext uri="{FF2B5EF4-FFF2-40B4-BE49-F238E27FC236}">
                <a16:creationId xmlns:a16="http://schemas.microsoft.com/office/drawing/2014/main" id="{7A7DEF20-BFC5-4E39-9FD5-FEAD009FB84F}"/>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37792C35-25AB-42E9-B0FC-E1B54E670B11}"/>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Predict, run, compare waveforms and FFTs, then justify recording settings.</a:t>
            </a:r>
          </a:p>
        </p:txBody>
      </p:sp>
      <p:sp>
        <p:nvSpPr>
          <p:cNvPr id="10" name="text">
            <a:extLst xmlns:a="http://schemas.openxmlformats.org/drawingml/2006/main">
              <a:ext uri="{FF2B5EF4-FFF2-40B4-BE49-F238E27FC236}">
                <a16:creationId xmlns:a16="http://schemas.microsoft.com/office/drawing/2014/main" id="{0952A325-BED4-46F2-B242-E41F261BE8A1}"/>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4978A1AF-924D-475A-A5A3-0EF157EBA99B}"/>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All code is supplied; submit calculations, evidence, and explanations.</a:t>
            </a:r>
          </a:p>
        </p:txBody>
      </p:sp>
      <p:sp>
        <p:nvSpPr>
          <p:cNvPr id="12" name="text">
            <a:extLst xmlns:a="http://schemas.openxmlformats.org/drawingml/2006/main">
              <a:ext uri="{FF2B5EF4-FFF2-40B4-BE49-F238E27FC236}">
                <a16:creationId xmlns:a16="http://schemas.microsoft.com/office/drawing/2014/main" id="{A0AD6191-3506-4661-989C-CE50348ABD4D}"/>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45.5–49 min</a:t>
            </a:r>
          </a:p>
        </p:txBody>
      </p:sp>
    </p:spTree>
    <p:extLst>
      <p:ext uri="{BB962C8B-B14F-4D97-AF65-F5344CB8AC3E}">
        <p14:creationId xmlns:p14="http://schemas.microsoft.com/office/powerpoint/2010/main" val="44834997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47B65390-AD62-4835-87ED-CED303891E30}"/>
              </a:ext>
            </a:extLst>
          </p:cNvPr>
          <p:cNvSpPr>
            <a:spLocks xmlns:a="http://schemas.openxmlformats.org/drawingml/2006/main" noGrp="1"/>
          </p:cNvSpPr>
          <p:nvPr/>
        </p:nvSpPr>
        <p:spPr>
          <a:xfrm xmlns:a="http://schemas.openxmlformats.org/drawingml/2006/main">
            <a:off x="400050" y="228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FEEE280C-7F4B-49D6-82F3-76F122F17F1D}"/>
              </a:ext>
            </a:extLst>
          </p:cNvPr>
          <p:cNvSpPr>
            <a:spLocks xmlns:a="http://schemas.openxmlformats.org/drawingml/2006/main" noGrp="1"/>
          </p:cNvSpPr>
          <p:nvPr/>
        </p:nvSpPr>
        <p:spPr>
          <a:xfrm xmlns:a="http://schemas.openxmlformats.org/drawingml/2006/main">
            <a:off x="400050" y="6858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Final check: explain your measurement</a:t>
            </a:r>
          </a:p>
        </p:txBody>
      </p:sp>
      <p:sp>
        <p:nvSpPr>
          <p:cNvPr id="3" name="page">
            <a:extLst xmlns:a="http://schemas.openxmlformats.org/drawingml/2006/main">
              <a:ext uri="{FF2B5EF4-FFF2-40B4-BE49-F238E27FC236}">
                <a16:creationId xmlns:a16="http://schemas.microsoft.com/office/drawing/2014/main" id="{71D2AE3F-3232-4D5A-B132-C77792865495}"/>
              </a:ext>
            </a:extLst>
          </p:cNvPr>
          <p:cNvSpPr>
            <a:spLocks xmlns:a="http://schemas.openxmlformats.org/drawingml/2006/main" noGrp="1"/>
          </p:cNvSpPr>
          <p:nvPr/>
        </p:nvSpPr>
        <p:spPr>
          <a:xfrm xmlns:a="http://schemas.openxmlformats.org/drawingml/2006/main">
            <a:off x="113347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32</a:t>
            </a:r>
          </a:p>
        </p:txBody>
      </p:sp>
      <p:sp>
        <p:nvSpPr>
          <p:cNvPr id="4" name="text">
            <a:extLst xmlns:a="http://schemas.openxmlformats.org/drawingml/2006/main">
              <a:ext uri="{FF2B5EF4-FFF2-40B4-BE49-F238E27FC236}">
                <a16:creationId xmlns:a16="http://schemas.microsoft.com/office/drawing/2014/main" id="{E4600BE6-D386-4CCB-9B44-035CC6633173}"/>
              </a:ext>
            </a:extLst>
          </p:cNvPr>
          <p:cNvSpPr>
            <a:spLocks xmlns:a="http://schemas.openxmlformats.org/drawingml/2006/main" noGrp="1"/>
          </p:cNvSpPr>
          <p:nvPr/>
        </p:nvSpPr>
        <p:spPr>
          <a:xfrm xmlns:a="http://schemas.openxmlformats.org/drawingml/2006/main">
            <a:off x="533400" y="16192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5" name="text">
            <a:extLst xmlns:a="http://schemas.openxmlformats.org/drawingml/2006/main">
              <a:ext uri="{FF2B5EF4-FFF2-40B4-BE49-F238E27FC236}">
                <a16:creationId xmlns:a16="http://schemas.microsoft.com/office/drawing/2014/main" id="{FEB9E43C-B62E-4AD9-BE8C-32BC1DC28DCA}"/>
              </a:ext>
            </a:extLst>
          </p:cNvPr>
          <p:cNvSpPr>
            <a:spLocks xmlns:a="http://schemas.openxmlformats.org/drawingml/2006/main" noGrp="1"/>
          </p:cNvSpPr>
          <p:nvPr/>
        </p:nvSpPr>
        <p:spPr>
          <a:xfrm xmlns:a="http://schemas.openxmlformats.org/drawingml/2006/main">
            <a:off x="8382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What is a physical signal frequency, and what is the recorder sample rate?</a:t>
            </a:r>
          </a:p>
        </p:txBody>
      </p:sp>
      <p:sp>
        <p:nvSpPr>
          <p:cNvPr id="6" name="text">
            <a:extLst xmlns:a="http://schemas.openxmlformats.org/drawingml/2006/main">
              <a:ext uri="{FF2B5EF4-FFF2-40B4-BE49-F238E27FC236}">
                <a16:creationId xmlns:a16="http://schemas.microsoft.com/office/drawing/2014/main" id="{459AA256-7C7C-408B-8DD3-DD955523D2B8}"/>
              </a:ext>
            </a:extLst>
          </p:cNvPr>
          <p:cNvSpPr>
            <a:spLocks xmlns:a="http://schemas.openxmlformats.org/drawingml/2006/main" noGrp="1"/>
          </p:cNvSpPr>
          <p:nvPr/>
        </p:nvSpPr>
        <p:spPr>
          <a:xfrm xmlns:a="http://schemas.openxmlformats.org/drawingml/2006/main">
            <a:off x="533400" y="24003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7" name="text">
            <a:extLst xmlns:a="http://schemas.openxmlformats.org/drawingml/2006/main">
              <a:ext uri="{FF2B5EF4-FFF2-40B4-BE49-F238E27FC236}">
                <a16:creationId xmlns:a16="http://schemas.microsoft.com/office/drawing/2014/main" id="{E3DECB89-BDE0-46B2-835D-451D38A2DF84}"/>
              </a:ext>
            </a:extLst>
          </p:cNvPr>
          <p:cNvSpPr>
            <a:spLocks xmlns:a="http://schemas.openxmlformats.org/drawingml/2006/main" noGrp="1"/>
          </p:cNvSpPr>
          <p:nvPr/>
        </p:nvSpPr>
        <p:spPr>
          <a:xfrm xmlns:a="http://schemas.openxmlformats.org/drawingml/2006/main">
            <a:off x="838200" y="24003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Why can a low-rate waveform or FFT show a false frequency?</a:t>
            </a:r>
          </a:p>
        </p:txBody>
      </p:sp>
      <p:sp>
        <p:nvSpPr>
          <p:cNvPr id="8" name="text">
            <a:extLst xmlns:a="http://schemas.openxmlformats.org/drawingml/2006/main">
              <a:ext uri="{FF2B5EF4-FFF2-40B4-BE49-F238E27FC236}">
                <a16:creationId xmlns:a16="http://schemas.microsoft.com/office/drawing/2014/main" id="{BA53ABAE-C9F8-46B2-974C-A30A10E3975D}"/>
              </a:ext>
            </a:extLst>
          </p:cNvPr>
          <p:cNvSpPr>
            <a:spLocks xmlns:a="http://schemas.openxmlformats.org/drawingml/2006/main" noGrp="1"/>
          </p:cNvSpPr>
          <p:nvPr/>
        </p:nvSpPr>
        <p:spPr>
          <a:xfrm xmlns:a="http://schemas.openxmlformats.org/drawingml/2006/main">
            <a:off x="533400" y="318135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9" name="text">
            <a:extLst xmlns:a="http://schemas.openxmlformats.org/drawingml/2006/main">
              <a:ext uri="{FF2B5EF4-FFF2-40B4-BE49-F238E27FC236}">
                <a16:creationId xmlns:a16="http://schemas.microsoft.com/office/drawing/2014/main" id="{CA10457F-BABE-46CE-BFE6-1C950436461F}"/>
              </a:ext>
            </a:extLst>
          </p:cNvPr>
          <p:cNvSpPr>
            <a:spLocks xmlns:a="http://schemas.openxmlformats.org/drawingml/2006/main" noGrp="1"/>
          </p:cNvSpPr>
          <p:nvPr/>
        </p:nvSpPr>
        <p:spPr>
          <a:xfrm xmlns:a="http://schemas.openxmlformats.org/drawingml/2006/main">
            <a:off x="838200" y="3181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What do you save before leaving the laboratory?</a:t>
            </a:r>
          </a:p>
        </p:txBody>
      </p:sp>
      <p:sp>
        <p:nvSpPr>
          <p:cNvPr id="10" name="text">
            <a:extLst xmlns:a="http://schemas.openxmlformats.org/drawingml/2006/main">
              <a:ext uri="{FF2B5EF4-FFF2-40B4-BE49-F238E27FC236}">
                <a16:creationId xmlns:a16="http://schemas.microsoft.com/office/drawing/2014/main" id="{91D2A504-ECAB-436D-929A-B1118B122A0A}"/>
              </a:ext>
            </a:extLst>
          </p:cNvPr>
          <p:cNvSpPr>
            <a:spLocks xmlns:a="http://schemas.openxmlformats.org/drawingml/2006/main" noGrp="1"/>
          </p:cNvSpPr>
          <p:nvPr/>
        </p:nvSpPr>
        <p:spPr>
          <a:xfrm xmlns:a="http://schemas.openxmlformats.org/drawingml/2006/main">
            <a:off x="533400" y="39624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81C1C"/>
                </a:solidFill>
                <a:latin typeface="Calibri"/>
                <a:ea typeface="Calibri"/>
                <a:cs typeface="Calibri"/>
              </a:defRPr>
            </a:pPr>
            <a:r>
              <a:rPr sz="2025" b="1">
                <a:solidFill>
                  <a:srgbClr val="881C1C"/>
                </a:solidFill>
                <a:latin typeface="Calibri"/>
                <a:ea typeface="Calibri"/>
                <a:cs typeface="Calibri"/>
              </a:rPr>
              <a:t>•</a:t>
            </a:r>
          </a:p>
        </p:txBody>
      </p:sp>
      <p:sp>
        <p:nvSpPr>
          <p:cNvPr id="11" name="text">
            <a:extLst xmlns:a="http://schemas.openxmlformats.org/drawingml/2006/main">
              <a:ext uri="{FF2B5EF4-FFF2-40B4-BE49-F238E27FC236}">
                <a16:creationId xmlns:a16="http://schemas.microsoft.com/office/drawing/2014/main" id="{688D99AA-9511-4DFF-BA97-0A478F083A57}"/>
              </a:ext>
            </a:extLst>
          </p:cNvPr>
          <p:cNvSpPr>
            <a:spLocks xmlns:a="http://schemas.openxmlformats.org/drawingml/2006/main" noGrp="1"/>
          </p:cNvSpPr>
          <p:nvPr/>
        </p:nvSpPr>
        <p:spPr>
          <a:xfrm xmlns:a="http://schemas.openxmlformats.org/drawingml/2006/main">
            <a:off x="838200" y="39624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1616"/>
                </a:solidFill>
                <a:latin typeface="Calibri"/>
                <a:ea typeface="Calibri"/>
                <a:cs typeface="Calibri"/>
              </a:defRPr>
            </a:pPr>
            <a:r>
              <a:rPr sz="2025" b="0">
                <a:solidFill>
                  <a:srgbClr val="161616"/>
                </a:solidFill>
                <a:latin typeface="Calibri"/>
                <a:ea typeface="Calibri"/>
                <a:cs typeface="Calibri"/>
              </a:rPr>
              <a:t>Pre-labs normally appear Monday; submit before your own lab section begins.</a:t>
            </a:r>
          </a:p>
        </p:txBody>
      </p:sp>
      <p:sp>
        <p:nvSpPr>
          <p:cNvPr id="12" name="text">
            <a:extLst xmlns:a="http://schemas.openxmlformats.org/drawingml/2006/main">
              <a:ext uri="{FF2B5EF4-FFF2-40B4-BE49-F238E27FC236}">
                <a16:creationId xmlns:a16="http://schemas.microsoft.com/office/drawing/2014/main" id="{1291A7E4-FC77-48C1-9589-0142AC59B822}"/>
              </a:ext>
            </a:extLst>
          </p:cNvPr>
          <p:cNvSpPr>
            <a:spLocks xmlns:a="http://schemas.openxmlformats.org/drawingml/2006/main" noGrp="1"/>
          </p:cNvSpPr>
          <p:nvPr/>
        </p:nvSpPr>
        <p:spPr>
          <a:xfrm xmlns:a="http://schemas.openxmlformats.org/drawingml/2006/main">
            <a:off x="9715500" y="228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368"/>
                </a:solidFill>
                <a:latin typeface="Calibri"/>
                <a:ea typeface="Calibri"/>
                <a:cs typeface="Calibri"/>
              </a:defRPr>
            </a:pPr>
            <a:r>
              <a:rPr sz="1200" b="0">
                <a:solidFill>
                  <a:srgbClr val="5F6368"/>
                </a:solidFill>
                <a:latin typeface="Calibri"/>
                <a:ea typeface="Calibri"/>
                <a:cs typeface="Calibri"/>
              </a:rPr>
              <a:t>49–50 min</a:t>
            </a:r>
          </a:p>
        </p:txBody>
      </p:sp>
    </p:spTree>
    <p:extLst>
      <p:ext uri="{BB962C8B-B14F-4D97-AF65-F5344CB8AC3E}">
        <p14:creationId xmlns:p14="http://schemas.microsoft.com/office/powerpoint/2010/main" val="5559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2026-09-13T01:46:02.5160000Z</dcterms:created>
  <dcterms:modified xsi:type="dcterms:W3CDTF">2026-09-13T01:46:02.5160000Z</dcterms:modified>
</coreProperties>
</file>