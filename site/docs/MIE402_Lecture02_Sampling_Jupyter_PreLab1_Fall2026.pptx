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2.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3.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4.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d44175cca70415f" /><Relationship Type="http://schemas.openxmlformats.org/officeDocument/2006/relationships/extended-properties" Target="/docProps/app.xml" Id="R01cf903216274384" /><Relationship Type="http://schemas.openxmlformats.org/officeDocument/2006/relationships/officeDocument" Target="/ppt/presentation.xml" Id="Ra4b122877cd94b08" /></Relationships>
</file>

<file path=ppt/presentation.xml><?xml version="1.0" encoding="utf-8"?>
<p:presentation xmlns:p="http://schemas.openxmlformats.org/presentationml/2006/main">
  <p:sldMasterIdLst>
    <p:sldMasterId xmlns:r="http://schemas.openxmlformats.org/officeDocument/2006/relationships" id="2147483648" r:id="R49d13992dc214991"/>
  </p:sldMasterIdLst>
  <p:notesMasterIdLst>
    <p:notesMasterId xmlns:r="http://schemas.openxmlformats.org/officeDocument/2006/relationships" r:id="R235865c8eae84aac"/>
  </p:notesMasterIdLst>
  <p:sldIdLst>
    <p:sldId xmlns:r="http://schemas.openxmlformats.org/officeDocument/2006/relationships" id="256" r:id="R54f6654cac9e4d65"/>
    <p:sldId xmlns:r="http://schemas.openxmlformats.org/officeDocument/2006/relationships" id="257" r:id="Rf42113260478471d"/>
    <p:sldId xmlns:r="http://schemas.openxmlformats.org/officeDocument/2006/relationships" id="258" r:id="Rfecc586111fe4810"/>
    <p:sldId xmlns:r="http://schemas.openxmlformats.org/officeDocument/2006/relationships" id="259" r:id="Rd6eb6def048a40b4"/>
    <p:sldId xmlns:r="http://schemas.openxmlformats.org/officeDocument/2006/relationships" id="260" r:id="Rc61311b015144e8b"/>
    <p:sldId xmlns:r="http://schemas.openxmlformats.org/officeDocument/2006/relationships" id="261" r:id="Rd5a40516325944b4"/>
    <p:sldId xmlns:r="http://schemas.openxmlformats.org/officeDocument/2006/relationships" id="262" r:id="Rdd776c0cce90416b"/>
    <p:sldId xmlns:r="http://schemas.openxmlformats.org/officeDocument/2006/relationships" id="263" r:id="R3ecfd743211d42d2"/>
    <p:sldId xmlns:r="http://schemas.openxmlformats.org/officeDocument/2006/relationships" id="264" r:id="Re818a916208e487d"/>
    <p:sldId xmlns:r="http://schemas.openxmlformats.org/officeDocument/2006/relationships" id="265" r:id="Rcffc398728a742eb"/>
    <p:sldId xmlns:r="http://schemas.openxmlformats.org/officeDocument/2006/relationships" id="266" r:id="R23a2b60c31014873"/>
    <p:sldId xmlns:r="http://schemas.openxmlformats.org/officeDocument/2006/relationships" id="267" r:id="Rf0c25dee53de4f0e"/>
    <p:sldId xmlns:r="http://schemas.openxmlformats.org/officeDocument/2006/relationships" id="268" r:id="Ra28fcf58d58b481c"/>
    <p:sldId xmlns:r="http://schemas.openxmlformats.org/officeDocument/2006/relationships" id="269" r:id="R67b4e3b5ce314a72"/>
    <p:sldId xmlns:r="http://schemas.openxmlformats.org/officeDocument/2006/relationships" id="270" r:id="R0026ff6c5ab642b3"/>
    <p:sldId xmlns:r="http://schemas.openxmlformats.org/officeDocument/2006/relationships" id="271" r:id="Raf6a9c9831624d73"/>
    <p:sldId xmlns:r="http://schemas.openxmlformats.org/officeDocument/2006/relationships" id="272" r:id="R679bf41163f94f22"/>
    <p:sldId xmlns:r="http://schemas.openxmlformats.org/officeDocument/2006/relationships" id="273" r:id="Rb229d0bae0ac4ec4"/>
    <p:sldId xmlns:r="http://schemas.openxmlformats.org/officeDocument/2006/relationships" id="274" r:id="R8514c89f55434f7e"/>
    <p:sldId xmlns:r="http://schemas.openxmlformats.org/officeDocument/2006/relationships" id="275" r:id="Rc4e1f9386fdc40fc"/>
    <p:sldId xmlns:r="http://schemas.openxmlformats.org/officeDocument/2006/relationships" id="276" r:id="R52190d235cb24db6"/>
    <p:sldId xmlns:r="http://schemas.openxmlformats.org/officeDocument/2006/relationships" id="277" r:id="R5af46803480c44d4"/>
    <p:sldId xmlns:r="http://schemas.openxmlformats.org/officeDocument/2006/relationships" id="278" r:id="R05055a95e059403c"/>
    <p:sldId xmlns:r="http://schemas.openxmlformats.org/officeDocument/2006/relationships" id="279" r:id="R67660ef8ee7348e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75fe238a34f45fe" /><Relationship Type="http://schemas.openxmlformats.org/officeDocument/2006/relationships/slideMaster" Target="/ppt/slideMasters/slideMaster1.xml" Id="R49d13992dc214991" /><Relationship Type="http://schemas.openxmlformats.org/officeDocument/2006/relationships/notesMaster" Target="/ppt/notesMasters/notesMaster1.xml" Id="R235865c8eae84aac" /><Relationship Type="http://schemas.openxmlformats.org/officeDocument/2006/relationships/presProps" Target="/ppt/presProps.xml" Id="Raab8c983cf124f7c" /><Relationship Type="http://schemas.openxmlformats.org/officeDocument/2006/relationships/tableStyles" Target="/ppt/tableStyles.xml" Id="R9401b1ac11064dc8" /><Relationship Type="http://schemas.openxmlformats.org/officeDocument/2006/relationships/slide" Target="/ppt/slides/slide1.xml" Id="R54f6654cac9e4d65" /><Relationship Type="http://schemas.openxmlformats.org/officeDocument/2006/relationships/slide" Target="/ppt/slides/slide2.xml" Id="Rf42113260478471d" /><Relationship Type="http://schemas.openxmlformats.org/officeDocument/2006/relationships/slide" Target="/ppt/slides/slide3.xml" Id="Rfecc586111fe4810" /><Relationship Type="http://schemas.openxmlformats.org/officeDocument/2006/relationships/slide" Target="/ppt/slides/slide4.xml" Id="Rd6eb6def048a40b4" /><Relationship Type="http://schemas.openxmlformats.org/officeDocument/2006/relationships/slide" Target="/ppt/slides/slide5.xml" Id="Rc61311b015144e8b" /><Relationship Type="http://schemas.openxmlformats.org/officeDocument/2006/relationships/slide" Target="/ppt/slides/slide6.xml" Id="Rd5a40516325944b4" /><Relationship Type="http://schemas.openxmlformats.org/officeDocument/2006/relationships/slide" Target="/ppt/slides/slide7.xml" Id="Rdd776c0cce90416b" /><Relationship Type="http://schemas.openxmlformats.org/officeDocument/2006/relationships/slide" Target="/ppt/slides/slide8.xml" Id="R3ecfd743211d42d2" /><Relationship Type="http://schemas.openxmlformats.org/officeDocument/2006/relationships/slide" Target="/ppt/slides/slide9.xml" Id="Re818a916208e487d" /><Relationship Type="http://schemas.openxmlformats.org/officeDocument/2006/relationships/slide" Target="/ppt/slides/slide10.xml" Id="Rcffc398728a742eb" /><Relationship Type="http://schemas.openxmlformats.org/officeDocument/2006/relationships/slide" Target="/ppt/slides/slide11.xml" Id="R23a2b60c31014873" /><Relationship Type="http://schemas.openxmlformats.org/officeDocument/2006/relationships/slide" Target="/ppt/slides/slide12.xml" Id="Rf0c25dee53de4f0e" /><Relationship Type="http://schemas.openxmlformats.org/officeDocument/2006/relationships/slide" Target="/ppt/slides/slide13.xml" Id="Ra28fcf58d58b481c" /><Relationship Type="http://schemas.openxmlformats.org/officeDocument/2006/relationships/slide" Target="/ppt/slides/slide14.xml" Id="R67b4e3b5ce314a72" /><Relationship Type="http://schemas.openxmlformats.org/officeDocument/2006/relationships/slide" Target="/ppt/slides/slide15.xml" Id="R0026ff6c5ab642b3" /><Relationship Type="http://schemas.openxmlformats.org/officeDocument/2006/relationships/slide" Target="/ppt/slides/slide16.xml" Id="Raf6a9c9831624d73" /><Relationship Type="http://schemas.openxmlformats.org/officeDocument/2006/relationships/slide" Target="/ppt/slides/slide17.xml" Id="R679bf41163f94f22" /><Relationship Type="http://schemas.openxmlformats.org/officeDocument/2006/relationships/slide" Target="/ppt/slides/slide18.xml" Id="Rb229d0bae0ac4ec4" /><Relationship Type="http://schemas.openxmlformats.org/officeDocument/2006/relationships/slide" Target="/ppt/slides/slide19.xml" Id="R8514c89f55434f7e" /><Relationship Type="http://schemas.openxmlformats.org/officeDocument/2006/relationships/slide" Target="/ppt/slides/slide20.xml" Id="Rc4e1f9386fdc40fc" /><Relationship Type="http://schemas.openxmlformats.org/officeDocument/2006/relationships/slide" Target="/ppt/slides/slide21.xml" Id="R52190d235cb24db6" /><Relationship Type="http://schemas.openxmlformats.org/officeDocument/2006/relationships/slide" Target="/ppt/slides/slide22.xml" Id="R5af46803480c44d4" /><Relationship Type="http://schemas.openxmlformats.org/officeDocument/2006/relationships/slide" Target="/ppt/slides/slide23.xml" Id="R05055a95e059403c" /><Relationship Type="http://schemas.openxmlformats.org/officeDocument/2006/relationships/slide" Target="/ppt/slides/slide24.xml" Id="R67660ef8ee7348e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c499f54ca344d6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9c7b45a09084c84" /><Relationship Type="http://schemas.openxmlformats.org/officeDocument/2006/relationships/notesMaster" Target="/ppt/notesMasters/notesMaster1.xml" Id="R2cd2831ccde14f8e" /></Relationships>
</file>

<file path=ppt/notesSlides/_rels/notesSlide2.xml.rels>&#65279;<?xml version="1.0" encoding="utf-8"?><Relationships xmlns="http://schemas.openxmlformats.org/package/2006/relationships"><Relationship Type="http://schemas.openxmlformats.org/officeDocument/2006/relationships/slide" Target="/ppt/slides/slide2.xml" Id="R475508cb11b64d7d" /><Relationship Type="http://schemas.openxmlformats.org/officeDocument/2006/relationships/notesMaster" Target="/ppt/notesMasters/notesMaster1.xml" Id="Rc20cb181d72f46da" /></Relationships>
</file>

<file path=ppt/notesSlides/_rels/notesSlide3.xml.rels>&#65279;<?xml version="1.0" encoding="utf-8"?><Relationships xmlns="http://schemas.openxmlformats.org/package/2006/relationships"><Relationship Type="http://schemas.openxmlformats.org/officeDocument/2006/relationships/slide" Target="/ppt/slides/slide3.xml" Id="R05ee35e0dd304a3c" /><Relationship Type="http://schemas.openxmlformats.org/officeDocument/2006/relationships/notesMaster" Target="/ppt/notesMasters/notesMaster1.xml" Id="R3f4063ddd42a45d3" /></Relationships>
</file>

<file path=ppt/notesSlides/_rels/notesSlide4.xml.rels>&#65279;<?xml version="1.0" encoding="utf-8"?><Relationships xmlns="http://schemas.openxmlformats.org/package/2006/relationships"><Relationship Type="http://schemas.openxmlformats.org/officeDocument/2006/relationships/slide" Target="/ppt/slides/slide4.xml" Id="R1c085fa6bba64440" /><Relationship Type="http://schemas.openxmlformats.org/officeDocument/2006/relationships/notesMaster" Target="/ppt/notesMasters/notesMaster1.xml" Id="Rc6c2c9ce7d944137" /></Relationships>
</file>

<file path=ppt/notesSlides/_rels/notesSlide5.xml.rels>&#65279;<?xml version="1.0" encoding="utf-8"?><Relationships xmlns="http://schemas.openxmlformats.org/package/2006/relationships"><Relationship Type="http://schemas.openxmlformats.org/officeDocument/2006/relationships/slide" Target="/ppt/slides/slide5.xml" Id="R19ed9fa8d9e84b1e" /><Relationship Type="http://schemas.openxmlformats.org/officeDocument/2006/relationships/notesMaster" Target="/ppt/notesMasters/notesMaster1.xml" Id="R50d97983132548ab" /></Relationships>
</file>

<file path=ppt/notesSlides/_rels/notesSlide6.xml.rels>&#65279;<?xml version="1.0" encoding="utf-8"?><Relationships xmlns="http://schemas.openxmlformats.org/package/2006/relationships"><Relationship Type="http://schemas.openxmlformats.org/officeDocument/2006/relationships/slide" Target="/ppt/slides/slide6.xml" Id="R0e6eeb8e2a664d86" /><Relationship Type="http://schemas.openxmlformats.org/officeDocument/2006/relationships/notesMaster" Target="/ppt/notesMasters/notesMaster1.xml" Id="R0dddd763281b48ca" /></Relationships>
</file>

<file path=ppt/notesSlides/_rels/notesSlide7.xml.rels>&#65279;<?xml version="1.0" encoding="utf-8"?><Relationships xmlns="http://schemas.openxmlformats.org/package/2006/relationships"><Relationship Type="http://schemas.openxmlformats.org/officeDocument/2006/relationships/slide" Target="/ppt/slides/slide7.xml" Id="R054ce388dda648d8" /><Relationship Type="http://schemas.openxmlformats.org/officeDocument/2006/relationships/notesMaster" Target="/ppt/notesMasters/notesMaster1.xml" Id="R4097e3192e11458c" /></Relationships>
</file>

<file path=ppt/notesSlides/_rels/notesSlide8.xml.rels>&#65279;<?xml version="1.0" encoding="utf-8"?><Relationships xmlns="http://schemas.openxmlformats.org/package/2006/relationships"><Relationship Type="http://schemas.openxmlformats.org/officeDocument/2006/relationships/slide" Target="/ppt/slides/slide8.xml" Id="Rfc44847601764a6e" /><Relationship Type="http://schemas.openxmlformats.org/officeDocument/2006/relationships/notesMaster" Target="/ppt/notesMasters/notesMaster1.xml" Id="R8bb57c32f1c14599" /></Relationships>
</file>

<file path=ppt/notesSlides/_rels/notesSlide9.xml.rels>&#65279;<?xml version="1.0" encoding="utf-8"?><Relationships xmlns="http://schemas.openxmlformats.org/package/2006/relationships"><Relationship Type="http://schemas.openxmlformats.org/officeDocument/2006/relationships/slide" Target="/ppt/slides/slide9.xml" Id="R998a476ebec24a22" /><Relationship Type="http://schemas.openxmlformats.org/officeDocument/2006/relationships/notesMaster" Target="/ppt/notesMasters/notesMaster1.xml" Id="R527a168331d742a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6ccad5ba6a8489e" /><Relationship Type="http://schemas.openxmlformats.org/officeDocument/2006/relationships/notesMaster" Target="/ppt/notesMasters/notesMaster1.xml" Id="R365e7f8d5a4c476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6252b6919c242be" /><Relationship Type="http://schemas.openxmlformats.org/officeDocument/2006/relationships/notesMaster" Target="/ppt/notesMasters/notesMaster1.xml" Id="Rf3c4e8a00baa4bd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5615a118ca44022" /><Relationship Type="http://schemas.openxmlformats.org/officeDocument/2006/relationships/notesMaster" Target="/ppt/notesMasters/notesMaster1.xml" Id="R7cb6c614a1fa4aa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3ce150f4b3d4483" /><Relationship Type="http://schemas.openxmlformats.org/officeDocument/2006/relationships/notesMaster" Target="/ppt/notesMasters/notesMaster1.xml" Id="R93e64091e61d42b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a462d29add84f06" /><Relationship Type="http://schemas.openxmlformats.org/officeDocument/2006/relationships/notesMaster" Target="/ppt/notesMasters/notesMaster1.xml" Id="Rc5026ae7a3e7401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b4140ad9aba44ad" /><Relationship Type="http://schemas.openxmlformats.org/officeDocument/2006/relationships/notesMaster" Target="/ppt/notesMasters/notesMaster1.xml" Id="R742797c4ef61495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6332e684211403d" /><Relationship Type="http://schemas.openxmlformats.org/officeDocument/2006/relationships/notesMaster" Target="/ppt/notesMasters/notesMaster1.xml" Id="R60f5f93379954ec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547eb86307b4ce0" /><Relationship Type="http://schemas.openxmlformats.org/officeDocument/2006/relationships/notesMaster" Target="/ppt/notesMasters/notesMaster1.xml" Id="Re3eab476037d4d1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e706058208c47a9" /><Relationship Type="http://schemas.openxmlformats.org/officeDocument/2006/relationships/notesMaster" Target="/ppt/notesMasters/notesMaster1.xml" Id="Rd7ee2e3fc79d4c3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344872bd7e2448c" /><Relationship Type="http://schemas.openxmlformats.org/officeDocument/2006/relationships/notesMaster" Target="/ppt/notesMasters/notesMaster1.xml" Id="R6af5b551a43d4aa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194f8b638d04173" /><Relationship Type="http://schemas.openxmlformats.org/officeDocument/2006/relationships/notesMaster" Target="/ppt/notesMasters/notesMaster1.xml" Id="R68a3c9fc1c0345c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e2ea25cad3d476c" /><Relationship Type="http://schemas.openxmlformats.org/officeDocument/2006/relationships/notesMaster" Target="/ppt/notesMasters/notesMaster1.xml" Id="R766020c7e9d241c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ad6b2d336f3d4d74" /><Relationship Type="http://schemas.openxmlformats.org/officeDocument/2006/relationships/notesMaster" Target="/ppt/notesMasters/notesMaster1.xml" Id="R6c0efbcfef884ef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4236c97aca547b3" /><Relationship Type="http://schemas.openxmlformats.org/officeDocument/2006/relationships/notesMaster" Target="/ppt/notesMasters/notesMaster1.xml" Id="R510bfaf026804f4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1d6a5b1d11440c2" /><Relationship Type="http://schemas.openxmlformats.org/officeDocument/2006/relationships/notesMaster" Target="/ppt/notesMasters/notesMaster1.xml" Id="R22ae8042ba3542e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0–1 minutes (1 minutes)</a:t>
            </a:r>
          </a:p>
          <a:p xmlns:a="http://schemas.openxmlformats.org/drawingml/2006/main">
            <a:r>
              <a:t/>
            </a:r>
          </a:p>
          <a:p xmlns:a="http://schemas.openxmlformats.org/drawingml/2006/main">
            <a:r>
              <a:t>Welcome students. Explain that today has two goals: understand what sampling can change, and learn enough Jupyter to complete Pre-Lab 1. Ask students to open the notebook now, but wait before running cells.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1–2 minutes (1 minutes)</a:t>
            </a:r>
          </a:p>
          <a:p xmlns:a="http://schemas.openxmlformats.org/drawingml/2006/main">
            <a:r>
              <a:t/>
            </a:r>
          </a:p>
          <a:p xmlns:a="http://schemas.openxmlformats.org/drawingml/2006/main">
            <a:r>
              <a:t>Read the goals briefly. Tell students all Python code is provided. Their work is to calculate, predict, extract values from the output, compare cases, and explain the engineering meaning.</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2–4 minutes (2 minutes)</a:t>
            </a:r>
          </a:p>
          <a:p xmlns:a="http://schemas.openxmlformats.org/drawingml/2006/main">
            <a:r>
              <a:t/>
            </a:r>
          </a:p>
          <a:p xmlns:a="http://schemas.openxmlformats.org/drawingml/2006/main">
            <a:r>
              <a:t>Make the physical chain explicit: sound-pressure variation, microphone voltage, discrete samples, then plots. The pre-lab starts from a clean mathematical voltage. The laboratory adds noise, microphone response, harmonics, and imperfect excitation. The same analysis ideas apply.</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4–7 minutes (3 minutes)</a:t>
            </a:r>
          </a:p>
          <a:p xmlns:a="http://schemas.openxmlformats.org/drawingml/2006/main">
            <a:r>
              <a:t/>
            </a:r>
          </a:p>
          <a:p xmlns:a="http://schemas.openxmlformats.org/drawingml/2006/main">
            <a:r>
              <a:t>Show the actual notebook on screen. Point to a Markdown cell and a code cell. Explain the execution count at the left. Emphasize that a notebook remembers variables only after the defining cell runs.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7–8 minutes (1 minutes)</a:t>
            </a:r>
          </a:p>
          <a:p xmlns:a="http://schemas.openxmlformats.org/drawingml/2006/main">
            <a:r>
              <a:t/>
            </a:r>
          </a:p>
          <a:p xmlns:a="http://schemas.openxmlformats.org/drawingml/2006/main">
            <a:r>
              <a:t>Demonstrate the Colab link from the course website. Remind students to save a personal copy and include their name in the filename if Canvas requests it.</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8–10 minutes (2 minutes)</a:t>
            </a:r>
          </a:p>
          <a:p xmlns:a="http://schemas.openxmlformats.org/drawingml/2006/main">
            <a:r>
              <a:t/>
            </a:r>
          </a:p>
          <a:p xmlns:a="http://schemas.openxmlformats.org/drawingml/2006/main">
            <a:r>
              <a:t>Run the second line before defining A to demonstrate a NameError only if time allows. Then run the defining cell and try again. Show Kernel or Runtime restart and explain why Run All is a useful final check before submission.</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10–12 minutes (2 minutes)</a:t>
            </a:r>
          </a:p>
          <a:p xmlns:a="http://schemas.openxmlformats.org/drawingml/2006/main">
            <a:r>
              <a:t/>
            </a:r>
          </a:p>
          <a:p xmlns:a="http://schemas.openxmlformats.org/drawingml/2006/main">
            <a:r>
              <a:t>Start with one physical voltage tone before showing Python. Point vertically from zero to a crest for amplitude. Point between two neighboring crests for the period and connect period to frequency. Explain that phase sets the wave's starting position at t = 0; it does not change amplitude or frequency. Ask students for the units: volts, hertz, and degrees.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12–14 minutes (2 minutes)</a:t>
            </a:r>
          </a:p>
          <a:p xmlns:a="http://schemas.openxmlformats.org/drawingml/2006/main">
            <a:r>
              <a:t/>
            </a:r>
          </a:p>
          <a:p xmlns:a="http://schemas.openxmlformats.org/drawingml/2006/main">
            <a:r>
              <a:t>Now connect the physical diagram to the variable names. A1 and A2 are voltage amplitudes, f1 and f2 are cycles per second, and phi1_deg and phi2_deg set the starting positions. Explain that sine versus cosine is only a phase-reference choice. NumPy needs radians, so the code converts degrees. Ask which tone has the larger amplitude and which completes cycles faster.</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14–16 minutes (2 minutes)</a:t>
            </a:r>
          </a:p>
          <a:p xmlns:a="http://schemas.openxmlformats.org/drawingml/2006/main">
            <a:r>
              <a:t/>
            </a:r>
          </a:p>
          <a:p xmlns:a="http://schemas.openxmlformats.org/drawingml/2006/main">
            <a:r>
              <a:t>Compare identical amplitudes and frequencies. The gray reference peaks at 13.889 ms, while the blue wave peaks at 10.031 ms. Their separation is 3.858 ms, equal to 25/360 of a 55.556 ms cycle. Positive phase advances a sine wave. Phase is an angle, not a time: convert using the frequency. At time zero the blue voltage is 1.2 sin(25 degrees) = 0.507 V. NumPy takes radians, so phi1_deg is converted with deg2rad.</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16–19 minutes (3 minutes)</a:t>
            </a:r>
          </a:p>
          <a:p xmlns:a="http://schemas.openxmlformats.org/drawingml/2006/main">
            <a:r>
              <a:t/>
            </a:r>
          </a:p>
          <a:p xmlns:a="http://schemas.openxmlformats.org/drawingml/2006/main">
            <a:r>
              <a:t>Explain mean as the vertical center or DC offset of the waveform. Explain RMS by three steps: square removes sign, average combines the whole record, square root returns volts. For a single sinusoid RMS equals amplitude divided by square root of two. Distinct-tone mean squares add when the record contains complete cycles. Stress that a plausible RMS does not prove the frequency content is correct.</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19–22 minutes (3 minutes)</a:t>
            </a:r>
          </a:p>
          <a:p xmlns:a="http://schemas.openxmlformats.org/drawingml/2006/main">
            <a:r>
              <a:t/>
            </a:r>
          </a:p>
          <a:p xmlns:a="http://schemas.openxmlformats.org/drawingml/2006/main">
            <a:r>
              <a:t>Use the chart to distinguish the physical signal from its samples. The gray curve represents a dense numerical reference. Blue markers are the only values available to the data acquisition system at 48 Hz. Ask whether the connecting line proves what happened between samples. It does not.</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22–24 minutes (2 minutes)</a:t>
            </a:r>
          </a:p>
          <a:p xmlns:a="http://schemas.openxmlformats.org/drawingml/2006/main">
            <a:r>
              <a:t/>
            </a:r>
          </a:p>
          <a:p xmlns:a="http://schemas.openxmlformats.org/drawingml/2006/main">
            <a:r>
              <a:t>Explain fs, dt, duration, and n. Point out that np.arange(n)/fs avoids an extra endpoint. Relate record duration to FFT-bin spacing. Students only need to understand what the variables mean so they can interpret the output.</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24–27 minutes (3 minutes)</a:t>
            </a:r>
          </a:p>
          <a:p xmlns:a="http://schemas.openxmlformats.org/drawingml/2006/main">
            <a:r>
              <a:t/>
            </a:r>
          </a:p>
          <a:p xmlns:a="http://schemas.openxmlformats.org/drawingml/2006/main">
            <a:r>
              <a:t>First calculate samples per cycle so the rule has a physical meaning. At 126 Hz, the 42 Hz tone has three samples per cycle. Write fs greater than 2 fmax on the board. Two samples per cycle is a theoretical boundary, not a practical recommendation for waveform shape. Ask students to classify all four rates.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27–30 minutes (3 minutes)</a:t>
            </a:r>
          </a:p>
          <a:p xmlns:a="http://schemas.openxmlformats.org/drawingml/2006/main">
            <a:r>
              <a:t/>
            </a:r>
          </a:p>
          <a:p xmlns:a="http://schemas.openxmlformats.org/drawingml/2006/main">
            <a:r>
              <a:t>At 126 Hz, both 18 and 42 Hz remain below Nyquist. At 48 Hz, Nyquist is 24 Hz, so the 42 Hz component folds to 6 Hz. The samples cannot tell the original 42 Hz tone from this false 6 Hz tone. Connect this to an audible change during replay.</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30–33 minutes (3 minutes)</a:t>
            </a:r>
          </a:p>
          <a:p xmlns:a="http://schemas.openxmlformats.org/drawingml/2006/main">
            <a:r>
              <a:t/>
            </a:r>
          </a:p>
          <a:p xmlns:a="http://schemas.openxmlformats.org/drawingml/2006/main">
            <a:r>
              <a:t>Trace one pass through the prepared loop so students understand the output. Their task starts after execution: record mean and RMS, calculate samples per 42 Hz cycle, compute percent error, and compare the time histories.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33–35 minutes (2 minutes)</a:t>
            </a:r>
          </a:p>
          <a:p xmlns:a="http://schemas.openxmlformats.org/drawingml/2006/main">
            <a:r>
              <a:t/>
            </a:r>
          </a:p>
          <a:p xmlns:a="http://schemas.openxmlformats.org/drawingml/2006/main">
            <a:r>
              <a:t>Open the notebook's 2 by 2 time-domain figure. Ask students which panel looks most trustworthy. Explain that the 336 Hz case has eight samples per cycle for the 42 Hz component, while the lowest rates distort the apparent shape.</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35–38 minutes (3 minutes)</a:t>
            </a:r>
          </a:p>
          <a:p xmlns:a="http://schemas.openxmlformats.org/drawingml/2006/main">
            <a:r>
              <a:t/>
            </a:r>
          </a:p>
          <a:p xmlns:a="http://schemas.openxmlformats.org/drawingml/2006/main">
            <a:r>
              <a:t>Use the notebook plot before showing code. Explain that rfft retains nonnegative frequencies. Double interior amplitudes, but not DC or an even-length Nyquist bin; with odd N there is no Nyquist bin. Coherent gain is mean(window). This scaling is exact for suitable isolated bin-centered tones, not a guarantee for off-bin or overlapping peaks. Windowing cannot undo aliasing.</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38–40 minutes (2 minutes)</a:t>
            </a:r>
          </a:p>
          <a:p xmlns:a="http://schemas.openxmlformats.org/drawingml/2006/main">
            <a:r>
              <a:t/>
            </a:r>
          </a:p>
          <a:p xmlns:a="http://schemas.openxmlformats.org/drawingml/2006/main">
            <a:r>
              <a:t>Distinguish frequency range from frequency resolution. Sample rate controls the highest unaliased frequency. Record duration controls spacing between FFT bins. Use the ruler analogy: the same range with finer marks permits a more precise reading. A longer record adds samples and narrows the bins; it does not change the physical tone.</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40–42 minutes (2 minutes)</a:t>
            </a:r>
          </a:p>
          <a:p xmlns:a="http://schemas.openxmlformats.org/drawingml/2006/main">
            <a:r>
              <a:t/>
            </a:r>
          </a:p>
          <a:p xmlns:a="http://schemas.openxmlformats.org/drawingml/2006/main">
            <a:r>
              <a:t>Have students predict each result before revealing it. For 72 Hz, calculate absolute value of 42 minus 72 equals 30 Hz. For 48 Hz, calculate absolute value of 42 minus 48 equals 6 Hz.</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42–44 minutes (2 minutes)</a:t>
            </a:r>
          </a:p>
          <a:p xmlns:a="http://schemas.openxmlformats.org/drawingml/2006/main">
            <a:r>
              <a:t/>
            </a:r>
          </a:p>
          <a:p xmlns:a="http://schemas.openxmlformats.org/drawingml/2006/main">
            <a:r>
              <a:t>Run the notebook live from the beginning. Pause after each figure. Ask students to identify the sample rate, Nyquist frequency, expected tones, and observed peaks. Do not type their written answers for them. Show how to edit a Markdown response cell.</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44–46 minutes (2 minutes)</a:t>
            </a:r>
          </a:p>
          <a:p xmlns:a="http://schemas.openxmlformats.org/drawingml/2006/main">
            <a:r>
              <a:t/>
            </a:r>
          </a:p>
          <a:p xmlns:a="http://schemas.openxmlformats.org/drawingml/2006/main">
            <a:r>
              <a:t>Explain the 20-point structure. All code is prepared. Students earn credit for calculations, a completed comparison table, predictions, interpretation, and a measurement-design decision. Answers need numbers, units, and reasons.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46–47 minutes (1 minutes)</a:t>
            </a:r>
          </a:p>
          <a:p xmlns:a="http://schemas.openxmlformats.org/drawingml/2006/main">
            <a:r>
              <a:t/>
            </a:r>
          </a:p>
          <a:p xmlns:a="http://schemas.openxmlformats.org/drawingml/2006/main">
            <a:r>
              <a:t>Tell students to restart and Run All before submission. Emphasize the distinction between fs, the rate used by the recorder, and f1 or f2, properties of the physical signal.</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47–49 minutes (2 minutes)</a:t>
            </a:r>
          </a:p>
          <a:p xmlns:a="http://schemas.openxmlformats.org/drawingml/2006/main">
            <a:r>
              <a:t/>
            </a:r>
          </a:p>
          <a:p xmlns:a="http://schemas.openxmlformats.org/drawingml/2006/main">
            <a:r>
              <a:t>Preview the laboratory workflow. Explain that real data may include background noise and extra harmonics. Students should still expect the largest relevant peak near the tuning-fork frequency when the sample rate is adequate.</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49–50 minutes (1 minutes)</a:t>
            </a:r>
          </a:p>
          <a:p xmlns:a="http://schemas.openxmlformats.org/drawingml/2006/main">
            <a:r>
              <a:t/>
            </a:r>
          </a:p>
          <a:p xmlns:a="http://schemas.openxmlformats.org/drawingml/2006/main">
            <a:r>
              <a:t>End with the release and deadline rule. Ask one exit question: if fs equals 48 Hz, where will a 42 Hz tone appear? Expected answer: 6 Hz. Remind students to bring a way to save their Lab 1 data.</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85121ed7c30476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eb77814de8f45b1" /><Relationship Type="http://schemas.openxmlformats.org/officeDocument/2006/relationships/slideLayout" Target="/ppt/slideLayouts/slideLayout1.xml" Id="R88da38cdf611443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8da38cdf611443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7c1ca0d5e654260" /><Relationship Type="http://schemas.openxmlformats.org/officeDocument/2006/relationships/notesSlide" Target="/ppt/notesSlides/notesSlide1.xml" Id="R0d309d943c0e40b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a2c1ce6fc2c4664" /><Relationship Type="http://schemas.openxmlformats.org/officeDocument/2006/relationships/notesSlide" Target="/ppt/notesSlides/notesSlide2.xml" Id="R9a33462fe0b64a5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4b2b9ce227a461f" /><Relationship Type="http://schemas.openxmlformats.org/officeDocument/2006/relationships/notesSlide" Target="/ppt/notesSlides/notesSlide3.xml" Id="Rfe7bcd2a5623402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cd0640364bb4916" /><Relationship Type="http://schemas.openxmlformats.org/officeDocument/2006/relationships/notesSlide" Target="/ppt/notesSlides/notesSlide4.xml" Id="R2fc47372e52f41e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d2011843e324390" /><Relationship Type="http://schemas.openxmlformats.org/officeDocument/2006/relationships/notesSlide" Target="/ppt/notesSlides/notesSlide5.xml" Id="R7c4e36df04e24b3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a74aeb69abc4749" /><Relationship Type="http://schemas.openxmlformats.org/officeDocument/2006/relationships/notesSlide" Target="/ppt/notesSlides/notesSlide6.xml" Id="Rf3c17bf3a010455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96886a06fd34af7" /><Relationship Type="http://schemas.openxmlformats.org/officeDocument/2006/relationships/chart" Target="/ppt/slides/charts/chart1.xml" Id="Re220d187d8e84006" /><Relationship Type="http://schemas.openxmlformats.org/officeDocument/2006/relationships/notesSlide" Target="/ppt/notesSlides/notesSlide7.xml" Id="R9ca85bb6598a48c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1ebf525d959495b" /><Relationship Type="http://schemas.openxmlformats.org/officeDocument/2006/relationships/notesSlide" Target="/ppt/notesSlides/notesSlide8.xml" Id="R092300aa1a864cd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6df446207e24456" /><Relationship Type="http://schemas.openxmlformats.org/officeDocument/2006/relationships/chart" Target="/ppt/slides/charts/chart2.xml" Id="Rfff066aefc644349" /><Relationship Type="http://schemas.openxmlformats.org/officeDocument/2006/relationships/notesSlide" Target="/ppt/notesSlides/notesSlide9.xml" Id="R48718e581e754f8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9ff1ddb071d4c3f" /><Relationship Type="http://schemas.openxmlformats.org/officeDocument/2006/relationships/notesSlide" Target="/ppt/notesSlides/notesSlide10.xml" Id="R70f9e5c67b8341d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d1d58d3cb6e476f" /><Relationship Type="http://schemas.openxmlformats.org/officeDocument/2006/relationships/chart" Target="/ppt/slides/charts/chart3.xml" Id="R72f5e413c2da4c67" /><Relationship Type="http://schemas.openxmlformats.org/officeDocument/2006/relationships/notesSlide" Target="/ppt/notesSlides/notesSlide11.xml" Id="Rf79ebcb054d04c0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de5b28a4c2c4aa3" /><Relationship Type="http://schemas.openxmlformats.org/officeDocument/2006/relationships/notesSlide" Target="/ppt/notesSlides/notesSlide12.xml" Id="Rb2f2d14491a6403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6d5d46b5e144a7e" /><Relationship Type="http://schemas.openxmlformats.org/officeDocument/2006/relationships/notesSlide" Target="/ppt/notesSlides/notesSlide13.xml" Id="Rab0a624a6e294635"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f9c851e34a34a7a" /><Relationship Type="http://schemas.openxmlformats.org/officeDocument/2006/relationships/chart" Target="/ppt/slides/charts/chart4.xml" Id="R497a009e07054718" /><Relationship Type="http://schemas.openxmlformats.org/officeDocument/2006/relationships/notesSlide" Target="/ppt/notesSlides/notesSlide14.xml" Id="R1c0e2419067444f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4478a4832484ada" /><Relationship Type="http://schemas.openxmlformats.org/officeDocument/2006/relationships/notesSlide" Target="/ppt/notesSlides/notesSlide15.xml" Id="Re3d1216cdfb64b2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711d53685bc74026" /><Relationship Type="http://schemas.openxmlformats.org/officeDocument/2006/relationships/notesSlide" Target="/ppt/notesSlides/notesSlide16.xml" Id="R458be64961f54a3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82dffa9e92e245c9" /><Relationship Type="http://schemas.openxmlformats.org/officeDocument/2006/relationships/notesSlide" Target="/ppt/notesSlides/notesSlide17.xml" Id="R1621ff9e0a7d4c4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38fff70ae9d04956" /><Relationship Type="http://schemas.openxmlformats.org/officeDocument/2006/relationships/notesSlide" Target="/ppt/notesSlides/notesSlide18.xml" Id="Rae96e180391f409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92d56d899a84b08" /><Relationship Type="http://schemas.openxmlformats.org/officeDocument/2006/relationships/notesSlide" Target="/ppt/notesSlides/notesSlide19.xml" Id="Re07f9eb301634fd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512c701f40c4024" /><Relationship Type="http://schemas.openxmlformats.org/officeDocument/2006/relationships/notesSlide" Target="/ppt/notesSlides/notesSlide20.xml" Id="R6087a6bb59d7412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8d4cb637817404e" /><Relationship Type="http://schemas.openxmlformats.org/officeDocument/2006/relationships/notesSlide" Target="/ppt/notesSlides/notesSlide21.xml" Id="Re3de122f56164c0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fff7b7fa11b478c" /><Relationship Type="http://schemas.openxmlformats.org/officeDocument/2006/relationships/notesSlide" Target="/ppt/notesSlides/notesSlide22.xml" Id="R2f7e60ff2ffd46a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f50a49f286fe4c05" /><Relationship Type="http://schemas.openxmlformats.org/officeDocument/2006/relationships/notesSlide" Target="/ppt/notesSlides/notesSlide23.xml" Id="R4b3ddbb82c9046f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c4723f7730e447d" /><Relationship Type="http://schemas.openxmlformats.org/officeDocument/2006/relationships/notesSlide" Target="/ppt/notesSlides/notesSlide24.xml" Id="R274e3ffe430f466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plotArea>
      <c:scatterChart>
        <c:ser>
          <c:idx val="0"/>
          <c:order val="0"/>
          <c:tx>
            <c:v>25 degree phase</c:v>
          </c:tx>
          <c:spPr>
            <a:ln xmlns:a="http://schemas.openxmlformats.org/drawingml/2006/main" w="28575">
              <a:solidFill>
                <a:srgbClr val="286BB0"/>
              </a:solidFill>
            </a:ln>
          </c:spPr>
          <c:marker>
            <c:symbol val="none"/>
            <c:size val="7"/>
            <c:spPr>
              <a:solidFill xmlns:a="http://schemas.openxmlformats.org/drawingml/2006/main">
                <a:srgbClr val="286BB0"/>
              </a:solidFill>
            </c:spPr>
          </c:marker>
          <c:xVal>
            <c:numRef>
              <c:f>'Chart Data'!$A$2:$A$402</c:f>
              <c:numCache>
                <c:formatCode>General</c:formatCode>
                <c:ptCount val="401"/>
                <c:pt idx="0">
                  <c:v>0</c:v>
                </c:pt>
                <c:pt idx="1">
                  <c:v>0.275</c:v>
                </c:pt>
                <c:pt idx="2">
                  <c:v>0.55</c:v>
                </c:pt>
                <c:pt idx="3">
                  <c:v>0.825</c:v>
                </c:pt>
                <c:pt idx="4">
                  <c:v>1.1</c:v>
                </c:pt>
                <c:pt idx="5">
                  <c:v>1.375</c:v>
                </c:pt>
                <c:pt idx="6">
                  <c:v>1.65</c:v>
                </c:pt>
                <c:pt idx="7">
                  <c:v>1.925</c:v>
                </c:pt>
                <c:pt idx="8">
                  <c:v>2.2</c:v>
                </c:pt>
                <c:pt idx="9">
                  <c:v>2.475</c:v>
                </c:pt>
                <c:pt idx="10">
                  <c:v>2.75</c:v>
                </c:pt>
                <c:pt idx="11">
                  <c:v>3.025</c:v>
                </c:pt>
                <c:pt idx="12">
                  <c:v>3.3</c:v>
                </c:pt>
                <c:pt idx="13">
                  <c:v>3.575</c:v>
                </c:pt>
                <c:pt idx="14">
                  <c:v>3.85</c:v>
                </c:pt>
                <c:pt idx="15">
                  <c:v>4.125</c:v>
                </c:pt>
                <c:pt idx="16">
                  <c:v>4.4</c:v>
                </c:pt>
                <c:pt idx="17">
                  <c:v>4.675</c:v>
                </c:pt>
                <c:pt idx="18">
                  <c:v>4.95</c:v>
                </c:pt>
                <c:pt idx="19">
                  <c:v>5.225</c:v>
                </c:pt>
                <c:pt idx="20">
                  <c:v>5.5</c:v>
                </c:pt>
                <c:pt idx="21">
                  <c:v>5.775</c:v>
                </c:pt>
                <c:pt idx="22">
                  <c:v>6.05</c:v>
                </c:pt>
                <c:pt idx="23">
                  <c:v>6.325</c:v>
                </c:pt>
                <c:pt idx="24">
                  <c:v>6.6</c:v>
                </c:pt>
                <c:pt idx="25">
                  <c:v>6.875</c:v>
                </c:pt>
                <c:pt idx="26">
                  <c:v>7.15</c:v>
                </c:pt>
                <c:pt idx="27">
                  <c:v>7.425</c:v>
                </c:pt>
                <c:pt idx="28">
                  <c:v>7.7</c:v>
                </c:pt>
                <c:pt idx="29">
                  <c:v>7.975</c:v>
                </c:pt>
                <c:pt idx="30">
                  <c:v>8.25</c:v>
                </c:pt>
                <c:pt idx="31">
                  <c:v>8.525</c:v>
                </c:pt>
                <c:pt idx="32">
                  <c:v>8.8</c:v>
                </c:pt>
                <c:pt idx="33">
                  <c:v>9.075</c:v>
                </c:pt>
                <c:pt idx="34">
                  <c:v>9.35</c:v>
                </c:pt>
                <c:pt idx="35">
                  <c:v>9.625</c:v>
                </c:pt>
                <c:pt idx="36">
                  <c:v>9.9</c:v>
                </c:pt>
                <c:pt idx="37">
                  <c:v>10.175</c:v>
                </c:pt>
                <c:pt idx="38">
                  <c:v>10.45</c:v>
                </c:pt>
                <c:pt idx="39">
                  <c:v>10.725</c:v>
                </c:pt>
                <c:pt idx="40">
                  <c:v>11</c:v>
                </c:pt>
                <c:pt idx="41">
                  <c:v>11.275</c:v>
                </c:pt>
                <c:pt idx="42">
                  <c:v>11.55</c:v>
                </c:pt>
                <c:pt idx="43">
                  <c:v>11.825</c:v>
                </c:pt>
                <c:pt idx="44">
                  <c:v>12.1</c:v>
                </c:pt>
                <c:pt idx="45">
                  <c:v>12.375</c:v>
                </c:pt>
                <c:pt idx="46">
                  <c:v>12.65</c:v>
                </c:pt>
                <c:pt idx="47">
                  <c:v>12.925</c:v>
                </c:pt>
                <c:pt idx="48">
                  <c:v>13.2</c:v>
                </c:pt>
                <c:pt idx="49">
                  <c:v>13.475</c:v>
                </c:pt>
                <c:pt idx="50">
                  <c:v>13.75</c:v>
                </c:pt>
                <c:pt idx="51">
                  <c:v>14.025</c:v>
                </c:pt>
                <c:pt idx="52">
                  <c:v>14.3</c:v>
                </c:pt>
                <c:pt idx="53">
                  <c:v>14.575</c:v>
                </c:pt>
                <c:pt idx="54">
                  <c:v>14.85</c:v>
                </c:pt>
                <c:pt idx="55">
                  <c:v>15.125</c:v>
                </c:pt>
                <c:pt idx="56">
                  <c:v>15.4</c:v>
                </c:pt>
                <c:pt idx="57">
                  <c:v>15.675</c:v>
                </c:pt>
                <c:pt idx="58">
                  <c:v>15.95</c:v>
                </c:pt>
                <c:pt idx="59">
                  <c:v>16.225</c:v>
                </c:pt>
                <c:pt idx="60">
                  <c:v>16.5</c:v>
                </c:pt>
                <c:pt idx="61">
                  <c:v>16.775</c:v>
                </c:pt>
                <c:pt idx="62">
                  <c:v>17.05</c:v>
                </c:pt>
                <c:pt idx="63">
                  <c:v>17.325</c:v>
                </c:pt>
                <c:pt idx="64">
                  <c:v>17.6</c:v>
                </c:pt>
                <c:pt idx="65">
                  <c:v>17.875</c:v>
                </c:pt>
                <c:pt idx="66">
                  <c:v>18.15</c:v>
                </c:pt>
                <c:pt idx="67">
                  <c:v>18.425</c:v>
                </c:pt>
                <c:pt idx="68">
                  <c:v>18.7</c:v>
                </c:pt>
                <c:pt idx="69">
                  <c:v>18.975</c:v>
                </c:pt>
                <c:pt idx="70">
                  <c:v>19.25</c:v>
                </c:pt>
                <c:pt idx="71">
                  <c:v>19.525</c:v>
                </c:pt>
                <c:pt idx="72">
                  <c:v>19.8</c:v>
                </c:pt>
                <c:pt idx="73">
                  <c:v>20.075</c:v>
                </c:pt>
                <c:pt idx="74">
                  <c:v>20.35</c:v>
                </c:pt>
                <c:pt idx="75">
                  <c:v>20.625</c:v>
                </c:pt>
                <c:pt idx="76">
                  <c:v>20.9</c:v>
                </c:pt>
                <c:pt idx="77">
                  <c:v>21.175</c:v>
                </c:pt>
                <c:pt idx="78">
                  <c:v>21.45</c:v>
                </c:pt>
                <c:pt idx="79">
                  <c:v>21.725</c:v>
                </c:pt>
                <c:pt idx="80">
                  <c:v>22</c:v>
                </c:pt>
                <c:pt idx="81">
                  <c:v>22.275</c:v>
                </c:pt>
                <c:pt idx="82">
                  <c:v>22.55</c:v>
                </c:pt>
                <c:pt idx="83">
                  <c:v>22.825</c:v>
                </c:pt>
                <c:pt idx="84">
                  <c:v>23.1</c:v>
                </c:pt>
                <c:pt idx="85">
                  <c:v>23.375</c:v>
                </c:pt>
                <c:pt idx="86">
                  <c:v>23.65</c:v>
                </c:pt>
                <c:pt idx="87">
                  <c:v>23.925</c:v>
                </c:pt>
                <c:pt idx="88">
                  <c:v>24.2</c:v>
                </c:pt>
                <c:pt idx="89">
                  <c:v>24.475</c:v>
                </c:pt>
                <c:pt idx="90">
                  <c:v>24.75</c:v>
                </c:pt>
                <c:pt idx="91">
                  <c:v>25.025</c:v>
                </c:pt>
                <c:pt idx="92">
                  <c:v>25.3</c:v>
                </c:pt>
                <c:pt idx="93">
                  <c:v>25.575</c:v>
                </c:pt>
                <c:pt idx="94">
                  <c:v>25.85</c:v>
                </c:pt>
                <c:pt idx="95">
                  <c:v>26.125</c:v>
                </c:pt>
                <c:pt idx="96">
                  <c:v>26.4</c:v>
                </c:pt>
                <c:pt idx="97">
                  <c:v>26.675</c:v>
                </c:pt>
                <c:pt idx="98">
                  <c:v>26.95</c:v>
                </c:pt>
                <c:pt idx="99">
                  <c:v>27.225</c:v>
                </c:pt>
                <c:pt idx="100">
                  <c:v>27.5</c:v>
                </c:pt>
                <c:pt idx="101">
                  <c:v>27.775</c:v>
                </c:pt>
                <c:pt idx="102">
                  <c:v>28.05</c:v>
                </c:pt>
                <c:pt idx="103">
                  <c:v>28.325</c:v>
                </c:pt>
                <c:pt idx="104">
                  <c:v>28.6</c:v>
                </c:pt>
                <c:pt idx="105">
                  <c:v>28.875</c:v>
                </c:pt>
                <c:pt idx="106">
                  <c:v>29.15</c:v>
                </c:pt>
                <c:pt idx="107">
                  <c:v>29.425</c:v>
                </c:pt>
                <c:pt idx="108">
                  <c:v>29.7</c:v>
                </c:pt>
                <c:pt idx="109">
                  <c:v>29.975</c:v>
                </c:pt>
                <c:pt idx="110">
                  <c:v>30.25</c:v>
                </c:pt>
                <c:pt idx="111">
                  <c:v>30.525</c:v>
                </c:pt>
                <c:pt idx="112">
                  <c:v>30.8</c:v>
                </c:pt>
                <c:pt idx="113">
                  <c:v>31.075</c:v>
                </c:pt>
                <c:pt idx="114">
                  <c:v>31.35</c:v>
                </c:pt>
                <c:pt idx="115">
                  <c:v>31.625</c:v>
                </c:pt>
                <c:pt idx="116">
                  <c:v>31.9</c:v>
                </c:pt>
                <c:pt idx="117">
                  <c:v>32.175</c:v>
                </c:pt>
                <c:pt idx="118">
                  <c:v>32.45</c:v>
                </c:pt>
                <c:pt idx="119">
                  <c:v>32.725</c:v>
                </c:pt>
                <c:pt idx="120">
                  <c:v>33</c:v>
                </c:pt>
                <c:pt idx="121">
                  <c:v>33.275</c:v>
                </c:pt>
                <c:pt idx="122">
                  <c:v>33.55</c:v>
                </c:pt>
                <c:pt idx="123">
                  <c:v>33.825</c:v>
                </c:pt>
                <c:pt idx="124">
                  <c:v>34.1</c:v>
                </c:pt>
                <c:pt idx="125">
                  <c:v>34.375</c:v>
                </c:pt>
                <c:pt idx="126">
                  <c:v>34.65</c:v>
                </c:pt>
                <c:pt idx="127">
                  <c:v>34.925</c:v>
                </c:pt>
                <c:pt idx="128">
                  <c:v>35.2</c:v>
                </c:pt>
                <c:pt idx="129">
                  <c:v>35.475</c:v>
                </c:pt>
                <c:pt idx="130">
                  <c:v>35.75</c:v>
                </c:pt>
                <c:pt idx="131">
                  <c:v>36.025</c:v>
                </c:pt>
                <c:pt idx="132">
                  <c:v>36.3</c:v>
                </c:pt>
                <c:pt idx="133">
                  <c:v>36.575</c:v>
                </c:pt>
                <c:pt idx="134">
                  <c:v>36.85</c:v>
                </c:pt>
                <c:pt idx="135">
                  <c:v>37.125</c:v>
                </c:pt>
                <c:pt idx="136">
                  <c:v>37.4</c:v>
                </c:pt>
                <c:pt idx="137">
                  <c:v>37.675</c:v>
                </c:pt>
                <c:pt idx="138">
                  <c:v>37.95</c:v>
                </c:pt>
                <c:pt idx="139">
                  <c:v>38.225</c:v>
                </c:pt>
                <c:pt idx="140">
                  <c:v>38.5</c:v>
                </c:pt>
                <c:pt idx="141">
                  <c:v>38.775</c:v>
                </c:pt>
                <c:pt idx="142">
                  <c:v>39.05</c:v>
                </c:pt>
                <c:pt idx="143">
                  <c:v>39.325</c:v>
                </c:pt>
                <c:pt idx="144">
                  <c:v>39.6</c:v>
                </c:pt>
                <c:pt idx="145">
                  <c:v>39.875</c:v>
                </c:pt>
                <c:pt idx="146">
                  <c:v>40.15</c:v>
                </c:pt>
                <c:pt idx="147">
                  <c:v>40.425</c:v>
                </c:pt>
                <c:pt idx="148">
                  <c:v>40.7</c:v>
                </c:pt>
                <c:pt idx="149">
                  <c:v>40.975</c:v>
                </c:pt>
                <c:pt idx="150">
                  <c:v>41.25</c:v>
                </c:pt>
                <c:pt idx="151">
                  <c:v>41.525</c:v>
                </c:pt>
                <c:pt idx="152">
                  <c:v>41.8</c:v>
                </c:pt>
                <c:pt idx="153">
                  <c:v>42.075</c:v>
                </c:pt>
                <c:pt idx="154">
                  <c:v>42.35</c:v>
                </c:pt>
                <c:pt idx="155">
                  <c:v>42.625</c:v>
                </c:pt>
                <c:pt idx="156">
                  <c:v>42.9</c:v>
                </c:pt>
                <c:pt idx="157">
                  <c:v>43.175</c:v>
                </c:pt>
                <c:pt idx="158">
                  <c:v>43.45</c:v>
                </c:pt>
                <c:pt idx="159">
                  <c:v>43.725</c:v>
                </c:pt>
                <c:pt idx="160">
                  <c:v>44</c:v>
                </c:pt>
                <c:pt idx="161">
                  <c:v>44.275</c:v>
                </c:pt>
                <c:pt idx="162">
                  <c:v>44.55</c:v>
                </c:pt>
                <c:pt idx="163">
                  <c:v>44.825</c:v>
                </c:pt>
                <c:pt idx="164">
                  <c:v>45.1</c:v>
                </c:pt>
                <c:pt idx="165">
                  <c:v>45.375</c:v>
                </c:pt>
                <c:pt idx="166">
                  <c:v>45.65</c:v>
                </c:pt>
                <c:pt idx="167">
                  <c:v>45.925</c:v>
                </c:pt>
                <c:pt idx="168">
                  <c:v>46.2</c:v>
                </c:pt>
                <c:pt idx="169">
                  <c:v>46.475</c:v>
                </c:pt>
                <c:pt idx="170">
                  <c:v>46.75</c:v>
                </c:pt>
                <c:pt idx="171">
                  <c:v>47.025</c:v>
                </c:pt>
                <c:pt idx="172">
                  <c:v>47.3</c:v>
                </c:pt>
                <c:pt idx="173">
                  <c:v>47.575</c:v>
                </c:pt>
                <c:pt idx="174">
                  <c:v>47.85</c:v>
                </c:pt>
                <c:pt idx="175">
                  <c:v>48.125</c:v>
                </c:pt>
                <c:pt idx="176">
                  <c:v>48.4</c:v>
                </c:pt>
                <c:pt idx="177">
                  <c:v>48.675</c:v>
                </c:pt>
                <c:pt idx="178">
                  <c:v>48.95</c:v>
                </c:pt>
                <c:pt idx="179">
                  <c:v>49.225</c:v>
                </c:pt>
                <c:pt idx="180">
                  <c:v>49.5</c:v>
                </c:pt>
                <c:pt idx="181">
                  <c:v>49.775</c:v>
                </c:pt>
                <c:pt idx="182">
                  <c:v>50.05</c:v>
                </c:pt>
                <c:pt idx="183">
                  <c:v>50.325</c:v>
                </c:pt>
                <c:pt idx="184">
                  <c:v>50.6</c:v>
                </c:pt>
                <c:pt idx="185">
                  <c:v>50.875</c:v>
                </c:pt>
                <c:pt idx="186">
                  <c:v>51.15</c:v>
                </c:pt>
                <c:pt idx="187">
                  <c:v>51.425</c:v>
                </c:pt>
                <c:pt idx="188">
                  <c:v>51.7</c:v>
                </c:pt>
                <c:pt idx="189">
                  <c:v>51.975</c:v>
                </c:pt>
                <c:pt idx="190">
                  <c:v>52.25</c:v>
                </c:pt>
                <c:pt idx="191">
                  <c:v>52.525</c:v>
                </c:pt>
                <c:pt idx="192">
                  <c:v>52.8</c:v>
                </c:pt>
                <c:pt idx="193">
                  <c:v>53.075</c:v>
                </c:pt>
                <c:pt idx="194">
                  <c:v>53.35</c:v>
                </c:pt>
                <c:pt idx="195">
                  <c:v>53.625</c:v>
                </c:pt>
                <c:pt idx="196">
                  <c:v>53.9</c:v>
                </c:pt>
                <c:pt idx="197">
                  <c:v>54.175</c:v>
                </c:pt>
                <c:pt idx="198">
                  <c:v>54.45</c:v>
                </c:pt>
                <c:pt idx="199">
                  <c:v>54.725</c:v>
                </c:pt>
                <c:pt idx="200">
                  <c:v>55</c:v>
                </c:pt>
                <c:pt idx="201">
                  <c:v>55.275</c:v>
                </c:pt>
                <c:pt idx="202">
                  <c:v>55.55</c:v>
                </c:pt>
                <c:pt idx="203">
                  <c:v>55.825</c:v>
                </c:pt>
                <c:pt idx="204">
                  <c:v>56.1</c:v>
                </c:pt>
                <c:pt idx="205">
                  <c:v>56.375</c:v>
                </c:pt>
                <c:pt idx="206">
                  <c:v>56.65</c:v>
                </c:pt>
                <c:pt idx="207">
                  <c:v>56.925</c:v>
                </c:pt>
                <c:pt idx="208">
                  <c:v>57.2</c:v>
                </c:pt>
                <c:pt idx="209">
                  <c:v>57.475</c:v>
                </c:pt>
                <c:pt idx="210">
                  <c:v>57.75</c:v>
                </c:pt>
                <c:pt idx="211">
                  <c:v>58.025</c:v>
                </c:pt>
                <c:pt idx="212">
                  <c:v>58.3</c:v>
                </c:pt>
                <c:pt idx="213">
                  <c:v>58.575</c:v>
                </c:pt>
                <c:pt idx="214">
                  <c:v>58.85</c:v>
                </c:pt>
                <c:pt idx="215">
                  <c:v>59.125</c:v>
                </c:pt>
                <c:pt idx="216">
                  <c:v>59.4</c:v>
                </c:pt>
                <c:pt idx="217">
                  <c:v>59.675</c:v>
                </c:pt>
                <c:pt idx="218">
                  <c:v>59.95</c:v>
                </c:pt>
                <c:pt idx="219">
                  <c:v>60.225</c:v>
                </c:pt>
                <c:pt idx="220">
                  <c:v>60.5</c:v>
                </c:pt>
                <c:pt idx="221">
                  <c:v>60.775</c:v>
                </c:pt>
                <c:pt idx="222">
                  <c:v>61.05</c:v>
                </c:pt>
                <c:pt idx="223">
                  <c:v>61.325</c:v>
                </c:pt>
                <c:pt idx="224">
                  <c:v>61.6</c:v>
                </c:pt>
                <c:pt idx="225">
                  <c:v>61.875</c:v>
                </c:pt>
                <c:pt idx="226">
                  <c:v>62.15</c:v>
                </c:pt>
                <c:pt idx="227">
                  <c:v>62.425</c:v>
                </c:pt>
                <c:pt idx="228">
                  <c:v>62.7</c:v>
                </c:pt>
                <c:pt idx="229">
                  <c:v>62.975</c:v>
                </c:pt>
                <c:pt idx="230">
                  <c:v>63.25</c:v>
                </c:pt>
                <c:pt idx="231">
                  <c:v>63.525</c:v>
                </c:pt>
                <c:pt idx="232">
                  <c:v>63.8</c:v>
                </c:pt>
                <c:pt idx="233">
                  <c:v>64.075</c:v>
                </c:pt>
                <c:pt idx="234">
                  <c:v>64.35</c:v>
                </c:pt>
                <c:pt idx="235">
                  <c:v>64.625</c:v>
                </c:pt>
                <c:pt idx="236">
                  <c:v>64.9</c:v>
                </c:pt>
                <c:pt idx="237">
                  <c:v>65.175</c:v>
                </c:pt>
                <c:pt idx="238">
                  <c:v>65.45</c:v>
                </c:pt>
                <c:pt idx="239">
                  <c:v>65.725</c:v>
                </c:pt>
                <c:pt idx="240">
                  <c:v>66</c:v>
                </c:pt>
                <c:pt idx="241">
                  <c:v>66.275</c:v>
                </c:pt>
                <c:pt idx="242">
                  <c:v>66.55</c:v>
                </c:pt>
                <c:pt idx="243">
                  <c:v>66.825</c:v>
                </c:pt>
                <c:pt idx="244">
                  <c:v>67.1</c:v>
                </c:pt>
                <c:pt idx="245">
                  <c:v>67.375</c:v>
                </c:pt>
                <c:pt idx="246">
                  <c:v>67.65</c:v>
                </c:pt>
                <c:pt idx="247">
                  <c:v>67.925</c:v>
                </c:pt>
                <c:pt idx="248">
                  <c:v>68.2</c:v>
                </c:pt>
                <c:pt idx="249">
                  <c:v>68.475</c:v>
                </c:pt>
                <c:pt idx="250">
                  <c:v>68.75</c:v>
                </c:pt>
                <c:pt idx="251">
                  <c:v>69.025</c:v>
                </c:pt>
                <c:pt idx="252">
                  <c:v>69.3</c:v>
                </c:pt>
                <c:pt idx="253">
                  <c:v>69.575</c:v>
                </c:pt>
                <c:pt idx="254">
                  <c:v>69.85</c:v>
                </c:pt>
                <c:pt idx="255">
                  <c:v>70.125</c:v>
                </c:pt>
                <c:pt idx="256">
                  <c:v>70.4</c:v>
                </c:pt>
                <c:pt idx="257">
                  <c:v>70.675</c:v>
                </c:pt>
                <c:pt idx="258">
                  <c:v>70.95</c:v>
                </c:pt>
                <c:pt idx="259">
                  <c:v>71.225</c:v>
                </c:pt>
                <c:pt idx="260">
                  <c:v>71.5</c:v>
                </c:pt>
                <c:pt idx="261">
                  <c:v>71.775</c:v>
                </c:pt>
                <c:pt idx="262">
                  <c:v>72.05</c:v>
                </c:pt>
                <c:pt idx="263">
                  <c:v>72.325</c:v>
                </c:pt>
                <c:pt idx="264">
                  <c:v>72.6</c:v>
                </c:pt>
                <c:pt idx="265">
                  <c:v>72.875</c:v>
                </c:pt>
                <c:pt idx="266">
                  <c:v>73.15</c:v>
                </c:pt>
                <c:pt idx="267">
                  <c:v>73.425</c:v>
                </c:pt>
                <c:pt idx="268">
                  <c:v>73.7</c:v>
                </c:pt>
                <c:pt idx="269">
                  <c:v>73.975</c:v>
                </c:pt>
                <c:pt idx="270">
                  <c:v>74.25</c:v>
                </c:pt>
                <c:pt idx="271">
                  <c:v>74.525</c:v>
                </c:pt>
                <c:pt idx="272">
                  <c:v>74.8</c:v>
                </c:pt>
                <c:pt idx="273">
                  <c:v>75.075</c:v>
                </c:pt>
                <c:pt idx="274">
                  <c:v>75.35</c:v>
                </c:pt>
                <c:pt idx="275">
                  <c:v>75.625</c:v>
                </c:pt>
                <c:pt idx="276">
                  <c:v>75.9</c:v>
                </c:pt>
                <c:pt idx="277">
                  <c:v>76.175</c:v>
                </c:pt>
                <c:pt idx="278">
                  <c:v>76.45</c:v>
                </c:pt>
                <c:pt idx="279">
                  <c:v>76.725</c:v>
                </c:pt>
                <c:pt idx="280">
                  <c:v>77</c:v>
                </c:pt>
                <c:pt idx="281">
                  <c:v>77.275</c:v>
                </c:pt>
                <c:pt idx="282">
                  <c:v>77.55</c:v>
                </c:pt>
                <c:pt idx="283">
                  <c:v>77.825</c:v>
                </c:pt>
                <c:pt idx="284">
                  <c:v>78.1</c:v>
                </c:pt>
                <c:pt idx="285">
                  <c:v>78.375</c:v>
                </c:pt>
                <c:pt idx="286">
                  <c:v>78.65</c:v>
                </c:pt>
                <c:pt idx="287">
                  <c:v>78.925</c:v>
                </c:pt>
                <c:pt idx="288">
                  <c:v>79.2</c:v>
                </c:pt>
                <c:pt idx="289">
                  <c:v>79.475</c:v>
                </c:pt>
                <c:pt idx="290">
                  <c:v>79.75</c:v>
                </c:pt>
                <c:pt idx="291">
                  <c:v>80.025</c:v>
                </c:pt>
                <c:pt idx="292">
                  <c:v>80.3</c:v>
                </c:pt>
                <c:pt idx="293">
                  <c:v>80.575</c:v>
                </c:pt>
                <c:pt idx="294">
                  <c:v>80.85</c:v>
                </c:pt>
                <c:pt idx="295">
                  <c:v>81.125</c:v>
                </c:pt>
                <c:pt idx="296">
                  <c:v>81.4</c:v>
                </c:pt>
                <c:pt idx="297">
                  <c:v>81.675</c:v>
                </c:pt>
                <c:pt idx="298">
                  <c:v>81.95</c:v>
                </c:pt>
                <c:pt idx="299">
                  <c:v>82.225</c:v>
                </c:pt>
                <c:pt idx="300">
                  <c:v>82.5</c:v>
                </c:pt>
                <c:pt idx="301">
                  <c:v>82.775</c:v>
                </c:pt>
                <c:pt idx="302">
                  <c:v>83.05</c:v>
                </c:pt>
                <c:pt idx="303">
                  <c:v>83.325</c:v>
                </c:pt>
                <c:pt idx="304">
                  <c:v>83.6</c:v>
                </c:pt>
                <c:pt idx="305">
                  <c:v>83.875</c:v>
                </c:pt>
                <c:pt idx="306">
                  <c:v>84.15</c:v>
                </c:pt>
                <c:pt idx="307">
                  <c:v>84.425</c:v>
                </c:pt>
                <c:pt idx="308">
                  <c:v>84.7</c:v>
                </c:pt>
                <c:pt idx="309">
                  <c:v>84.975</c:v>
                </c:pt>
                <c:pt idx="310">
                  <c:v>85.25</c:v>
                </c:pt>
                <c:pt idx="311">
                  <c:v>85.525</c:v>
                </c:pt>
                <c:pt idx="312">
                  <c:v>85.8</c:v>
                </c:pt>
                <c:pt idx="313">
                  <c:v>86.075</c:v>
                </c:pt>
                <c:pt idx="314">
                  <c:v>86.35</c:v>
                </c:pt>
                <c:pt idx="315">
                  <c:v>86.625</c:v>
                </c:pt>
                <c:pt idx="316">
                  <c:v>86.9</c:v>
                </c:pt>
                <c:pt idx="317">
                  <c:v>87.175</c:v>
                </c:pt>
                <c:pt idx="318">
                  <c:v>87.45</c:v>
                </c:pt>
                <c:pt idx="319">
                  <c:v>87.725</c:v>
                </c:pt>
                <c:pt idx="320">
                  <c:v>88</c:v>
                </c:pt>
                <c:pt idx="321">
                  <c:v>88.275</c:v>
                </c:pt>
                <c:pt idx="322">
                  <c:v>88.55</c:v>
                </c:pt>
                <c:pt idx="323">
                  <c:v>88.825</c:v>
                </c:pt>
                <c:pt idx="324">
                  <c:v>89.1</c:v>
                </c:pt>
                <c:pt idx="325">
                  <c:v>89.375</c:v>
                </c:pt>
                <c:pt idx="326">
                  <c:v>89.65</c:v>
                </c:pt>
                <c:pt idx="327">
                  <c:v>89.925</c:v>
                </c:pt>
                <c:pt idx="328">
                  <c:v>90.2</c:v>
                </c:pt>
                <c:pt idx="329">
                  <c:v>90.475</c:v>
                </c:pt>
                <c:pt idx="330">
                  <c:v>90.75</c:v>
                </c:pt>
                <c:pt idx="331">
                  <c:v>91.025</c:v>
                </c:pt>
                <c:pt idx="332">
                  <c:v>91.3</c:v>
                </c:pt>
                <c:pt idx="333">
                  <c:v>91.575</c:v>
                </c:pt>
                <c:pt idx="334">
                  <c:v>91.85</c:v>
                </c:pt>
                <c:pt idx="335">
                  <c:v>92.125</c:v>
                </c:pt>
                <c:pt idx="336">
                  <c:v>92.4</c:v>
                </c:pt>
                <c:pt idx="337">
                  <c:v>92.675</c:v>
                </c:pt>
                <c:pt idx="338">
                  <c:v>92.95</c:v>
                </c:pt>
                <c:pt idx="339">
                  <c:v>93.225</c:v>
                </c:pt>
                <c:pt idx="340">
                  <c:v>93.5</c:v>
                </c:pt>
                <c:pt idx="341">
                  <c:v>93.775</c:v>
                </c:pt>
                <c:pt idx="342">
                  <c:v>94.05</c:v>
                </c:pt>
                <c:pt idx="343">
                  <c:v>94.325</c:v>
                </c:pt>
                <c:pt idx="344">
                  <c:v>94.6</c:v>
                </c:pt>
                <c:pt idx="345">
                  <c:v>94.875</c:v>
                </c:pt>
                <c:pt idx="346">
                  <c:v>95.15</c:v>
                </c:pt>
                <c:pt idx="347">
                  <c:v>95.425</c:v>
                </c:pt>
                <c:pt idx="348">
                  <c:v>95.7</c:v>
                </c:pt>
                <c:pt idx="349">
                  <c:v>95.975</c:v>
                </c:pt>
                <c:pt idx="350">
                  <c:v>96.25</c:v>
                </c:pt>
                <c:pt idx="351">
                  <c:v>96.525</c:v>
                </c:pt>
                <c:pt idx="352">
                  <c:v>96.8</c:v>
                </c:pt>
                <c:pt idx="353">
                  <c:v>97.075</c:v>
                </c:pt>
                <c:pt idx="354">
                  <c:v>97.35</c:v>
                </c:pt>
                <c:pt idx="355">
                  <c:v>97.625</c:v>
                </c:pt>
                <c:pt idx="356">
                  <c:v>97.9</c:v>
                </c:pt>
                <c:pt idx="357">
                  <c:v>98.175</c:v>
                </c:pt>
                <c:pt idx="358">
                  <c:v>98.45</c:v>
                </c:pt>
                <c:pt idx="359">
                  <c:v>98.725</c:v>
                </c:pt>
                <c:pt idx="360">
                  <c:v>99</c:v>
                </c:pt>
                <c:pt idx="361">
                  <c:v>99.275</c:v>
                </c:pt>
                <c:pt idx="362">
                  <c:v>99.55</c:v>
                </c:pt>
                <c:pt idx="363">
                  <c:v>99.825</c:v>
                </c:pt>
                <c:pt idx="364">
                  <c:v>100.1</c:v>
                </c:pt>
                <c:pt idx="365">
                  <c:v>100.375</c:v>
                </c:pt>
                <c:pt idx="366">
                  <c:v>100.65</c:v>
                </c:pt>
                <c:pt idx="367">
                  <c:v>100.925</c:v>
                </c:pt>
                <c:pt idx="368">
                  <c:v>101.2</c:v>
                </c:pt>
                <c:pt idx="369">
                  <c:v>101.475</c:v>
                </c:pt>
                <c:pt idx="370">
                  <c:v>101.75</c:v>
                </c:pt>
                <c:pt idx="371">
                  <c:v>102.025</c:v>
                </c:pt>
                <c:pt idx="372">
                  <c:v>102.3</c:v>
                </c:pt>
                <c:pt idx="373">
                  <c:v>102.575</c:v>
                </c:pt>
                <c:pt idx="374">
                  <c:v>102.85</c:v>
                </c:pt>
                <c:pt idx="375">
                  <c:v>103.125</c:v>
                </c:pt>
                <c:pt idx="376">
                  <c:v>103.4</c:v>
                </c:pt>
                <c:pt idx="377">
                  <c:v>103.675</c:v>
                </c:pt>
                <c:pt idx="378">
                  <c:v>103.95</c:v>
                </c:pt>
                <c:pt idx="379">
                  <c:v>104.225</c:v>
                </c:pt>
                <c:pt idx="380">
                  <c:v>104.5</c:v>
                </c:pt>
                <c:pt idx="381">
                  <c:v>104.775</c:v>
                </c:pt>
                <c:pt idx="382">
                  <c:v>105.05</c:v>
                </c:pt>
                <c:pt idx="383">
                  <c:v>105.325</c:v>
                </c:pt>
                <c:pt idx="384">
                  <c:v>105.6</c:v>
                </c:pt>
                <c:pt idx="385">
                  <c:v>105.875</c:v>
                </c:pt>
                <c:pt idx="386">
                  <c:v>106.15</c:v>
                </c:pt>
                <c:pt idx="387">
                  <c:v>106.425</c:v>
                </c:pt>
                <c:pt idx="388">
                  <c:v>106.7</c:v>
                </c:pt>
                <c:pt idx="389">
                  <c:v>106.975</c:v>
                </c:pt>
                <c:pt idx="390">
                  <c:v>107.25</c:v>
                </c:pt>
                <c:pt idx="391">
                  <c:v>107.525</c:v>
                </c:pt>
                <c:pt idx="392">
                  <c:v>107.8</c:v>
                </c:pt>
                <c:pt idx="393">
                  <c:v>108.075</c:v>
                </c:pt>
                <c:pt idx="394">
                  <c:v>108.35</c:v>
                </c:pt>
                <c:pt idx="395">
                  <c:v>108.625</c:v>
                </c:pt>
                <c:pt idx="396">
                  <c:v>108.9</c:v>
                </c:pt>
                <c:pt idx="397">
                  <c:v>109.175</c:v>
                </c:pt>
                <c:pt idx="398">
                  <c:v>109.45</c:v>
                </c:pt>
                <c:pt idx="399">
                  <c:v>109.725</c:v>
                </c:pt>
                <c:pt idx="400">
                  <c:v>110</c:v>
                </c:pt>
              </c:numCache>
            </c:numRef>
          </c:xVal>
          <c:yVal>
            <c:numRef>
              <c:f>'Chart Data'!$B$2:$B$402</c:f>
              <c:numCache>
                <c:formatCode>0.0</c:formatCode>
                <c:ptCount val="401"/>
                <c:pt idx="0">
                  <c:v>0.50714191</c:v>
                </c:pt>
                <c:pt idx="1">
                  <c:v>0.54071653</c:v>
                </c:pt>
                <c:pt idx="2">
                  <c:v>0.57376813</c:v>
                </c:pt>
                <c:pt idx="3">
                  <c:v>0.60626477</c:v>
                </c:pt>
                <c:pt idx="4">
                  <c:v>0.638175</c:v>
                </c:pt>
                <c:pt idx="5">
                  <c:v>0.66946796</c:v>
                </c:pt>
                <c:pt idx="6">
                  <c:v>0.70011338</c:v>
                </c:pt>
                <c:pt idx="7">
                  <c:v>0.73008162</c:v>
                </c:pt>
                <c:pt idx="8">
                  <c:v>0.7593437</c:v>
                </c:pt>
                <c:pt idx="9">
                  <c:v>0.78787131</c:v>
                </c:pt>
                <c:pt idx="10">
                  <c:v>0.81563686</c:v>
                </c:pt>
                <c:pt idx="11">
                  <c:v>0.84261349</c:v>
                </c:pt>
                <c:pt idx="12">
                  <c:v>0.86877511</c:v>
                </c:pt>
                <c:pt idx="13">
                  <c:v>0.89409641</c:v>
                </c:pt>
                <c:pt idx="14">
                  <c:v>0.9185529</c:v>
                </c:pt>
                <c:pt idx="15">
                  <c:v>0.94212093</c:v>
                </c:pt>
                <c:pt idx="16">
                  <c:v>0.96477771</c:v>
                </c:pt>
                <c:pt idx="17">
                  <c:v>0.98650131</c:v>
                </c:pt>
                <c:pt idx="18">
                  <c:v>1.00727072</c:v>
                </c:pt>
                <c:pt idx="19">
                  <c:v>1.02706586</c:v>
                </c:pt>
                <c:pt idx="20">
                  <c:v>1.04586758</c:v>
                </c:pt>
                <c:pt idx="21">
                  <c:v>1.06365769</c:v>
                </c:pt>
                <c:pt idx="22">
                  <c:v>1.08041898</c:v>
                </c:pt>
                <c:pt idx="23">
                  <c:v>1.09613526</c:v>
                </c:pt>
                <c:pt idx="24">
                  <c:v>1.1107913</c:v>
                </c:pt>
                <c:pt idx="25">
                  <c:v>1.12437294</c:v>
                </c:pt>
                <c:pt idx="26">
                  <c:v>1.13686703</c:v>
                </c:pt>
                <c:pt idx="27">
                  <c:v>1.1482615</c:v>
                </c:pt>
                <c:pt idx="28">
                  <c:v>1.15854533</c:v>
                </c:pt>
                <c:pt idx="29">
                  <c:v>1.16770856</c:v>
                </c:pt>
                <c:pt idx="30">
                  <c:v>1.17574234</c:v>
                </c:pt>
                <c:pt idx="31">
                  <c:v>1.18263888</c:v>
                </c:pt>
                <c:pt idx="32">
                  <c:v>1.18839153</c:v>
                </c:pt>
                <c:pt idx="33">
                  <c:v>1.19299472</c:v>
                </c:pt>
                <c:pt idx="34">
                  <c:v>1.19644399</c:v>
                </c:pt>
                <c:pt idx="35">
                  <c:v>1.19873602</c:v>
                </c:pt>
                <c:pt idx="36">
                  <c:v>1.19986857</c:v>
                </c:pt>
                <c:pt idx="37">
                  <c:v>1.19984056</c:v>
                </c:pt>
                <c:pt idx="38">
                  <c:v>1.19865202</c:v>
                </c:pt>
                <c:pt idx="39">
                  <c:v>1.19630409</c:v>
                </c:pt>
                <c:pt idx="40">
                  <c:v>1.19279904</c:v>
                </c:pt>
                <c:pt idx="41">
                  <c:v>1.18814027</c:v>
                </c:pt>
                <c:pt idx="42">
                  <c:v>1.18233228</c:v>
                </c:pt>
                <c:pt idx="43">
                  <c:v>1.17538068</c:v>
                </c:pt>
                <c:pt idx="44">
                  <c:v>1.16729221</c:v>
                </c:pt>
                <c:pt idx="45">
                  <c:v>1.15807469</c:v>
                </c:pt>
                <c:pt idx="46">
                  <c:v>1.14773703</c:v>
                </c:pt>
                <c:pt idx="47">
                  <c:v>1.13628922</c:v>
                </c:pt>
                <c:pt idx="48">
                  <c:v>1.12374236</c:v>
                </c:pt>
                <c:pt idx="49">
                  <c:v>1.11010856</c:v>
                </c:pt>
                <c:pt idx="50">
                  <c:v>1.09540101</c:v>
                </c:pt>
                <c:pt idx="51">
                  <c:v>1.07963395</c:v>
                </c:pt>
                <c:pt idx="52">
                  <c:v>1.06282262</c:v>
                </c:pt>
                <c:pt idx="53">
                  <c:v>1.04498329</c:v>
                </c:pt>
                <c:pt idx="54">
                  <c:v>1.0261332</c:v>
                </c:pt>
                <c:pt idx="55">
                  <c:v>1.0062906</c:v>
                </c:pt>
                <c:pt idx="56">
                  <c:v>0.98547467</c:v>
                </c:pt>
                <c:pt idx="57">
                  <c:v>0.96370554</c:v>
                </c:pt>
                <c:pt idx="58">
                  <c:v>0.94100428</c:v>
                </c:pt>
                <c:pt idx="59">
                  <c:v>0.91739284</c:v>
                </c:pt>
                <c:pt idx="60">
                  <c:v>0.89289406</c:v>
                </c:pt>
                <c:pt idx="61">
                  <c:v>0.86753163</c:v>
                </c:pt>
                <c:pt idx="62">
                  <c:v>0.8413301</c:v>
                </c:pt>
                <c:pt idx="63">
                  <c:v>0.81431479</c:v>
                </c:pt>
                <c:pt idx="64">
                  <c:v>0.78651184</c:v>
                </c:pt>
                <c:pt idx="65">
                  <c:v>0.75794815</c:v>
                </c:pt>
                <c:pt idx="66">
                  <c:v>0.72865133</c:v>
                </c:pt>
                <c:pt idx="67">
                  <c:v>0.69864974</c:v>
                </c:pt>
                <c:pt idx="68">
                  <c:v>0.66797238</c:v>
                </c:pt>
                <c:pt idx="69">
                  <c:v>0.63664893</c:v>
                </c:pt>
                <c:pt idx="70">
                  <c:v>0.60470968</c:v>
                </c:pt>
                <c:pt idx="71">
                  <c:v>0.57218554</c:v>
                </c:pt>
                <c:pt idx="72">
                  <c:v>0.53910795</c:v>
                </c:pt>
                <c:pt idx="73">
                  <c:v>0.50550892</c:v>
                </c:pt>
                <c:pt idx="74">
                  <c:v>0.47142094</c:v>
                </c:pt>
                <c:pt idx="75">
                  <c:v>0.43687698</c:v>
                </c:pt>
                <c:pt idx="76">
                  <c:v>0.40191045</c:v>
                </c:pt>
                <c:pt idx="77">
                  <c:v>0.36655518</c:v>
                </c:pt>
                <c:pt idx="78">
                  <c:v>0.33084536</c:v>
                </c:pt>
                <c:pt idx="79">
                  <c:v>0.29481553</c:v>
                </c:pt>
                <c:pt idx="80">
                  <c:v>0.25850054</c:v>
                </c:pt>
                <c:pt idx="81">
                  <c:v>0.22193553</c:v>
                </c:pt>
                <c:pt idx="82">
                  <c:v>0.18515584</c:v>
                </c:pt>
                <c:pt idx="83">
                  <c:v>0.14819707</c:v>
                </c:pt>
                <c:pt idx="84">
                  <c:v>0.11109496</c:v>
                </c:pt>
                <c:pt idx="85">
                  <c:v>0.07388538</c:v>
                </c:pt>
                <c:pt idx="86">
                  <c:v>0.03660435</c:v>
                </c:pt>
                <c:pt idx="87">
                  <c:v>-0.00071209</c:v>
                </c:pt>
                <c:pt idx="88">
                  <c:v>-0.03802785</c:v>
                </c:pt>
                <c:pt idx="89">
                  <c:v>-0.07530682</c:v>
                </c:pt>
                <c:pt idx="90">
                  <c:v>-0.11251295</c:v>
                </c:pt>
                <c:pt idx="91">
                  <c:v>-0.14961025</c:v>
                </c:pt>
                <c:pt idx="92">
                  <c:v>-0.18656285</c:v>
                </c:pt>
                <c:pt idx="93">
                  <c:v>-0.22333499</c:v>
                </c:pt>
                <c:pt idx="94">
                  <c:v>-0.25989111</c:v>
                </c:pt>
                <c:pt idx="95">
                  <c:v>-0.29619586</c:v>
                </c:pt>
                <c:pt idx="96">
                  <c:v>-0.33221411</c:v>
                </c:pt>
                <c:pt idx="97">
                  <c:v>-0.36791104</c:v>
                </c:pt>
                <c:pt idx="98">
                  <c:v>-0.4032521</c:v>
                </c:pt>
                <c:pt idx="99">
                  <c:v>-0.43820312</c:v>
                </c:pt>
                <c:pt idx="100">
                  <c:v>-0.47273029</c:v>
                </c:pt>
                <c:pt idx="101">
                  <c:v>-0.50680022</c:v>
                </c:pt>
                <c:pt idx="102">
                  <c:v>-0.54037995</c:v>
                </c:pt>
                <c:pt idx="103">
                  <c:v>-0.573437</c:v>
                </c:pt>
                <c:pt idx="104">
                  <c:v>-0.6059394</c:v>
                </c:pt>
                <c:pt idx="105">
                  <c:v>-0.63785571</c:v>
                </c:pt>
                <c:pt idx="106">
                  <c:v>-0.66915505</c:v>
                </c:pt>
                <c:pt idx="107">
                  <c:v>-0.69980717</c:v>
                </c:pt>
                <c:pt idx="108">
                  <c:v>-0.7297824</c:v>
                </c:pt>
                <c:pt idx="109">
                  <c:v>-0.75905175</c:v>
                </c:pt>
                <c:pt idx="110">
                  <c:v>-0.78758692</c:v>
                </c:pt>
                <c:pt idx="111">
                  <c:v>-0.8153603</c:v>
                </c:pt>
                <c:pt idx="112">
                  <c:v>-0.84234503</c:v>
                </c:pt>
                <c:pt idx="113">
                  <c:v>-0.86851501</c:v>
                </c:pt>
                <c:pt idx="114">
                  <c:v>-0.89384492</c:v>
                </c:pt>
                <c:pt idx="115">
                  <c:v>-0.91831027</c:v>
                </c:pt>
                <c:pt idx="116">
                  <c:v>-0.94188739</c:v>
                </c:pt>
                <c:pt idx="117">
                  <c:v>-0.96455348</c:v>
                </c:pt>
                <c:pt idx="118">
                  <c:v>-0.98628661</c:v>
                </c:pt>
                <c:pt idx="119">
                  <c:v>-1.00706577</c:v>
                </c:pt>
                <c:pt idx="120">
                  <c:v>-1.02687084</c:v>
                </c:pt>
                <c:pt idx="121">
                  <c:v>-1.04568269</c:v>
                </c:pt>
                <c:pt idx="122">
                  <c:v>-1.06348311</c:v>
                </c:pt>
                <c:pt idx="123">
                  <c:v>-1.08025488</c:v>
                </c:pt>
                <c:pt idx="124">
                  <c:v>-1.09598178</c:v>
                </c:pt>
                <c:pt idx="125">
                  <c:v>-1.1106486</c:v>
                </c:pt>
                <c:pt idx="126">
                  <c:v>-1.12424116</c:v>
                </c:pt>
                <c:pt idx="127">
                  <c:v>-1.13674631</c:v>
                </c:pt>
                <c:pt idx="128">
                  <c:v>-1.14815194</c:v>
                </c:pt>
                <c:pt idx="129">
                  <c:v>-1.15844704</c:v>
                </c:pt>
                <c:pt idx="130">
                  <c:v>-1.16762164</c:v>
                </c:pt>
                <c:pt idx="131">
                  <c:v>-1.17566686</c:v>
                </c:pt>
                <c:pt idx="132">
                  <c:v>-1.18257493</c:v>
                </c:pt>
                <c:pt idx="133">
                  <c:v>-1.18833916</c:v>
                </c:pt>
                <c:pt idx="134">
                  <c:v>-1.19295399</c:v>
                </c:pt>
                <c:pt idx="135">
                  <c:v>-1.19641493</c:v>
                </c:pt>
                <c:pt idx="136">
                  <c:v>-1.19871866</c:v>
                </c:pt>
                <c:pt idx="137">
                  <c:v>-1.19986293</c:v>
                </c:pt>
                <c:pt idx="138">
                  <c:v>-1.19984665</c:v>
                </c:pt>
                <c:pt idx="139">
                  <c:v>-1.19866982</c:v>
                </c:pt>
                <c:pt idx="140">
                  <c:v>-1.19633359</c:v>
                </c:pt>
                <c:pt idx="141">
                  <c:v>-1.19284022</c:v>
                </c:pt>
                <c:pt idx="142">
                  <c:v>-1.18819308</c:v>
                </c:pt>
                <c:pt idx="143">
                  <c:v>-1.18239667</c:v>
                </c:pt>
                <c:pt idx="144">
                  <c:v>-1.1754566</c:v>
                </c:pt>
                <c:pt idx="145">
                  <c:v>-1.16737957</c:v>
                </c:pt>
                <c:pt idx="146">
                  <c:v>-1.15817341</c:v>
                </c:pt>
                <c:pt idx="147">
                  <c:v>-1.14784701</c:v>
                </c:pt>
                <c:pt idx="148">
                  <c:v>-1.13641037</c:v>
                </c:pt>
                <c:pt idx="149">
                  <c:v>-1.12387455</c:v>
                </c:pt>
                <c:pt idx="150">
                  <c:v>-1.11025166</c:v>
                </c:pt>
                <c:pt idx="151">
                  <c:v>-1.0955549</c:v>
                </c:pt>
                <c:pt idx="152">
                  <c:v>-1.07979846</c:v>
                </c:pt>
                <c:pt idx="153">
                  <c:v>-1.0629976</c:v>
                </c:pt>
                <c:pt idx="154">
                  <c:v>-1.04516857</c:v>
                </c:pt>
                <c:pt idx="155">
                  <c:v>-1.0263286</c:v>
                </c:pt>
                <c:pt idx="156">
                  <c:v>-1.00649593</c:v>
                </c:pt>
                <c:pt idx="157">
                  <c:v>-0.98568973</c:v>
                </c:pt>
                <c:pt idx="158">
                  <c:v>-0.96393013</c:v>
                </c:pt>
                <c:pt idx="159">
                  <c:v>-0.94123817</c:v>
                </c:pt>
                <c:pt idx="160">
                  <c:v>-0.91763582</c:v>
                </c:pt>
                <c:pt idx="161">
                  <c:v>-0.89314588</c:v>
                </c:pt>
                <c:pt idx="162">
                  <c:v>-0.86779206</c:v>
                </c:pt>
                <c:pt idx="163">
                  <c:v>-0.84159887</c:v>
                </c:pt>
                <c:pt idx="164">
                  <c:v>-0.81459165</c:v>
                </c:pt>
                <c:pt idx="165">
                  <c:v>-0.78679653</c:v>
                </c:pt>
                <c:pt idx="166">
                  <c:v>-0.75824038</c:v>
                </c:pt>
                <c:pt idx="167">
                  <c:v>-0.72895083</c:v>
                </c:pt>
                <c:pt idx="168">
                  <c:v>-0.69895621</c:v>
                </c:pt>
                <c:pt idx="169">
                  <c:v>-0.66828553</c:v>
                </c:pt>
                <c:pt idx="170">
                  <c:v>-0.63696846</c:v>
                </c:pt>
                <c:pt idx="171">
                  <c:v>-0.60503528</c:v>
                </c:pt>
                <c:pt idx="172">
                  <c:v>-0.57251689</c:v>
                </c:pt>
                <c:pt idx="173">
                  <c:v>-0.53944473</c:v>
                </c:pt>
                <c:pt idx="174">
                  <c:v>-0.5058508</c:v>
                </c:pt>
                <c:pt idx="175">
                  <c:v>-0.4717676</c:v>
                </c:pt>
                <c:pt idx="176">
                  <c:v>-0.43722807</c:v>
                </c:pt>
                <c:pt idx="177">
                  <c:v>-0.40226565</c:v>
                </c:pt>
                <c:pt idx="178">
                  <c:v>-0.36691413</c:v>
                </c:pt>
                <c:pt idx="179">
                  <c:v>-0.33120772</c:v>
                </c:pt>
                <c:pt idx="180">
                  <c:v>-0.29518095</c:v>
                </c:pt>
                <c:pt idx="181">
                  <c:v>-0.25886867</c:v>
                </c:pt>
                <c:pt idx="182">
                  <c:v>-0.222306</c:v>
                </c:pt>
                <c:pt idx="183">
                  <c:v>-0.18552831</c:v>
                </c:pt>
                <c:pt idx="184">
                  <c:v>-0.14857117</c:v>
                </c:pt>
                <c:pt idx="185">
                  <c:v>-0.11147032</c:v>
                </c:pt>
                <c:pt idx="186">
                  <c:v>-0.07426166</c:v>
                </c:pt>
                <c:pt idx="187">
                  <c:v>-0.03698116</c:v>
                </c:pt>
                <c:pt idx="188">
                  <c:v>0.0003351</c:v>
                </c:pt>
                <c:pt idx="189">
                  <c:v>0.03765104</c:v>
                </c:pt>
                <c:pt idx="190">
                  <c:v>0.07493057</c:v>
                </c:pt>
                <c:pt idx="191">
                  <c:v>0.11213761</c:v>
                </c:pt>
                <c:pt idx="192">
                  <c:v>0.1492362</c:v>
                </c:pt>
                <c:pt idx="193">
                  <c:v>0.18619043</c:v>
                </c:pt>
                <c:pt idx="194">
                  <c:v>0.22296457</c:v>
                </c:pt>
                <c:pt idx="195">
                  <c:v>0.25952306</c:v>
                </c:pt>
                <c:pt idx="196">
                  <c:v>0.29583052</c:v>
                </c:pt>
                <c:pt idx="197">
                  <c:v>0.33185184</c:v>
                </c:pt>
                <c:pt idx="198">
                  <c:v>0.36755218</c:v>
                </c:pt>
                <c:pt idx="199">
                  <c:v>0.40289701</c:v>
                </c:pt>
                <c:pt idx="200">
                  <c:v>0.43785214</c:v>
                </c:pt>
                <c:pt idx="201">
                  <c:v>0.47238376</c:v>
                </c:pt>
                <c:pt idx="202">
                  <c:v>0.50645847</c:v>
                </c:pt>
                <c:pt idx="203">
                  <c:v>0.54004332</c:v>
                </c:pt>
                <c:pt idx="204">
                  <c:v>0.57310581</c:v>
                </c:pt>
                <c:pt idx="205">
                  <c:v>0.60561397</c:v>
                </c:pt>
                <c:pt idx="206">
                  <c:v>0.63753635</c:v>
                </c:pt>
                <c:pt idx="207">
                  <c:v>0.66884208</c:v>
                </c:pt>
                <c:pt idx="208">
                  <c:v>0.69950088</c:v>
                </c:pt>
                <c:pt idx="209">
                  <c:v>0.7294831</c:v>
                </c:pt>
                <c:pt idx="210">
                  <c:v>0.75875972</c:v>
                </c:pt>
                <c:pt idx="211">
                  <c:v>0.78730245</c:v>
                </c:pt>
                <c:pt idx="212">
                  <c:v>0.81508366</c:v>
                </c:pt>
                <c:pt idx="213">
                  <c:v>0.84207649</c:v>
                </c:pt>
                <c:pt idx="214">
                  <c:v>0.86825482</c:v>
                </c:pt>
                <c:pt idx="215">
                  <c:v>0.89359334</c:v>
                </c:pt>
                <c:pt idx="216">
                  <c:v>0.91806755</c:v>
                </c:pt>
                <c:pt idx="217">
                  <c:v>0.94165376</c:v>
                </c:pt>
                <c:pt idx="218">
                  <c:v>0.96432916</c:v>
                </c:pt>
                <c:pt idx="219">
                  <c:v>0.98607182</c:v>
                </c:pt>
                <c:pt idx="220">
                  <c:v>1.00686071</c:v>
                </c:pt>
                <c:pt idx="221">
                  <c:v>1.02667573</c:v>
                </c:pt>
                <c:pt idx="222">
                  <c:v>1.0454977</c:v>
                </c:pt>
                <c:pt idx="223">
                  <c:v>1.06330842</c:v>
                </c:pt>
                <c:pt idx="224">
                  <c:v>1.08009066</c:v>
                </c:pt>
                <c:pt idx="225">
                  <c:v>1.0958282</c:v>
                </c:pt>
                <c:pt idx="226">
                  <c:v>1.1105058</c:v>
                </c:pt>
                <c:pt idx="227">
                  <c:v>1.12410928</c:v>
                </c:pt>
                <c:pt idx="228">
                  <c:v>1.13662547</c:v>
                </c:pt>
                <c:pt idx="229">
                  <c:v>1.14804227</c:v>
                </c:pt>
                <c:pt idx="230">
                  <c:v>1.15834863</c:v>
                </c:pt>
                <c:pt idx="231">
                  <c:v>1.1675346</c:v>
                </c:pt>
                <c:pt idx="232">
                  <c:v>1.17559127</c:v>
                </c:pt>
                <c:pt idx="233">
                  <c:v>1.18251086</c:v>
                </c:pt>
                <c:pt idx="234">
                  <c:v>1.18828668</c:v>
                </c:pt>
                <c:pt idx="235">
                  <c:v>1.19291314</c:v>
                </c:pt>
                <c:pt idx="236">
                  <c:v>1.19638576</c:v>
                </c:pt>
                <c:pt idx="237">
                  <c:v>1.19870118</c:v>
                </c:pt>
                <c:pt idx="238">
                  <c:v>1.19985718</c:v>
                </c:pt>
                <c:pt idx="239">
                  <c:v>1.19985262</c:v>
                </c:pt>
                <c:pt idx="240">
                  <c:v>1.19868751</c:v>
                </c:pt>
                <c:pt idx="241">
                  <c:v>1.19636298</c:v>
                </c:pt>
                <c:pt idx="242">
                  <c:v>1.19288128</c:v>
                </c:pt>
                <c:pt idx="243">
                  <c:v>1.18824577</c:v>
                </c:pt>
                <c:pt idx="244">
                  <c:v>1.18246095</c:v>
                </c:pt>
                <c:pt idx="245">
                  <c:v>1.1755324</c:v>
                </c:pt>
                <c:pt idx="246">
                  <c:v>1.16746682</c:v>
                </c:pt>
                <c:pt idx="247">
                  <c:v>1.15827202</c:v>
                </c:pt>
                <c:pt idx="248">
                  <c:v>1.14795689</c:v>
                </c:pt>
                <c:pt idx="249">
                  <c:v>1.13653141</c:v>
                </c:pt>
                <c:pt idx="250">
                  <c:v>1.12400663</c:v>
                </c:pt>
                <c:pt idx="251">
                  <c:v>1.11039466</c:v>
                </c:pt>
                <c:pt idx="252">
                  <c:v>1.09570867</c:v>
                </c:pt>
                <c:pt idx="253">
                  <c:v>1.07996287</c:v>
                </c:pt>
                <c:pt idx="254">
                  <c:v>1.06317248</c:v>
                </c:pt>
                <c:pt idx="255">
                  <c:v>1.04535374</c:v>
                </c:pt>
                <c:pt idx="256">
                  <c:v>1.0265239</c:v>
                </c:pt>
                <c:pt idx="257">
                  <c:v>1.00670116</c:v>
                </c:pt>
                <c:pt idx="258">
                  <c:v>0.98590469</c:v>
                </c:pt>
                <c:pt idx="259">
                  <c:v>0.96415462</c:v>
                </c:pt>
                <c:pt idx="260">
                  <c:v>0.94147197</c:v>
                </c:pt>
                <c:pt idx="261">
                  <c:v>0.9178787</c:v>
                </c:pt>
                <c:pt idx="262">
                  <c:v>0.89339761</c:v>
                </c:pt>
                <c:pt idx="263">
                  <c:v>0.8680524</c:v>
                </c:pt>
                <c:pt idx="264">
                  <c:v>0.84186756</c:v>
                </c:pt>
                <c:pt idx="265">
                  <c:v>0.81486844</c:v>
                </c:pt>
                <c:pt idx="266">
                  <c:v>0.78708114</c:v>
                </c:pt>
                <c:pt idx="267">
                  <c:v>0.75853254</c:v>
                </c:pt>
                <c:pt idx="268">
                  <c:v>0.72925026</c:v>
                </c:pt>
                <c:pt idx="269">
                  <c:v>0.69926262</c:v>
                </c:pt>
                <c:pt idx="270">
                  <c:v>0.66859862</c:v>
                </c:pt>
                <c:pt idx="271">
                  <c:v>0.63728792</c:v>
                </c:pt>
                <c:pt idx="272">
                  <c:v>0.60536082</c:v>
                </c:pt>
                <c:pt idx="273">
                  <c:v>0.57284818</c:v>
                </c:pt>
                <c:pt idx="274">
                  <c:v>0.53978146</c:v>
                </c:pt>
                <c:pt idx="275">
                  <c:v>0.50619264</c:v>
                </c:pt>
                <c:pt idx="276">
                  <c:v>0.47211421</c:v>
                </c:pt>
                <c:pt idx="277">
                  <c:v>0.43757913</c:v>
                </c:pt>
                <c:pt idx="278">
                  <c:v>0.4026208</c:v>
                </c:pt>
                <c:pt idx="279">
                  <c:v>0.36727305</c:v>
                </c:pt>
                <c:pt idx="280">
                  <c:v>0.33157005</c:v>
                </c:pt>
                <c:pt idx="281">
                  <c:v>0.29554634</c:v>
                </c:pt>
                <c:pt idx="282">
                  <c:v>0.25923677</c:v>
                </c:pt>
                <c:pt idx="283">
                  <c:v>0.22267646</c:v>
                </c:pt>
                <c:pt idx="284">
                  <c:v>0.18590076</c:v>
                </c:pt>
                <c:pt idx="285">
                  <c:v>0.14894525</c:v>
                </c:pt>
                <c:pt idx="286">
                  <c:v>0.11184568</c:v>
                </c:pt>
                <c:pt idx="287">
                  <c:v>0.07463792</c:v>
                </c:pt>
                <c:pt idx="288">
                  <c:v>0.03735797</c:v>
                </c:pt>
                <c:pt idx="289">
                  <c:v>4.189E-05</c:v>
                </c:pt>
                <c:pt idx="290">
                  <c:v>-0.03727424</c:v>
                </c:pt>
                <c:pt idx="291">
                  <c:v>-0.07455431</c:v>
                </c:pt>
                <c:pt idx="292">
                  <c:v>-0.11176227</c:v>
                </c:pt>
                <c:pt idx="293">
                  <c:v>-0.14886212</c:v>
                </c:pt>
                <c:pt idx="294">
                  <c:v>-0.185818</c:v>
                </c:pt>
                <c:pt idx="295">
                  <c:v>-0.22259414</c:v>
                </c:pt>
                <c:pt idx="296">
                  <c:v>-0.25915498</c:v>
                </c:pt>
                <c:pt idx="297">
                  <c:v>-0.29546515</c:v>
                </c:pt>
                <c:pt idx="298">
                  <c:v>-0.33148954</c:v>
                </c:pt>
                <c:pt idx="299">
                  <c:v>-0.36719329</c:v>
                </c:pt>
                <c:pt idx="300">
                  <c:v>-0.40254188</c:v>
                </c:pt>
                <c:pt idx="301">
                  <c:v>-0.43750112</c:v>
                </c:pt>
                <c:pt idx="302">
                  <c:v>-0.47203719</c:v>
                </c:pt>
                <c:pt idx="303">
                  <c:v>-0.50611668</c:v>
                </c:pt>
                <c:pt idx="304">
                  <c:v>-0.53970663</c:v>
                </c:pt>
                <c:pt idx="305">
                  <c:v>-0.57277456</c:v>
                </c:pt>
                <c:pt idx="306">
                  <c:v>-0.60528848</c:v>
                </c:pt>
                <c:pt idx="307">
                  <c:v>-0.63721694</c:v>
                </c:pt>
                <c:pt idx="308">
                  <c:v>-0.66852905</c:v>
                </c:pt>
                <c:pt idx="309">
                  <c:v>-0.69919453</c:v>
                </c:pt>
                <c:pt idx="310">
                  <c:v>-0.72918373</c:v>
                </c:pt>
                <c:pt idx="311">
                  <c:v>-0.75846762</c:v>
                </c:pt>
                <c:pt idx="312">
                  <c:v>-0.7870179</c:v>
                </c:pt>
                <c:pt idx="313">
                  <c:v>-0.81480694</c:v>
                </c:pt>
                <c:pt idx="314">
                  <c:v>-0.84180786</c:v>
                </c:pt>
                <c:pt idx="315">
                  <c:v>-0.86799455</c:v>
                </c:pt>
                <c:pt idx="316">
                  <c:v>-0.89334168</c:v>
                </c:pt>
                <c:pt idx="317">
                  <c:v>-0.91782473</c:v>
                </c:pt>
                <c:pt idx="318">
                  <c:v>-0.94142003</c:v>
                </c:pt>
                <c:pt idx="319">
                  <c:v>-0.96410474</c:v>
                </c:pt>
                <c:pt idx="320">
                  <c:v>-0.98585693</c:v>
                </c:pt>
                <c:pt idx="321">
                  <c:v>-1.00665556</c:v>
                </c:pt>
                <c:pt idx="322">
                  <c:v>-1.02648051</c:v>
                </c:pt>
                <c:pt idx="323">
                  <c:v>-1.0453126</c:v>
                </c:pt>
                <c:pt idx="324">
                  <c:v>-1.06313363</c:v>
                </c:pt>
                <c:pt idx="325">
                  <c:v>-1.07992634</c:v>
                </c:pt>
                <c:pt idx="326">
                  <c:v>-1.09567451</c:v>
                </c:pt>
                <c:pt idx="327">
                  <c:v>-1.11036289</c:v>
                </c:pt>
                <c:pt idx="328">
                  <c:v>-1.12397729</c:v>
                </c:pt>
                <c:pt idx="329">
                  <c:v>-1.13650452</c:v>
                </c:pt>
                <c:pt idx="330">
                  <c:v>-1.14793248</c:v>
                </c:pt>
                <c:pt idx="331">
                  <c:v>-1.15825012</c:v>
                </c:pt>
                <c:pt idx="332">
                  <c:v>-1.16744744</c:v>
                </c:pt>
                <c:pt idx="333">
                  <c:v>-1.17551556</c:v>
                </c:pt>
                <c:pt idx="334">
                  <c:v>-1.18244667</c:v>
                </c:pt>
                <c:pt idx="335">
                  <c:v>-1.18823407</c:v>
                </c:pt>
                <c:pt idx="336">
                  <c:v>-1.19287217</c:v>
                </c:pt>
                <c:pt idx="337">
                  <c:v>-1.19635646</c:v>
                </c:pt>
                <c:pt idx="338">
                  <c:v>-1.19868359</c:v>
                </c:pt>
                <c:pt idx="339">
                  <c:v>-1.1998513</c:v>
                </c:pt>
                <c:pt idx="340">
                  <c:v>-1.19985847</c:v>
                </c:pt>
                <c:pt idx="341">
                  <c:v>-1.19870508</c:v>
                </c:pt>
                <c:pt idx="342">
                  <c:v>-1.19639225</c:v>
                </c:pt>
                <c:pt idx="343">
                  <c:v>-1.19292222</c:v>
                </c:pt>
                <c:pt idx="344">
                  <c:v>-1.18829835</c:v>
                </c:pt>
                <c:pt idx="345">
                  <c:v>-1.18252511</c:v>
                </c:pt>
                <c:pt idx="346">
                  <c:v>-1.17560808</c:v>
                </c:pt>
                <c:pt idx="347">
                  <c:v>-1.16755395</c:v>
                </c:pt>
                <c:pt idx="348">
                  <c:v>-1.15837051</c:v>
                </c:pt>
                <c:pt idx="349">
                  <c:v>-1.14806665</c:v>
                </c:pt>
                <c:pt idx="350">
                  <c:v>-1.13665233</c:v>
                </c:pt>
                <c:pt idx="351">
                  <c:v>-1.1241386</c:v>
                </c:pt>
                <c:pt idx="352">
                  <c:v>-1.11053755</c:v>
                </c:pt>
                <c:pt idx="353">
                  <c:v>-1.09586234</c:v>
                </c:pt>
                <c:pt idx="354">
                  <c:v>-1.08012716</c:v>
                </c:pt>
                <c:pt idx="355">
                  <c:v>-1.06334725</c:v>
                </c:pt>
                <c:pt idx="356">
                  <c:v>-1.04553881</c:v>
                </c:pt>
                <c:pt idx="357">
                  <c:v>-1.02671909</c:v>
                </c:pt>
                <c:pt idx="358">
                  <c:v>-1.00690629</c:v>
                </c:pt>
                <c:pt idx="359">
                  <c:v>-0.98611956</c:v>
                </c:pt>
                <c:pt idx="360">
                  <c:v>-0.96437902</c:v>
                </c:pt>
                <c:pt idx="361">
                  <c:v>-0.94170568</c:v>
                </c:pt>
                <c:pt idx="362">
                  <c:v>-0.91812149</c:v>
                </c:pt>
                <c:pt idx="363">
                  <c:v>-0.89364926</c:v>
                </c:pt>
                <c:pt idx="364">
                  <c:v>-0.86831265</c:v>
                </c:pt>
                <c:pt idx="365">
                  <c:v>-0.84213617</c:v>
                </c:pt>
                <c:pt idx="366">
                  <c:v>-0.81514514</c:v>
                </c:pt>
                <c:pt idx="367">
                  <c:v>-0.78736567</c:v>
                </c:pt>
                <c:pt idx="368">
                  <c:v>-0.75882463</c:v>
                </c:pt>
                <c:pt idx="369">
                  <c:v>-0.72954962</c:v>
                </c:pt>
                <c:pt idx="370">
                  <c:v>-0.69956895</c:v>
                </c:pt>
                <c:pt idx="371">
                  <c:v>-0.66891164</c:v>
                </c:pt>
                <c:pt idx="372">
                  <c:v>-0.63760733</c:v>
                </c:pt>
                <c:pt idx="373">
                  <c:v>-0.60568629</c:v>
                </c:pt>
                <c:pt idx="374">
                  <c:v>-0.57317941</c:v>
                </c:pt>
                <c:pt idx="375">
                  <c:v>-0.54011813</c:v>
                </c:pt>
                <c:pt idx="376">
                  <c:v>-0.50653442</c:v>
                </c:pt>
                <c:pt idx="377">
                  <c:v>-0.47246077</c:v>
                </c:pt>
                <c:pt idx="378">
                  <c:v>-0.43793014</c:v>
                </c:pt>
                <c:pt idx="379">
                  <c:v>-0.40297592</c:v>
                </c:pt>
                <c:pt idx="380">
                  <c:v>-0.36763193</c:v>
                </c:pt>
                <c:pt idx="381">
                  <c:v>-0.33193235</c:v>
                </c:pt>
                <c:pt idx="382">
                  <c:v>-0.29591171</c:v>
                </c:pt>
                <c:pt idx="383">
                  <c:v>-0.25960485</c:v>
                </c:pt>
                <c:pt idx="384">
                  <c:v>-0.22304689</c:v>
                </c:pt>
                <c:pt idx="385">
                  <c:v>-0.18627319</c:v>
                </c:pt>
                <c:pt idx="386">
                  <c:v>-0.14931932</c:v>
                </c:pt>
                <c:pt idx="387">
                  <c:v>-0.11222102</c:v>
                </c:pt>
                <c:pt idx="388">
                  <c:v>-0.07501418</c:v>
                </c:pt>
                <c:pt idx="389">
                  <c:v>-0.03773478</c:v>
                </c:pt>
                <c:pt idx="390">
                  <c:v>-0.00041888</c:v>
                </c:pt>
                <c:pt idx="391">
                  <c:v>0.03689743</c:v>
                </c:pt>
                <c:pt idx="392">
                  <c:v>0.07417804</c:v>
                </c:pt>
                <c:pt idx="393">
                  <c:v>0.11138691</c:v>
                </c:pt>
                <c:pt idx="394">
                  <c:v>0.14848804</c:v>
                </c:pt>
                <c:pt idx="395">
                  <c:v>0.18544554</c:v>
                </c:pt>
                <c:pt idx="396">
                  <c:v>0.22222368</c:v>
                </c:pt>
                <c:pt idx="397">
                  <c:v>0.25878687</c:v>
                </c:pt>
                <c:pt idx="398">
                  <c:v>0.29509975</c:v>
                </c:pt>
                <c:pt idx="399">
                  <c:v>0.3311272</c:v>
                </c:pt>
                <c:pt idx="400">
                  <c:v>0.36683437</c:v>
                </c:pt>
              </c:numCache>
            </c:numRef>
          </c:yVal>
        </c:ser>
        <c:ser>
          <c:idx val="1"/>
          <c:order val="1"/>
          <c:tx>
            <c:v>Amplitude = 1.20 V</c:v>
          </c:tx>
          <c:spPr>
            <a:ln xmlns:a="http://schemas.openxmlformats.org/drawingml/2006/main" w="38100">
              <a:solidFill>
                <a:srgbClr val="881C1C"/>
              </a:solidFill>
            </a:ln>
          </c:spPr>
          <c:marker>
            <c:symbol val="circle"/>
            <c:size val="7"/>
            <c:spPr>
              <a:solidFill xmlns:a="http://schemas.openxmlformats.org/drawingml/2006/main">
                <a:srgbClr val="881C1C"/>
              </a:solidFill>
            </c:spPr>
          </c:marker>
          <c:xVal>
            <c:numRef>
              <c:f>'Chart Data'!$C$2:$C$3</c:f>
              <c:numCache>
                <c:formatCode>General</c:formatCode>
                <c:ptCount val="2"/>
                <c:pt idx="0">
                  <c:v>10.0308642</c:v>
                </c:pt>
                <c:pt idx="1">
                  <c:v>10.0308642</c:v>
                </c:pt>
              </c:numCache>
            </c:numRef>
          </c:xVal>
          <c:yVal>
            <c:numRef>
              <c:f>'Chart Data'!$D$2:$D$3</c:f>
              <c:numCache>
                <c:formatCode>0.0</c:formatCode>
                <c:ptCount val="2"/>
                <c:pt idx="0">
                  <c:v>0</c:v>
                </c:pt>
                <c:pt idx="1">
                  <c:v>1.2</c:v>
                </c:pt>
              </c:numCache>
            </c:numRef>
          </c:yVal>
        </c:ser>
        <c:ser>
          <c:idx val="2"/>
          <c:order val="2"/>
          <c:tx>
            <c:v>Period = 55.56 ms</c:v>
          </c:tx>
          <c:spPr>
            <a:ln xmlns:a="http://schemas.openxmlformats.org/drawingml/2006/main" w="38100">
              <a:solidFill>
                <a:srgbClr val="267049"/>
              </a:solidFill>
            </a:ln>
          </c:spPr>
          <c:marker>
            <c:symbol val="circle"/>
            <c:size val="7"/>
            <c:spPr>
              <a:solidFill xmlns:a="http://schemas.openxmlformats.org/drawingml/2006/main">
                <a:srgbClr val="267049"/>
              </a:solidFill>
            </c:spPr>
          </c:marker>
          <c:xVal>
            <c:numRef>
              <c:f>'Chart Data'!$E$2:$E$3</c:f>
              <c:numCache>
                <c:formatCode>General</c:formatCode>
                <c:ptCount val="2"/>
                <c:pt idx="0">
                  <c:v>10.0308642</c:v>
                </c:pt>
                <c:pt idx="1">
                  <c:v>65.58641975</c:v>
                </c:pt>
              </c:numCache>
            </c:numRef>
          </c:xVal>
          <c:yVal>
            <c:numRef>
              <c:f>'Chart Data'!$F$2:$F$3</c:f>
              <c:numCache>
                <c:formatCode>0.0</c:formatCode>
                <c:ptCount val="2"/>
                <c:pt idx="0">
                  <c:v>-1.5</c:v>
                </c:pt>
                <c:pt idx="1">
                  <c:v>-1.5</c:v>
                </c:pt>
              </c:numCache>
            </c:numRef>
          </c:yVal>
        </c:ser>
        <c:ser>
          <c:idx val="3"/>
          <c:order val="3"/>
          <c:tx>
            <c:v>First peak guide</c:v>
          </c:tx>
          <c:spPr>
            <a:ln xmlns:a="http://schemas.openxmlformats.org/drawingml/2006/main" w="9525">
              <a:solidFill>
                <a:srgbClr val="BBBBBB"/>
              </a:solidFill>
            </a:ln>
          </c:spPr>
          <c:marker>
            <c:symbol val="none"/>
            <c:size val="7"/>
            <c:spPr>
              <a:solidFill xmlns:a="http://schemas.openxmlformats.org/drawingml/2006/main">
                <a:srgbClr val="BBBBBB"/>
              </a:solidFill>
            </c:spPr>
          </c:marker>
          <c:xVal>
            <c:numRef>
              <c:f>'Chart Data'!$G$2:$G$3</c:f>
              <c:numCache>
                <c:formatCode>General</c:formatCode>
                <c:ptCount val="2"/>
                <c:pt idx="0">
                  <c:v>10.0308642</c:v>
                </c:pt>
                <c:pt idx="1">
                  <c:v>10.0308642</c:v>
                </c:pt>
              </c:numCache>
            </c:numRef>
          </c:xVal>
          <c:yVal>
            <c:numRef>
              <c:f>'Chart Data'!$H$2:$H$3</c:f>
              <c:numCache>
                <c:formatCode>0.0</c:formatCode>
                <c:ptCount val="2"/>
                <c:pt idx="0">
                  <c:v>1.2</c:v>
                </c:pt>
                <c:pt idx="1">
                  <c:v>-1.5</c:v>
                </c:pt>
              </c:numCache>
            </c:numRef>
          </c:yVal>
        </c:ser>
        <c:ser>
          <c:idx val="4"/>
          <c:order val="4"/>
          <c:tx>
            <c:v>Next peak guide</c:v>
          </c:tx>
          <c:spPr>
            <a:ln xmlns:a="http://schemas.openxmlformats.org/drawingml/2006/main" w="9525">
              <a:solidFill>
                <a:srgbClr val="BBBBBB"/>
              </a:solidFill>
            </a:ln>
          </c:spPr>
          <c:marker>
            <c:symbol val="none"/>
            <c:size val="7"/>
            <c:spPr>
              <a:solidFill xmlns:a="http://schemas.openxmlformats.org/drawingml/2006/main">
                <a:srgbClr val="BBBBBB"/>
              </a:solidFill>
            </c:spPr>
          </c:marker>
          <c:xVal>
            <c:numRef>
              <c:f>'Chart Data'!$I$2:$I$3</c:f>
              <c:numCache>
                <c:formatCode>General</c:formatCode>
                <c:ptCount val="2"/>
                <c:pt idx="0">
                  <c:v>65.58641975</c:v>
                </c:pt>
                <c:pt idx="1">
                  <c:v>65.58641975</c:v>
                </c:pt>
              </c:numCache>
            </c:numRef>
          </c:xVal>
          <c:yVal>
            <c:numRef>
              <c:f>'Chart Data'!$J$2:$J$3</c:f>
              <c:numCache>
                <c:formatCode>0.0</c:formatCode>
                <c:ptCount val="2"/>
                <c:pt idx="0">
                  <c:v>1.2</c:v>
                </c:pt>
                <c:pt idx="1">
                  <c:v>-1.5</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1.8"/>
          <c:min val="-1.8"/>
        </c:scaling>
        <c:delete val="0"/>
        <c:axPos val="l"/>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Voltage (V)</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50112"/>
        <c:majorUnit val="0.6"/>
      </c:valAx>
      <c:valAx>
        <c:axId val="48650112"/>
        <c:scaling>
          <c:orientation val="minMax"/>
          <c:max val="110"/>
          <c:min val="0"/>
        </c:scaling>
        <c:delete val="0"/>
        <c:axPos val="b"/>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Time (ms)</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72768"/>
        <c:majorUnit val="22"/>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legend>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er>
          <c:idx val="0"/>
          <c:order val="0"/>
          <c:tx>
            <c:v>25 degree phase</c:v>
          </c:tx>
          <c:spPr>
            <a:ln xmlns:a="http://schemas.openxmlformats.org/drawingml/2006/main" w="28575">
              <a:solidFill>
                <a:srgbClr val="286BB0"/>
              </a:solidFill>
            </a:ln>
          </c:spPr>
          <c:marker>
            <c:symbol val="none"/>
            <c:size val="7"/>
            <c:spPr>
              <a:solidFill xmlns:a="http://schemas.openxmlformats.org/drawingml/2006/main">
                <a:srgbClr val="286BB0"/>
              </a:solidFill>
            </c:spPr>
          </c:marker>
          <c:xVal>
            <c:numRef>
              <c:f>'Chart Data'!$A$2:$A$402</c:f>
              <c:numCache>
                <c:formatCode>General</c:formatCode>
                <c:ptCount val="401"/>
                <c:pt idx="0">
                  <c:v>0</c:v>
                </c:pt>
                <c:pt idx="1">
                  <c:v>0.0875</c:v>
                </c:pt>
                <c:pt idx="2">
                  <c:v>0.175</c:v>
                </c:pt>
                <c:pt idx="3">
                  <c:v>0.2625</c:v>
                </c:pt>
                <c:pt idx="4">
                  <c:v>0.35</c:v>
                </c:pt>
                <c:pt idx="5">
                  <c:v>0.4375</c:v>
                </c:pt>
                <c:pt idx="6">
                  <c:v>0.525</c:v>
                </c:pt>
                <c:pt idx="7">
                  <c:v>0.6125</c:v>
                </c:pt>
                <c:pt idx="8">
                  <c:v>0.7</c:v>
                </c:pt>
                <c:pt idx="9">
                  <c:v>0.7875</c:v>
                </c:pt>
                <c:pt idx="10">
                  <c:v>0.875</c:v>
                </c:pt>
                <c:pt idx="11">
                  <c:v>0.9625</c:v>
                </c:pt>
                <c:pt idx="12">
                  <c:v>1.05</c:v>
                </c:pt>
                <c:pt idx="13">
                  <c:v>1.1375</c:v>
                </c:pt>
                <c:pt idx="14">
                  <c:v>1.225</c:v>
                </c:pt>
                <c:pt idx="15">
                  <c:v>1.3125</c:v>
                </c:pt>
                <c:pt idx="16">
                  <c:v>1.4</c:v>
                </c:pt>
                <c:pt idx="17">
                  <c:v>1.4875</c:v>
                </c:pt>
                <c:pt idx="18">
                  <c:v>1.575</c:v>
                </c:pt>
                <c:pt idx="19">
                  <c:v>1.6625</c:v>
                </c:pt>
                <c:pt idx="20">
                  <c:v>1.75</c:v>
                </c:pt>
                <c:pt idx="21">
                  <c:v>1.8375</c:v>
                </c:pt>
                <c:pt idx="22">
                  <c:v>1.925</c:v>
                </c:pt>
                <c:pt idx="23">
                  <c:v>2.0125</c:v>
                </c:pt>
                <c:pt idx="24">
                  <c:v>2.1</c:v>
                </c:pt>
                <c:pt idx="25">
                  <c:v>2.1875</c:v>
                </c:pt>
                <c:pt idx="26">
                  <c:v>2.275</c:v>
                </c:pt>
                <c:pt idx="27">
                  <c:v>2.3625</c:v>
                </c:pt>
                <c:pt idx="28">
                  <c:v>2.45</c:v>
                </c:pt>
                <c:pt idx="29">
                  <c:v>2.5375</c:v>
                </c:pt>
                <c:pt idx="30">
                  <c:v>2.625</c:v>
                </c:pt>
                <c:pt idx="31">
                  <c:v>2.7125</c:v>
                </c:pt>
                <c:pt idx="32">
                  <c:v>2.8</c:v>
                </c:pt>
                <c:pt idx="33">
                  <c:v>2.8875</c:v>
                </c:pt>
                <c:pt idx="34">
                  <c:v>2.975</c:v>
                </c:pt>
                <c:pt idx="35">
                  <c:v>3.0625</c:v>
                </c:pt>
                <c:pt idx="36">
                  <c:v>3.15</c:v>
                </c:pt>
                <c:pt idx="37">
                  <c:v>3.2375</c:v>
                </c:pt>
                <c:pt idx="38">
                  <c:v>3.325</c:v>
                </c:pt>
                <c:pt idx="39">
                  <c:v>3.4125</c:v>
                </c:pt>
                <c:pt idx="40">
                  <c:v>3.5</c:v>
                </c:pt>
                <c:pt idx="41">
                  <c:v>3.5875</c:v>
                </c:pt>
                <c:pt idx="42">
                  <c:v>3.675</c:v>
                </c:pt>
                <c:pt idx="43">
                  <c:v>3.7625</c:v>
                </c:pt>
                <c:pt idx="44">
                  <c:v>3.85</c:v>
                </c:pt>
                <c:pt idx="45">
                  <c:v>3.9375</c:v>
                </c:pt>
                <c:pt idx="46">
                  <c:v>4.025</c:v>
                </c:pt>
                <c:pt idx="47">
                  <c:v>4.1125</c:v>
                </c:pt>
                <c:pt idx="48">
                  <c:v>4.2</c:v>
                </c:pt>
                <c:pt idx="49">
                  <c:v>4.2875</c:v>
                </c:pt>
                <c:pt idx="50">
                  <c:v>4.375</c:v>
                </c:pt>
                <c:pt idx="51">
                  <c:v>4.4625</c:v>
                </c:pt>
                <c:pt idx="52">
                  <c:v>4.55</c:v>
                </c:pt>
                <c:pt idx="53">
                  <c:v>4.6375</c:v>
                </c:pt>
                <c:pt idx="54">
                  <c:v>4.725</c:v>
                </c:pt>
                <c:pt idx="55">
                  <c:v>4.8125</c:v>
                </c:pt>
                <c:pt idx="56">
                  <c:v>4.9</c:v>
                </c:pt>
                <c:pt idx="57">
                  <c:v>4.9875</c:v>
                </c:pt>
                <c:pt idx="58">
                  <c:v>5.075</c:v>
                </c:pt>
                <c:pt idx="59">
                  <c:v>5.1625</c:v>
                </c:pt>
                <c:pt idx="60">
                  <c:v>5.25</c:v>
                </c:pt>
                <c:pt idx="61">
                  <c:v>5.3375</c:v>
                </c:pt>
                <c:pt idx="62">
                  <c:v>5.425</c:v>
                </c:pt>
                <c:pt idx="63">
                  <c:v>5.5125</c:v>
                </c:pt>
                <c:pt idx="64">
                  <c:v>5.6</c:v>
                </c:pt>
                <c:pt idx="65">
                  <c:v>5.6875</c:v>
                </c:pt>
                <c:pt idx="66">
                  <c:v>5.775</c:v>
                </c:pt>
                <c:pt idx="67">
                  <c:v>5.8625</c:v>
                </c:pt>
                <c:pt idx="68">
                  <c:v>5.95</c:v>
                </c:pt>
                <c:pt idx="69">
                  <c:v>6.0375</c:v>
                </c:pt>
                <c:pt idx="70">
                  <c:v>6.125</c:v>
                </c:pt>
                <c:pt idx="71">
                  <c:v>6.2125</c:v>
                </c:pt>
                <c:pt idx="72">
                  <c:v>6.3</c:v>
                </c:pt>
                <c:pt idx="73">
                  <c:v>6.3875</c:v>
                </c:pt>
                <c:pt idx="74">
                  <c:v>6.475</c:v>
                </c:pt>
                <c:pt idx="75">
                  <c:v>6.5625</c:v>
                </c:pt>
                <c:pt idx="76">
                  <c:v>6.65</c:v>
                </c:pt>
                <c:pt idx="77">
                  <c:v>6.7375</c:v>
                </c:pt>
                <c:pt idx="78">
                  <c:v>6.825</c:v>
                </c:pt>
                <c:pt idx="79">
                  <c:v>6.9125</c:v>
                </c:pt>
                <c:pt idx="80">
                  <c:v>7</c:v>
                </c:pt>
                <c:pt idx="81">
                  <c:v>7.0875</c:v>
                </c:pt>
                <c:pt idx="82">
                  <c:v>7.175</c:v>
                </c:pt>
                <c:pt idx="83">
                  <c:v>7.2625</c:v>
                </c:pt>
                <c:pt idx="84">
                  <c:v>7.35</c:v>
                </c:pt>
                <c:pt idx="85">
                  <c:v>7.4375</c:v>
                </c:pt>
                <c:pt idx="86">
                  <c:v>7.525</c:v>
                </c:pt>
                <c:pt idx="87">
                  <c:v>7.6125</c:v>
                </c:pt>
                <c:pt idx="88">
                  <c:v>7.7</c:v>
                </c:pt>
                <c:pt idx="89">
                  <c:v>7.7875</c:v>
                </c:pt>
                <c:pt idx="90">
                  <c:v>7.875</c:v>
                </c:pt>
                <c:pt idx="91">
                  <c:v>7.9625</c:v>
                </c:pt>
                <c:pt idx="92">
                  <c:v>8.05</c:v>
                </c:pt>
                <c:pt idx="93">
                  <c:v>8.1375</c:v>
                </c:pt>
                <c:pt idx="94">
                  <c:v>8.225</c:v>
                </c:pt>
                <c:pt idx="95">
                  <c:v>8.3125</c:v>
                </c:pt>
                <c:pt idx="96">
                  <c:v>8.4</c:v>
                </c:pt>
                <c:pt idx="97">
                  <c:v>8.4875</c:v>
                </c:pt>
                <c:pt idx="98">
                  <c:v>8.575</c:v>
                </c:pt>
                <c:pt idx="99">
                  <c:v>8.6625</c:v>
                </c:pt>
                <c:pt idx="100">
                  <c:v>8.75</c:v>
                </c:pt>
                <c:pt idx="101">
                  <c:v>8.8375</c:v>
                </c:pt>
                <c:pt idx="102">
                  <c:v>8.925</c:v>
                </c:pt>
                <c:pt idx="103">
                  <c:v>9.0125</c:v>
                </c:pt>
                <c:pt idx="104">
                  <c:v>9.1</c:v>
                </c:pt>
                <c:pt idx="105">
                  <c:v>9.1875</c:v>
                </c:pt>
                <c:pt idx="106">
                  <c:v>9.275</c:v>
                </c:pt>
                <c:pt idx="107">
                  <c:v>9.3625</c:v>
                </c:pt>
                <c:pt idx="108">
                  <c:v>9.45</c:v>
                </c:pt>
                <c:pt idx="109">
                  <c:v>9.5375</c:v>
                </c:pt>
                <c:pt idx="110">
                  <c:v>9.625</c:v>
                </c:pt>
                <c:pt idx="111">
                  <c:v>9.7125</c:v>
                </c:pt>
                <c:pt idx="112">
                  <c:v>9.8</c:v>
                </c:pt>
                <c:pt idx="113">
                  <c:v>9.8875</c:v>
                </c:pt>
                <c:pt idx="114">
                  <c:v>9.975</c:v>
                </c:pt>
                <c:pt idx="115">
                  <c:v>10.0625</c:v>
                </c:pt>
                <c:pt idx="116">
                  <c:v>10.15</c:v>
                </c:pt>
                <c:pt idx="117">
                  <c:v>10.2375</c:v>
                </c:pt>
                <c:pt idx="118">
                  <c:v>10.325</c:v>
                </c:pt>
                <c:pt idx="119">
                  <c:v>10.4125</c:v>
                </c:pt>
                <c:pt idx="120">
                  <c:v>10.5</c:v>
                </c:pt>
                <c:pt idx="121">
                  <c:v>10.5875</c:v>
                </c:pt>
                <c:pt idx="122">
                  <c:v>10.675</c:v>
                </c:pt>
                <c:pt idx="123">
                  <c:v>10.7625</c:v>
                </c:pt>
                <c:pt idx="124">
                  <c:v>10.85</c:v>
                </c:pt>
                <c:pt idx="125">
                  <c:v>10.9375</c:v>
                </c:pt>
                <c:pt idx="126">
                  <c:v>11.025</c:v>
                </c:pt>
                <c:pt idx="127">
                  <c:v>11.1125</c:v>
                </c:pt>
                <c:pt idx="128">
                  <c:v>11.2</c:v>
                </c:pt>
                <c:pt idx="129">
                  <c:v>11.2875</c:v>
                </c:pt>
                <c:pt idx="130">
                  <c:v>11.375</c:v>
                </c:pt>
                <c:pt idx="131">
                  <c:v>11.4625</c:v>
                </c:pt>
                <c:pt idx="132">
                  <c:v>11.55</c:v>
                </c:pt>
                <c:pt idx="133">
                  <c:v>11.6375</c:v>
                </c:pt>
                <c:pt idx="134">
                  <c:v>11.725</c:v>
                </c:pt>
                <c:pt idx="135">
                  <c:v>11.8125</c:v>
                </c:pt>
                <c:pt idx="136">
                  <c:v>11.9</c:v>
                </c:pt>
                <c:pt idx="137">
                  <c:v>11.9875</c:v>
                </c:pt>
                <c:pt idx="138">
                  <c:v>12.075</c:v>
                </c:pt>
                <c:pt idx="139">
                  <c:v>12.1625</c:v>
                </c:pt>
                <c:pt idx="140">
                  <c:v>12.25</c:v>
                </c:pt>
                <c:pt idx="141">
                  <c:v>12.3375</c:v>
                </c:pt>
                <c:pt idx="142">
                  <c:v>12.425</c:v>
                </c:pt>
                <c:pt idx="143">
                  <c:v>12.5125</c:v>
                </c:pt>
                <c:pt idx="144">
                  <c:v>12.6</c:v>
                </c:pt>
                <c:pt idx="145">
                  <c:v>12.6875</c:v>
                </c:pt>
                <c:pt idx="146">
                  <c:v>12.775</c:v>
                </c:pt>
                <c:pt idx="147">
                  <c:v>12.8625</c:v>
                </c:pt>
                <c:pt idx="148">
                  <c:v>12.95</c:v>
                </c:pt>
                <c:pt idx="149">
                  <c:v>13.0375</c:v>
                </c:pt>
                <c:pt idx="150">
                  <c:v>13.125</c:v>
                </c:pt>
                <c:pt idx="151">
                  <c:v>13.2125</c:v>
                </c:pt>
                <c:pt idx="152">
                  <c:v>13.3</c:v>
                </c:pt>
                <c:pt idx="153">
                  <c:v>13.3875</c:v>
                </c:pt>
                <c:pt idx="154">
                  <c:v>13.475</c:v>
                </c:pt>
                <c:pt idx="155">
                  <c:v>13.5625</c:v>
                </c:pt>
                <c:pt idx="156">
                  <c:v>13.65</c:v>
                </c:pt>
                <c:pt idx="157">
                  <c:v>13.7375</c:v>
                </c:pt>
                <c:pt idx="158">
                  <c:v>13.825</c:v>
                </c:pt>
                <c:pt idx="159">
                  <c:v>13.9125</c:v>
                </c:pt>
                <c:pt idx="160">
                  <c:v>14</c:v>
                </c:pt>
                <c:pt idx="161">
                  <c:v>14.0875</c:v>
                </c:pt>
                <c:pt idx="162">
                  <c:v>14.175</c:v>
                </c:pt>
                <c:pt idx="163">
                  <c:v>14.2625</c:v>
                </c:pt>
                <c:pt idx="164">
                  <c:v>14.35</c:v>
                </c:pt>
                <c:pt idx="165">
                  <c:v>14.4375</c:v>
                </c:pt>
                <c:pt idx="166">
                  <c:v>14.525</c:v>
                </c:pt>
                <c:pt idx="167">
                  <c:v>14.6125</c:v>
                </c:pt>
                <c:pt idx="168">
                  <c:v>14.7</c:v>
                </c:pt>
                <c:pt idx="169">
                  <c:v>14.7875</c:v>
                </c:pt>
                <c:pt idx="170">
                  <c:v>14.875</c:v>
                </c:pt>
                <c:pt idx="171">
                  <c:v>14.9625</c:v>
                </c:pt>
                <c:pt idx="172">
                  <c:v>15.05</c:v>
                </c:pt>
                <c:pt idx="173">
                  <c:v>15.1375</c:v>
                </c:pt>
                <c:pt idx="174">
                  <c:v>15.225</c:v>
                </c:pt>
                <c:pt idx="175">
                  <c:v>15.3125</c:v>
                </c:pt>
                <c:pt idx="176">
                  <c:v>15.4</c:v>
                </c:pt>
                <c:pt idx="177">
                  <c:v>15.4875</c:v>
                </c:pt>
                <c:pt idx="178">
                  <c:v>15.575</c:v>
                </c:pt>
                <c:pt idx="179">
                  <c:v>15.6625</c:v>
                </c:pt>
                <c:pt idx="180">
                  <c:v>15.75</c:v>
                </c:pt>
                <c:pt idx="181">
                  <c:v>15.8375</c:v>
                </c:pt>
                <c:pt idx="182">
                  <c:v>15.925</c:v>
                </c:pt>
                <c:pt idx="183">
                  <c:v>16.0125</c:v>
                </c:pt>
                <c:pt idx="184">
                  <c:v>16.1</c:v>
                </c:pt>
                <c:pt idx="185">
                  <c:v>16.1875</c:v>
                </c:pt>
                <c:pt idx="186">
                  <c:v>16.275</c:v>
                </c:pt>
                <c:pt idx="187">
                  <c:v>16.3625</c:v>
                </c:pt>
                <c:pt idx="188">
                  <c:v>16.45</c:v>
                </c:pt>
                <c:pt idx="189">
                  <c:v>16.5375</c:v>
                </c:pt>
                <c:pt idx="190">
                  <c:v>16.625</c:v>
                </c:pt>
                <c:pt idx="191">
                  <c:v>16.7125</c:v>
                </c:pt>
                <c:pt idx="192">
                  <c:v>16.8</c:v>
                </c:pt>
                <c:pt idx="193">
                  <c:v>16.8875</c:v>
                </c:pt>
                <c:pt idx="194">
                  <c:v>16.975</c:v>
                </c:pt>
                <c:pt idx="195">
                  <c:v>17.0625</c:v>
                </c:pt>
                <c:pt idx="196">
                  <c:v>17.15</c:v>
                </c:pt>
                <c:pt idx="197">
                  <c:v>17.2375</c:v>
                </c:pt>
                <c:pt idx="198">
                  <c:v>17.325</c:v>
                </c:pt>
                <c:pt idx="199">
                  <c:v>17.4125</c:v>
                </c:pt>
                <c:pt idx="200">
                  <c:v>17.5</c:v>
                </c:pt>
                <c:pt idx="201">
                  <c:v>17.5875</c:v>
                </c:pt>
                <c:pt idx="202">
                  <c:v>17.675</c:v>
                </c:pt>
                <c:pt idx="203">
                  <c:v>17.7625</c:v>
                </c:pt>
                <c:pt idx="204">
                  <c:v>17.85</c:v>
                </c:pt>
                <c:pt idx="205">
                  <c:v>17.9375</c:v>
                </c:pt>
                <c:pt idx="206">
                  <c:v>18.025</c:v>
                </c:pt>
                <c:pt idx="207">
                  <c:v>18.1125</c:v>
                </c:pt>
                <c:pt idx="208">
                  <c:v>18.2</c:v>
                </c:pt>
                <c:pt idx="209">
                  <c:v>18.2875</c:v>
                </c:pt>
                <c:pt idx="210">
                  <c:v>18.375</c:v>
                </c:pt>
                <c:pt idx="211">
                  <c:v>18.4625</c:v>
                </c:pt>
                <c:pt idx="212">
                  <c:v>18.55</c:v>
                </c:pt>
                <c:pt idx="213">
                  <c:v>18.6375</c:v>
                </c:pt>
                <c:pt idx="214">
                  <c:v>18.725</c:v>
                </c:pt>
                <c:pt idx="215">
                  <c:v>18.8125</c:v>
                </c:pt>
                <c:pt idx="216">
                  <c:v>18.9</c:v>
                </c:pt>
                <c:pt idx="217">
                  <c:v>18.9875</c:v>
                </c:pt>
                <c:pt idx="218">
                  <c:v>19.075</c:v>
                </c:pt>
                <c:pt idx="219">
                  <c:v>19.1625</c:v>
                </c:pt>
                <c:pt idx="220">
                  <c:v>19.25</c:v>
                </c:pt>
                <c:pt idx="221">
                  <c:v>19.3375</c:v>
                </c:pt>
                <c:pt idx="222">
                  <c:v>19.425</c:v>
                </c:pt>
                <c:pt idx="223">
                  <c:v>19.5125</c:v>
                </c:pt>
                <c:pt idx="224">
                  <c:v>19.6</c:v>
                </c:pt>
                <c:pt idx="225">
                  <c:v>19.6875</c:v>
                </c:pt>
                <c:pt idx="226">
                  <c:v>19.775</c:v>
                </c:pt>
                <c:pt idx="227">
                  <c:v>19.8625</c:v>
                </c:pt>
                <c:pt idx="228">
                  <c:v>19.95</c:v>
                </c:pt>
                <c:pt idx="229">
                  <c:v>20.0375</c:v>
                </c:pt>
                <c:pt idx="230">
                  <c:v>20.125</c:v>
                </c:pt>
                <c:pt idx="231">
                  <c:v>20.2125</c:v>
                </c:pt>
                <c:pt idx="232">
                  <c:v>20.3</c:v>
                </c:pt>
                <c:pt idx="233">
                  <c:v>20.3875</c:v>
                </c:pt>
                <c:pt idx="234">
                  <c:v>20.475</c:v>
                </c:pt>
                <c:pt idx="235">
                  <c:v>20.5625</c:v>
                </c:pt>
                <c:pt idx="236">
                  <c:v>20.65</c:v>
                </c:pt>
                <c:pt idx="237">
                  <c:v>20.7375</c:v>
                </c:pt>
                <c:pt idx="238">
                  <c:v>20.825</c:v>
                </c:pt>
                <c:pt idx="239">
                  <c:v>20.9125</c:v>
                </c:pt>
                <c:pt idx="240">
                  <c:v>21</c:v>
                </c:pt>
                <c:pt idx="241">
                  <c:v>21.0875</c:v>
                </c:pt>
                <c:pt idx="242">
                  <c:v>21.175</c:v>
                </c:pt>
                <c:pt idx="243">
                  <c:v>21.2625</c:v>
                </c:pt>
                <c:pt idx="244">
                  <c:v>21.35</c:v>
                </c:pt>
                <c:pt idx="245">
                  <c:v>21.4375</c:v>
                </c:pt>
                <c:pt idx="246">
                  <c:v>21.525</c:v>
                </c:pt>
                <c:pt idx="247">
                  <c:v>21.6125</c:v>
                </c:pt>
                <c:pt idx="248">
                  <c:v>21.7</c:v>
                </c:pt>
                <c:pt idx="249">
                  <c:v>21.7875</c:v>
                </c:pt>
                <c:pt idx="250">
                  <c:v>21.875</c:v>
                </c:pt>
                <c:pt idx="251">
                  <c:v>21.9625</c:v>
                </c:pt>
                <c:pt idx="252">
                  <c:v>22.05</c:v>
                </c:pt>
                <c:pt idx="253">
                  <c:v>22.1375</c:v>
                </c:pt>
                <c:pt idx="254">
                  <c:v>22.225</c:v>
                </c:pt>
                <c:pt idx="255">
                  <c:v>22.3125</c:v>
                </c:pt>
                <c:pt idx="256">
                  <c:v>22.4</c:v>
                </c:pt>
                <c:pt idx="257">
                  <c:v>22.4875</c:v>
                </c:pt>
                <c:pt idx="258">
                  <c:v>22.575</c:v>
                </c:pt>
                <c:pt idx="259">
                  <c:v>22.6625</c:v>
                </c:pt>
                <c:pt idx="260">
                  <c:v>22.75</c:v>
                </c:pt>
                <c:pt idx="261">
                  <c:v>22.8375</c:v>
                </c:pt>
                <c:pt idx="262">
                  <c:v>22.925</c:v>
                </c:pt>
                <c:pt idx="263">
                  <c:v>23.0125</c:v>
                </c:pt>
                <c:pt idx="264">
                  <c:v>23.1</c:v>
                </c:pt>
                <c:pt idx="265">
                  <c:v>23.1875</c:v>
                </c:pt>
                <c:pt idx="266">
                  <c:v>23.275</c:v>
                </c:pt>
                <c:pt idx="267">
                  <c:v>23.3625</c:v>
                </c:pt>
                <c:pt idx="268">
                  <c:v>23.45</c:v>
                </c:pt>
                <c:pt idx="269">
                  <c:v>23.5375</c:v>
                </c:pt>
                <c:pt idx="270">
                  <c:v>23.625</c:v>
                </c:pt>
                <c:pt idx="271">
                  <c:v>23.7125</c:v>
                </c:pt>
                <c:pt idx="272">
                  <c:v>23.8</c:v>
                </c:pt>
                <c:pt idx="273">
                  <c:v>23.8875</c:v>
                </c:pt>
                <c:pt idx="274">
                  <c:v>23.975</c:v>
                </c:pt>
                <c:pt idx="275">
                  <c:v>24.0625</c:v>
                </c:pt>
                <c:pt idx="276">
                  <c:v>24.15</c:v>
                </c:pt>
                <c:pt idx="277">
                  <c:v>24.2375</c:v>
                </c:pt>
                <c:pt idx="278">
                  <c:v>24.325</c:v>
                </c:pt>
                <c:pt idx="279">
                  <c:v>24.4125</c:v>
                </c:pt>
                <c:pt idx="280">
                  <c:v>24.5</c:v>
                </c:pt>
                <c:pt idx="281">
                  <c:v>24.5875</c:v>
                </c:pt>
                <c:pt idx="282">
                  <c:v>24.675</c:v>
                </c:pt>
                <c:pt idx="283">
                  <c:v>24.7625</c:v>
                </c:pt>
                <c:pt idx="284">
                  <c:v>24.85</c:v>
                </c:pt>
                <c:pt idx="285">
                  <c:v>24.9375</c:v>
                </c:pt>
                <c:pt idx="286">
                  <c:v>25.025</c:v>
                </c:pt>
                <c:pt idx="287">
                  <c:v>25.1125</c:v>
                </c:pt>
                <c:pt idx="288">
                  <c:v>25.2</c:v>
                </c:pt>
                <c:pt idx="289">
                  <c:v>25.2875</c:v>
                </c:pt>
                <c:pt idx="290">
                  <c:v>25.375</c:v>
                </c:pt>
                <c:pt idx="291">
                  <c:v>25.4625</c:v>
                </c:pt>
                <c:pt idx="292">
                  <c:v>25.55</c:v>
                </c:pt>
                <c:pt idx="293">
                  <c:v>25.6375</c:v>
                </c:pt>
                <c:pt idx="294">
                  <c:v>25.725</c:v>
                </c:pt>
                <c:pt idx="295">
                  <c:v>25.8125</c:v>
                </c:pt>
                <c:pt idx="296">
                  <c:v>25.9</c:v>
                </c:pt>
                <c:pt idx="297">
                  <c:v>25.9875</c:v>
                </c:pt>
                <c:pt idx="298">
                  <c:v>26.075</c:v>
                </c:pt>
                <c:pt idx="299">
                  <c:v>26.1625</c:v>
                </c:pt>
                <c:pt idx="300">
                  <c:v>26.25</c:v>
                </c:pt>
                <c:pt idx="301">
                  <c:v>26.3375</c:v>
                </c:pt>
                <c:pt idx="302">
                  <c:v>26.425</c:v>
                </c:pt>
                <c:pt idx="303">
                  <c:v>26.5125</c:v>
                </c:pt>
                <c:pt idx="304">
                  <c:v>26.6</c:v>
                </c:pt>
                <c:pt idx="305">
                  <c:v>26.6875</c:v>
                </c:pt>
                <c:pt idx="306">
                  <c:v>26.775</c:v>
                </c:pt>
                <c:pt idx="307">
                  <c:v>26.8625</c:v>
                </c:pt>
                <c:pt idx="308">
                  <c:v>26.95</c:v>
                </c:pt>
                <c:pt idx="309">
                  <c:v>27.0375</c:v>
                </c:pt>
                <c:pt idx="310">
                  <c:v>27.125</c:v>
                </c:pt>
                <c:pt idx="311">
                  <c:v>27.2125</c:v>
                </c:pt>
                <c:pt idx="312">
                  <c:v>27.3</c:v>
                </c:pt>
                <c:pt idx="313">
                  <c:v>27.3875</c:v>
                </c:pt>
                <c:pt idx="314">
                  <c:v>27.475</c:v>
                </c:pt>
                <c:pt idx="315">
                  <c:v>27.5625</c:v>
                </c:pt>
                <c:pt idx="316">
                  <c:v>27.65</c:v>
                </c:pt>
                <c:pt idx="317">
                  <c:v>27.7375</c:v>
                </c:pt>
                <c:pt idx="318">
                  <c:v>27.825</c:v>
                </c:pt>
                <c:pt idx="319">
                  <c:v>27.9125</c:v>
                </c:pt>
                <c:pt idx="320">
                  <c:v>28</c:v>
                </c:pt>
                <c:pt idx="321">
                  <c:v>28.0875</c:v>
                </c:pt>
                <c:pt idx="322">
                  <c:v>28.175</c:v>
                </c:pt>
                <c:pt idx="323">
                  <c:v>28.2625</c:v>
                </c:pt>
                <c:pt idx="324">
                  <c:v>28.35</c:v>
                </c:pt>
                <c:pt idx="325">
                  <c:v>28.4375</c:v>
                </c:pt>
                <c:pt idx="326">
                  <c:v>28.525</c:v>
                </c:pt>
                <c:pt idx="327">
                  <c:v>28.6125</c:v>
                </c:pt>
                <c:pt idx="328">
                  <c:v>28.7</c:v>
                </c:pt>
                <c:pt idx="329">
                  <c:v>28.7875</c:v>
                </c:pt>
                <c:pt idx="330">
                  <c:v>28.875</c:v>
                </c:pt>
                <c:pt idx="331">
                  <c:v>28.9625</c:v>
                </c:pt>
                <c:pt idx="332">
                  <c:v>29.05</c:v>
                </c:pt>
                <c:pt idx="333">
                  <c:v>29.1375</c:v>
                </c:pt>
                <c:pt idx="334">
                  <c:v>29.225</c:v>
                </c:pt>
                <c:pt idx="335">
                  <c:v>29.3125</c:v>
                </c:pt>
                <c:pt idx="336">
                  <c:v>29.4</c:v>
                </c:pt>
                <c:pt idx="337">
                  <c:v>29.4875</c:v>
                </c:pt>
                <c:pt idx="338">
                  <c:v>29.575</c:v>
                </c:pt>
                <c:pt idx="339">
                  <c:v>29.6625</c:v>
                </c:pt>
                <c:pt idx="340">
                  <c:v>29.75</c:v>
                </c:pt>
                <c:pt idx="341">
                  <c:v>29.8375</c:v>
                </c:pt>
                <c:pt idx="342">
                  <c:v>29.925</c:v>
                </c:pt>
                <c:pt idx="343">
                  <c:v>30.0125</c:v>
                </c:pt>
                <c:pt idx="344">
                  <c:v>30.1</c:v>
                </c:pt>
                <c:pt idx="345">
                  <c:v>30.1875</c:v>
                </c:pt>
                <c:pt idx="346">
                  <c:v>30.275</c:v>
                </c:pt>
                <c:pt idx="347">
                  <c:v>30.3625</c:v>
                </c:pt>
                <c:pt idx="348">
                  <c:v>30.45</c:v>
                </c:pt>
                <c:pt idx="349">
                  <c:v>30.5375</c:v>
                </c:pt>
                <c:pt idx="350">
                  <c:v>30.625</c:v>
                </c:pt>
                <c:pt idx="351">
                  <c:v>30.7125</c:v>
                </c:pt>
                <c:pt idx="352">
                  <c:v>30.8</c:v>
                </c:pt>
                <c:pt idx="353">
                  <c:v>30.8875</c:v>
                </c:pt>
                <c:pt idx="354">
                  <c:v>30.975</c:v>
                </c:pt>
                <c:pt idx="355">
                  <c:v>31.0625</c:v>
                </c:pt>
                <c:pt idx="356">
                  <c:v>31.15</c:v>
                </c:pt>
                <c:pt idx="357">
                  <c:v>31.2375</c:v>
                </c:pt>
                <c:pt idx="358">
                  <c:v>31.325</c:v>
                </c:pt>
                <c:pt idx="359">
                  <c:v>31.4125</c:v>
                </c:pt>
                <c:pt idx="360">
                  <c:v>31.5</c:v>
                </c:pt>
                <c:pt idx="361">
                  <c:v>31.5875</c:v>
                </c:pt>
                <c:pt idx="362">
                  <c:v>31.675</c:v>
                </c:pt>
                <c:pt idx="363">
                  <c:v>31.7625</c:v>
                </c:pt>
                <c:pt idx="364">
                  <c:v>31.85</c:v>
                </c:pt>
                <c:pt idx="365">
                  <c:v>31.9375</c:v>
                </c:pt>
                <c:pt idx="366">
                  <c:v>32.025</c:v>
                </c:pt>
                <c:pt idx="367">
                  <c:v>32.1125</c:v>
                </c:pt>
                <c:pt idx="368">
                  <c:v>32.2</c:v>
                </c:pt>
                <c:pt idx="369">
                  <c:v>32.2875</c:v>
                </c:pt>
                <c:pt idx="370">
                  <c:v>32.375</c:v>
                </c:pt>
                <c:pt idx="371">
                  <c:v>32.4625</c:v>
                </c:pt>
                <c:pt idx="372">
                  <c:v>32.55</c:v>
                </c:pt>
                <c:pt idx="373">
                  <c:v>32.6375</c:v>
                </c:pt>
                <c:pt idx="374">
                  <c:v>32.725</c:v>
                </c:pt>
                <c:pt idx="375">
                  <c:v>32.8125</c:v>
                </c:pt>
                <c:pt idx="376">
                  <c:v>32.9</c:v>
                </c:pt>
                <c:pt idx="377">
                  <c:v>32.9875</c:v>
                </c:pt>
                <c:pt idx="378">
                  <c:v>33.075</c:v>
                </c:pt>
                <c:pt idx="379">
                  <c:v>33.1625</c:v>
                </c:pt>
                <c:pt idx="380">
                  <c:v>33.25</c:v>
                </c:pt>
                <c:pt idx="381">
                  <c:v>33.3375</c:v>
                </c:pt>
                <c:pt idx="382">
                  <c:v>33.425</c:v>
                </c:pt>
                <c:pt idx="383">
                  <c:v>33.5125</c:v>
                </c:pt>
                <c:pt idx="384">
                  <c:v>33.6</c:v>
                </c:pt>
                <c:pt idx="385">
                  <c:v>33.6875</c:v>
                </c:pt>
                <c:pt idx="386">
                  <c:v>33.775</c:v>
                </c:pt>
                <c:pt idx="387">
                  <c:v>33.8625</c:v>
                </c:pt>
                <c:pt idx="388">
                  <c:v>33.95</c:v>
                </c:pt>
                <c:pt idx="389">
                  <c:v>34.0375</c:v>
                </c:pt>
                <c:pt idx="390">
                  <c:v>34.125</c:v>
                </c:pt>
                <c:pt idx="391">
                  <c:v>34.2125</c:v>
                </c:pt>
                <c:pt idx="392">
                  <c:v>34.3</c:v>
                </c:pt>
                <c:pt idx="393">
                  <c:v>34.3875</c:v>
                </c:pt>
                <c:pt idx="394">
                  <c:v>34.475</c:v>
                </c:pt>
                <c:pt idx="395">
                  <c:v>34.5625</c:v>
                </c:pt>
                <c:pt idx="396">
                  <c:v>34.65</c:v>
                </c:pt>
                <c:pt idx="397">
                  <c:v>34.7375</c:v>
                </c:pt>
                <c:pt idx="398">
                  <c:v>34.825</c:v>
                </c:pt>
                <c:pt idx="399">
                  <c:v>34.9125</c:v>
                </c:pt>
                <c:pt idx="400">
                  <c:v>35</c:v>
                </c:pt>
              </c:numCache>
            </c:numRef>
          </c:xVal>
          <c:yVal>
            <c:numRef>
              <c:f>'Chart Data'!$B$2:$B$402</c:f>
              <c:numCache>
                <c:formatCode>0.0</c:formatCode>
                <c:ptCount val="401"/>
                <c:pt idx="0">
                  <c:v>0.50714191</c:v>
                </c:pt>
                <c:pt idx="1">
                  <c:v>0.51787951</c:v>
                </c:pt>
                <c:pt idx="2">
                  <c:v>0.52856639</c:v>
                </c:pt>
                <c:pt idx="3">
                  <c:v>0.53920151</c:v>
                </c:pt>
                <c:pt idx="4">
                  <c:v>0.54978382</c:v>
                </c:pt>
                <c:pt idx="5">
                  <c:v>0.5603123</c:v>
                </c:pt>
                <c:pt idx="6">
                  <c:v>0.5707859</c:v>
                </c:pt>
                <c:pt idx="7">
                  <c:v>0.5812036</c:v>
                </c:pt>
                <c:pt idx="8">
                  <c:v>0.59156439</c:v>
                </c:pt>
                <c:pt idx="9">
                  <c:v>0.60186724</c:v>
                </c:pt>
                <c:pt idx="10">
                  <c:v>0.61211116</c:v>
                </c:pt>
                <c:pt idx="11">
                  <c:v>0.62229513</c:v>
                </c:pt>
                <c:pt idx="12">
                  <c:v>0.63241815</c:v>
                </c:pt>
                <c:pt idx="13">
                  <c:v>0.64247925</c:v>
                </c:pt>
                <c:pt idx="14">
                  <c:v>0.65247742</c:v>
                </c:pt>
                <c:pt idx="15">
                  <c:v>0.6624117</c:v>
                </c:pt>
                <c:pt idx="16">
                  <c:v>0.67228111</c:v>
                </c:pt>
                <c:pt idx="17">
                  <c:v>0.68208469</c:v>
                </c:pt>
                <c:pt idx="18">
                  <c:v>0.69182146</c:v>
                </c:pt>
                <c:pt idx="19">
                  <c:v>0.70149049</c:v>
                </c:pt>
                <c:pt idx="20">
                  <c:v>0.71109081</c:v>
                </c:pt>
                <c:pt idx="21">
                  <c:v>0.7206215</c:v>
                </c:pt>
                <c:pt idx="22">
                  <c:v>0.73008162</c:v>
                </c:pt>
                <c:pt idx="23">
                  <c:v>0.73947025</c:v>
                </c:pt>
                <c:pt idx="24">
                  <c:v>0.74878645</c:v>
                </c:pt>
                <c:pt idx="25">
                  <c:v>0.75802933</c:v>
                </c:pt>
                <c:pt idx="26">
                  <c:v>0.76719797</c:v>
                </c:pt>
                <c:pt idx="27">
                  <c:v>0.77629149</c:v>
                </c:pt>
                <c:pt idx="28">
                  <c:v>0.78530897</c:v>
                </c:pt>
                <c:pt idx="29">
                  <c:v>0.79424956</c:v>
                </c:pt>
                <c:pt idx="30">
                  <c:v>0.80311236</c:v>
                </c:pt>
                <c:pt idx="31">
                  <c:v>0.81189651</c:v>
                </c:pt>
                <c:pt idx="32">
                  <c:v>0.82060116</c:v>
                </c:pt>
                <c:pt idx="33">
                  <c:v>0.82922544</c:v>
                </c:pt>
                <c:pt idx="34">
                  <c:v>0.83776851</c:v>
                </c:pt>
                <c:pt idx="35">
                  <c:v>0.84622955</c:v>
                </c:pt>
                <c:pt idx="36">
                  <c:v>0.85460771</c:v>
                </c:pt>
                <c:pt idx="37">
                  <c:v>0.86290218</c:v>
                </c:pt>
                <c:pt idx="38">
                  <c:v>0.87111214</c:v>
                </c:pt>
                <c:pt idx="39">
                  <c:v>0.8792368</c:v>
                </c:pt>
                <c:pt idx="40">
                  <c:v>0.88727535</c:v>
                </c:pt>
                <c:pt idx="41">
                  <c:v>0.89522701</c:v>
                </c:pt>
                <c:pt idx="42">
                  <c:v>0.903091</c:v>
                </c:pt>
                <c:pt idx="43">
                  <c:v>0.91086655</c:v>
                </c:pt>
                <c:pt idx="44">
                  <c:v>0.9185529</c:v>
                </c:pt>
                <c:pt idx="45">
                  <c:v>0.9261493</c:v>
                </c:pt>
                <c:pt idx="46">
                  <c:v>0.933655</c:v>
                </c:pt>
                <c:pt idx="47">
                  <c:v>0.94106926</c:v>
                </c:pt>
                <c:pt idx="48">
                  <c:v>0.94839137</c:v>
                </c:pt>
                <c:pt idx="49">
                  <c:v>0.95562059</c:v>
                </c:pt>
                <c:pt idx="50">
                  <c:v>0.96275624</c:v>
                </c:pt>
                <c:pt idx="51">
                  <c:v>0.9697976</c:v>
                </c:pt>
                <c:pt idx="52">
                  <c:v>0.97674399</c:v>
                </c:pt>
                <c:pt idx="53">
                  <c:v>0.98359472</c:v>
                </c:pt>
                <c:pt idx="54">
                  <c:v>0.99034914</c:v>
                </c:pt>
                <c:pt idx="55">
                  <c:v>0.99700656</c:v>
                </c:pt>
                <c:pt idx="56">
                  <c:v>1.00356635</c:v>
                </c:pt>
                <c:pt idx="57">
                  <c:v>1.01002786</c:v>
                </c:pt>
                <c:pt idx="58">
                  <c:v>1.01639046</c:v>
                </c:pt>
                <c:pt idx="59">
                  <c:v>1.02265352</c:v>
                </c:pt>
                <c:pt idx="60">
                  <c:v>1.02881644</c:v>
                </c:pt>
                <c:pt idx="61">
                  <c:v>1.0348786</c:v>
                </c:pt>
                <c:pt idx="62">
                  <c:v>1.04083941</c:v>
                </c:pt>
                <c:pt idx="63">
                  <c:v>1.0466983</c:v>
                </c:pt>
                <c:pt idx="64">
                  <c:v>1.05245468</c:v>
                </c:pt>
                <c:pt idx="65">
                  <c:v>1.05810799</c:v>
                </c:pt>
                <c:pt idx="66">
                  <c:v>1.06365769</c:v>
                </c:pt>
                <c:pt idx="67">
                  <c:v>1.06910322</c:v>
                </c:pt>
                <c:pt idx="68">
                  <c:v>1.07444405</c:v>
                </c:pt>
                <c:pt idx="69">
                  <c:v>1.07967966</c:v>
                </c:pt>
                <c:pt idx="70">
                  <c:v>1.08480954</c:v>
                </c:pt>
                <c:pt idx="71">
                  <c:v>1.08983318</c:v>
                </c:pt>
                <c:pt idx="72">
                  <c:v>1.09475009</c:v>
                </c:pt>
                <c:pt idx="73">
                  <c:v>1.0995598</c:v>
                </c:pt>
                <c:pt idx="74">
                  <c:v>1.10426182</c:v>
                </c:pt>
                <c:pt idx="75">
                  <c:v>1.10885571</c:v>
                </c:pt>
                <c:pt idx="76">
                  <c:v>1.113341</c:v>
                </c:pt>
                <c:pt idx="77">
                  <c:v>1.11771726</c:v>
                </c:pt>
                <c:pt idx="78">
                  <c:v>1.12198407</c:v>
                </c:pt>
                <c:pt idx="79">
                  <c:v>1.126141</c:v>
                </c:pt>
                <c:pt idx="80">
                  <c:v>1.13018764</c:v>
                </c:pt>
                <c:pt idx="81">
                  <c:v>1.13412361</c:v>
                </c:pt>
                <c:pt idx="82">
                  <c:v>1.13794851</c:v>
                </c:pt>
                <c:pt idx="83">
                  <c:v>1.14166197</c:v>
                </c:pt>
                <c:pt idx="84">
                  <c:v>1.14526362</c:v>
                </c:pt>
                <c:pt idx="85">
                  <c:v>1.14875313</c:v>
                </c:pt>
                <c:pt idx="86">
                  <c:v>1.15213013</c:v>
                </c:pt>
                <c:pt idx="87">
                  <c:v>1.1553943</c:v>
                </c:pt>
                <c:pt idx="88">
                  <c:v>1.15854533</c:v>
                </c:pt>
                <c:pt idx="89">
                  <c:v>1.1615829</c:v>
                </c:pt>
                <c:pt idx="90">
                  <c:v>1.16450672</c:v>
                </c:pt>
                <c:pt idx="91">
                  <c:v>1.16731649</c:v>
                </c:pt>
                <c:pt idx="92">
                  <c:v>1.17001195</c:v>
                </c:pt>
                <c:pt idx="93">
                  <c:v>1.17259283</c:v>
                </c:pt>
                <c:pt idx="94">
                  <c:v>1.17505888</c:v>
                </c:pt>
                <c:pt idx="95">
                  <c:v>1.17740985</c:v>
                </c:pt>
                <c:pt idx="96">
                  <c:v>1.17964552</c:v>
                </c:pt>
                <c:pt idx="97">
                  <c:v>1.18176567</c:v>
                </c:pt>
                <c:pt idx="98">
                  <c:v>1.18377008</c:v>
                </c:pt>
                <c:pt idx="99">
                  <c:v>1.18565857</c:v>
                </c:pt>
                <c:pt idx="100">
                  <c:v>1.18743095</c:v>
                </c:pt>
                <c:pt idx="101">
                  <c:v>1.18908704</c:v>
                </c:pt>
                <c:pt idx="102">
                  <c:v>1.19062668</c:v>
                </c:pt>
                <c:pt idx="103">
                  <c:v>1.19204973</c:v>
                </c:pt>
                <c:pt idx="104">
                  <c:v>1.19335603</c:v>
                </c:pt>
                <c:pt idx="105">
                  <c:v>1.19454547</c:v>
                </c:pt>
                <c:pt idx="106">
                  <c:v>1.19561793</c:v>
                </c:pt>
                <c:pt idx="107">
                  <c:v>1.1965733</c:v>
                </c:pt>
                <c:pt idx="108">
                  <c:v>1.19741149</c:v>
                </c:pt>
                <c:pt idx="109">
                  <c:v>1.19813242</c:v>
                </c:pt>
                <c:pt idx="110">
                  <c:v>1.19873602</c:v>
                </c:pt>
                <c:pt idx="111">
                  <c:v>1.19922222</c:v>
                </c:pt>
                <c:pt idx="112">
                  <c:v>1.19959098</c:v>
                </c:pt>
                <c:pt idx="113">
                  <c:v>1.19984227</c:v>
                </c:pt>
                <c:pt idx="114">
                  <c:v>1.19997605</c:v>
                </c:pt>
                <c:pt idx="115">
                  <c:v>1.19999232</c:v>
                </c:pt>
                <c:pt idx="116">
                  <c:v>1.19989107</c:v>
                </c:pt>
                <c:pt idx="117">
                  <c:v>1.19967232</c:v>
                </c:pt>
                <c:pt idx="118">
                  <c:v>1.19933609</c:v>
                </c:pt>
                <c:pt idx="119">
                  <c:v>1.1988824</c:v>
                </c:pt>
                <c:pt idx="120">
                  <c:v>1.1983113</c:v>
                </c:pt>
                <c:pt idx="121">
                  <c:v>1.19762286</c:v>
                </c:pt>
                <c:pt idx="122">
                  <c:v>1.19681713</c:v>
                </c:pt>
                <c:pt idx="123">
                  <c:v>1.1958942</c:v>
                </c:pt>
                <c:pt idx="124">
                  <c:v>1.19485415</c:v>
                </c:pt>
                <c:pt idx="125">
                  <c:v>1.19369709</c:v>
                </c:pt>
                <c:pt idx="126">
                  <c:v>1.19242313</c:v>
                </c:pt>
                <c:pt idx="127">
                  <c:v>1.1910324</c:v>
                </c:pt>
                <c:pt idx="128">
                  <c:v>1.18952502</c:v>
                </c:pt>
                <c:pt idx="129">
                  <c:v>1.18790116</c:v>
                </c:pt>
                <c:pt idx="130">
                  <c:v>1.18616097</c:v>
                </c:pt>
                <c:pt idx="131">
                  <c:v>1.18430461</c:v>
                </c:pt>
                <c:pt idx="132">
                  <c:v>1.18233228</c:v>
                </c:pt>
                <c:pt idx="133">
                  <c:v>1.18024415</c:v>
                </c:pt>
                <c:pt idx="134">
                  <c:v>1.17804045</c:v>
                </c:pt>
                <c:pt idx="135">
                  <c:v>1.17572138</c:v>
                </c:pt>
                <c:pt idx="136">
                  <c:v>1.17328718</c:v>
                </c:pt>
                <c:pt idx="137">
                  <c:v>1.17073807</c:v>
                </c:pt>
                <c:pt idx="138">
                  <c:v>1.16807431</c:v>
                </c:pt>
                <c:pt idx="139">
                  <c:v>1.16529616</c:v>
                </c:pt>
                <c:pt idx="140">
                  <c:v>1.16240389</c:v>
                </c:pt>
                <c:pt idx="141">
                  <c:v>1.15939779</c:v>
                </c:pt>
                <c:pt idx="142">
                  <c:v>1.15627815</c:v>
                </c:pt>
                <c:pt idx="143">
                  <c:v>1.15304527</c:v>
                </c:pt>
                <c:pt idx="144">
                  <c:v>1.14969948</c:v>
                </c:pt>
                <c:pt idx="145">
                  <c:v>1.1462411</c:v>
                </c:pt>
                <c:pt idx="146">
                  <c:v>1.14267046</c:v>
                </c:pt>
                <c:pt idx="147">
                  <c:v>1.13898792</c:v>
                </c:pt>
                <c:pt idx="148">
                  <c:v>1.13519384</c:v>
                </c:pt>
                <c:pt idx="149">
                  <c:v>1.13128859</c:v>
                </c:pt>
                <c:pt idx="150">
                  <c:v>1.12727255</c:v>
                </c:pt>
                <c:pt idx="151">
                  <c:v>1.12314612</c:v>
                </c:pt>
                <c:pt idx="152">
                  <c:v>1.1189097</c:v>
                </c:pt>
                <c:pt idx="153">
                  <c:v>1.1145637</c:v>
                </c:pt>
                <c:pt idx="154">
                  <c:v>1.11010856</c:v>
                </c:pt>
                <c:pt idx="155">
                  <c:v>1.1055447</c:v>
                </c:pt>
                <c:pt idx="156">
                  <c:v>1.10087257</c:v>
                </c:pt>
                <c:pt idx="157">
                  <c:v>1.09609263</c:v>
                </c:pt>
                <c:pt idx="158">
                  <c:v>1.09120536</c:v>
                </c:pt>
                <c:pt idx="159">
                  <c:v>1.08621122</c:v>
                </c:pt>
                <c:pt idx="160">
                  <c:v>1.08111071</c:v>
                </c:pt>
                <c:pt idx="161">
                  <c:v>1.07590432</c:v>
                </c:pt>
                <c:pt idx="162">
                  <c:v>1.07059258</c:v>
                </c:pt>
                <c:pt idx="163">
                  <c:v>1.06517598</c:v>
                </c:pt>
                <c:pt idx="164">
                  <c:v>1.05965508</c:v>
                </c:pt>
                <c:pt idx="165">
                  <c:v>1.0540304</c:v>
                </c:pt>
                <c:pt idx="166">
                  <c:v>1.0483025</c:v>
                </c:pt>
                <c:pt idx="167">
                  <c:v>1.04247194</c:v>
                </c:pt>
                <c:pt idx="168">
                  <c:v>1.03653929</c:v>
                </c:pt>
                <c:pt idx="169">
                  <c:v>1.03050514</c:v>
                </c:pt>
                <c:pt idx="170">
                  <c:v>1.02437006</c:v>
                </c:pt>
                <c:pt idx="171">
                  <c:v>1.01813467</c:v>
                </c:pt>
                <c:pt idx="172">
                  <c:v>1.01179957</c:v>
                </c:pt>
                <c:pt idx="173">
                  <c:v>1.00536539</c:v>
                </c:pt>
                <c:pt idx="174">
                  <c:v>0.99883274</c:v>
                </c:pt>
                <c:pt idx="175">
                  <c:v>0.99220229</c:v>
                </c:pt>
                <c:pt idx="176">
                  <c:v>0.98547467</c:v>
                </c:pt>
                <c:pt idx="177">
                  <c:v>0.97865053</c:v>
                </c:pt>
                <c:pt idx="178">
                  <c:v>0.97173056</c:v>
                </c:pt>
                <c:pt idx="179">
                  <c:v>0.96471543</c:v>
                </c:pt>
                <c:pt idx="180">
                  <c:v>0.95760582</c:v>
                </c:pt>
                <c:pt idx="181">
                  <c:v>0.95040244</c:v>
                </c:pt>
                <c:pt idx="182">
                  <c:v>0.94310598</c:v>
                </c:pt>
                <c:pt idx="183">
                  <c:v>0.93571716</c:v>
                </c:pt>
                <c:pt idx="184">
                  <c:v>0.92823671</c:v>
                </c:pt>
                <c:pt idx="185">
                  <c:v>0.92066535</c:v>
                </c:pt>
                <c:pt idx="186">
                  <c:v>0.91300383</c:v>
                </c:pt>
                <c:pt idx="187">
                  <c:v>0.90525291</c:v>
                </c:pt>
                <c:pt idx="188">
                  <c:v>0.89741333</c:v>
                </c:pt>
                <c:pt idx="189">
                  <c:v>0.88948586</c:v>
                </c:pt>
                <c:pt idx="190">
                  <c:v>0.88147129</c:v>
                </c:pt>
                <c:pt idx="191">
                  <c:v>0.8733704</c:v>
                </c:pt>
                <c:pt idx="192">
                  <c:v>0.86518398</c:v>
                </c:pt>
                <c:pt idx="193">
                  <c:v>0.85691282</c:v>
                </c:pt>
                <c:pt idx="194">
                  <c:v>0.84855776</c:v>
                </c:pt>
                <c:pt idx="195">
                  <c:v>0.84011959</c:v>
                </c:pt>
                <c:pt idx="196">
                  <c:v>0.83159915</c:v>
                </c:pt>
                <c:pt idx="197">
                  <c:v>0.82299727</c:v>
                </c:pt>
                <c:pt idx="198">
                  <c:v>0.81431479</c:v>
                </c:pt>
                <c:pt idx="199">
                  <c:v>0.80555257</c:v>
                </c:pt>
                <c:pt idx="200">
                  <c:v>0.79671146</c:v>
                </c:pt>
                <c:pt idx="201">
                  <c:v>0.78779232</c:v>
                </c:pt>
                <c:pt idx="202">
                  <c:v>0.77879604</c:v>
                </c:pt>
                <c:pt idx="203">
                  <c:v>0.76972349</c:v>
                </c:pt>
                <c:pt idx="204">
                  <c:v>0.76057556</c:v>
                </c:pt>
                <c:pt idx="205">
                  <c:v>0.75135315</c:v>
                </c:pt>
                <c:pt idx="206">
                  <c:v>0.74205716</c:v>
                </c:pt>
                <c:pt idx="207">
                  <c:v>0.73268849</c:v>
                </c:pt>
                <c:pt idx="208">
                  <c:v>0.72324808</c:v>
                </c:pt>
                <c:pt idx="209">
                  <c:v>0.71373684</c:v>
                </c:pt>
                <c:pt idx="210">
                  <c:v>0.7041557</c:v>
                </c:pt>
                <c:pt idx="211">
                  <c:v>0.6945056</c:v>
                </c:pt>
                <c:pt idx="212">
                  <c:v>0.68478749</c:v>
                </c:pt>
                <c:pt idx="213">
                  <c:v>0.67500231</c:v>
                </c:pt>
                <c:pt idx="214">
                  <c:v>0.66515104</c:v>
                </c:pt>
                <c:pt idx="215">
                  <c:v>0.65523463</c:v>
                </c:pt>
                <c:pt idx="216">
                  <c:v>0.64525404</c:v>
                </c:pt>
                <c:pt idx="217">
                  <c:v>0.63521027</c:v>
                </c:pt>
                <c:pt idx="218">
                  <c:v>0.62510429</c:v>
                </c:pt>
                <c:pt idx="219">
                  <c:v>0.6149371</c:v>
                </c:pt>
                <c:pt idx="220">
                  <c:v>0.60470968</c:v>
                </c:pt>
                <c:pt idx="221">
                  <c:v>0.59442305</c:v>
                </c:pt>
                <c:pt idx="222">
                  <c:v>0.5840782</c:v>
                </c:pt>
                <c:pt idx="223">
                  <c:v>0.57367616</c:v>
                </c:pt>
                <c:pt idx="224">
                  <c:v>0.56321793</c:v>
                </c:pt>
                <c:pt idx="225">
                  <c:v>0.55270455</c:v>
                </c:pt>
                <c:pt idx="226">
                  <c:v>0.54213704</c:v>
                </c:pt>
                <c:pt idx="227">
                  <c:v>0.53151644</c:v>
                </c:pt>
                <c:pt idx="228">
                  <c:v>0.52084379</c:v>
                </c:pt>
                <c:pt idx="229">
                  <c:v>0.51012013</c:v>
                </c:pt>
                <c:pt idx="230">
                  <c:v>0.49934651</c:v>
                </c:pt>
                <c:pt idx="231">
                  <c:v>0.488524</c:v>
                </c:pt>
                <c:pt idx="232">
                  <c:v>0.47765364</c:v>
                </c:pt>
                <c:pt idx="233">
                  <c:v>0.46673651</c:v>
                </c:pt>
                <c:pt idx="234">
                  <c:v>0.45577366</c:v>
                </c:pt>
                <c:pt idx="235">
                  <c:v>0.44476619</c:v>
                </c:pt>
                <c:pt idx="236">
                  <c:v>0.43371516</c:v>
                </c:pt>
                <c:pt idx="237">
                  <c:v>0.42262165</c:v>
                </c:pt>
                <c:pt idx="238">
                  <c:v>0.41148676</c:v>
                </c:pt>
                <c:pt idx="239">
                  <c:v>0.40031157</c:v>
                </c:pt>
                <c:pt idx="240">
                  <c:v>0.38909717</c:v>
                </c:pt>
                <c:pt idx="241">
                  <c:v>0.37784468</c:v>
                </c:pt>
                <c:pt idx="242">
                  <c:v>0.36655518</c:v>
                </c:pt>
                <c:pt idx="243">
                  <c:v>0.35522978</c:v>
                </c:pt>
                <c:pt idx="244">
                  <c:v>0.34386959</c:v>
                </c:pt>
                <c:pt idx="245">
                  <c:v>0.33247573</c:v>
                </c:pt>
                <c:pt idx="246">
                  <c:v>0.32104932</c:v>
                </c:pt>
                <c:pt idx="247">
                  <c:v>0.30959146</c:v>
                </c:pt>
                <c:pt idx="248">
                  <c:v>0.29810328</c:v>
                </c:pt>
                <c:pt idx="249">
                  <c:v>0.28658591</c:v>
                </c:pt>
                <c:pt idx="250">
                  <c:v>0.27504047</c:v>
                </c:pt>
                <c:pt idx="251">
                  <c:v>0.2634681</c:v>
                </c:pt>
                <c:pt idx="252">
                  <c:v>0.25186992</c:v>
                </c:pt>
                <c:pt idx="253">
                  <c:v>0.24024708</c:v>
                </c:pt>
                <c:pt idx="254">
                  <c:v>0.22860072</c:v>
                </c:pt>
                <c:pt idx="255">
                  <c:v>0.21693196</c:v>
                </c:pt>
                <c:pt idx="256">
                  <c:v>0.20524197</c:v>
                </c:pt>
                <c:pt idx="257">
                  <c:v>0.19353187</c:v>
                </c:pt>
                <c:pt idx="258">
                  <c:v>0.18180282</c:v>
                </c:pt>
                <c:pt idx="259">
                  <c:v>0.17005597</c:v>
                </c:pt>
                <c:pt idx="260">
                  <c:v>0.15829246</c:v>
                </c:pt>
                <c:pt idx="261">
                  <c:v>0.14651345</c:v>
                </c:pt>
                <c:pt idx="262">
                  <c:v>0.13472009</c:v>
                </c:pt>
                <c:pt idx="263">
                  <c:v>0.12291354</c:v>
                </c:pt>
                <c:pt idx="264">
                  <c:v>0.11109496</c:v>
                </c:pt>
                <c:pt idx="265">
                  <c:v>0.09926549</c:v>
                </c:pt>
                <c:pt idx="266">
                  <c:v>0.0874263</c:v>
                </c:pt>
                <c:pt idx="267">
                  <c:v>0.07557855</c:v>
                </c:pt>
                <c:pt idx="268">
                  <c:v>0.0637234</c:v>
                </c:pt>
                <c:pt idx="269">
                  <c:v>0.05186201</c:v>
                </c:pt>
                <c:pt idx="270">
                  <c:v>0.03999554</c:v>
                </c:pt>
                <c:pt idx="271">
                  <c:v>0.02812515</c:v>
                </c:pt>
                <c:pt idx="272">
                  <c:v>0.01625201</c:v>
                </c:pt>
                <c:pt idx="273">
                  <c:v>0.00437728</c:v>
                </c:pt>
                <c:pt idx="274">
                  <c:v>-0.00749789</c:v>
                </c:pt>
                <c:pt idx="275">
                  <c:v>-0.01937231</c:v>
                </c:pt>
                <c:pt idx="276">
                  <c:v>-0.03124484</c:v>
                </c:pt>
                <c:pt idx="277">
                  <c:v>-0.04311431</c:v>
                </c:pt>
                <c:pt idx="278">
                  <c:v>-0.05497956</c:v>
                </c:pt>
                <c:pt idx="279">
                  <c:v>-0.06683943</c:v>
                </c:pt>
                <c:pt idx="280">
                  <c:v>-0.07869274</c:v>
                </c:pt>
                <c:pt idx="281">
                  <c:v>-0.09053836</c:v>
                </c:pt>
                <c:pt idx="282">
                  <c:v>-0.1023751</c:v>
                </c:pt>
                <c:pt idx="283">
                  <c:v>-0.11420182</c:v>
                </c:pt>
                <c:pt idx="284">
                  <c:v>-0.12601736</c:v>
                </c:pt>
                <c:pt idx="285">
                  <c:v>-0.13782055</c:v>
                </c:pt>
                <c:pt idx="286">
                  <c:v>-0.14961025</c:v>
                </c:pt>
                <c:pt idx="287">
                  <c:v>-0.1613853</c:v>
                </c:pt>
                <c:pt idx="288">
                  <c:v>-0.17314454</c:v>
                </c:pt>
                <c:pt idx="289">
                  <c:v>-0.18488683</c:v>
                </c:pt>
                <c:pt idx="290">
                  <c:v>-0.19661101</c:v>
                </c:pt>
                <c:pt idx="291">
                  <c:v>-0.20831594</c:v>
                </c:pt>
                <c:pt idx="292">
                  <c:v>-0.22000046</c:v>
                </c:pt>
                <c:pt idx="293">
                  <c:v>-0.23166344</c:v>
                </c:pt>
                <c:pt idx="294">
                  <c:v>-0.24330374</c:v>
                </c:pt>
                <c:pt idx="295">
                  <c:v>-0.2549202</c:v>
                </c:pt>
                <c:pt idx="296">
                  <c:v>-0.26651171</c:v>
                </c:pt>
                <c:pt idx="297">
                  <c:v>-0.27807711</c:v>
                </c:pt>
                <c:pt idx="298">
                  <c:v>-0.28961528</c:v>
                </c:pt>
                <c:pt idx="299">
                  <c:v>-0.30112509</c:v>
                </c:pt>
                <c:pt idx="300">
                  <c:v>-0.31260541</c:v>
                </c:pt>
                <c:pt idx="301">
                  <c:v>-0.32405512</c:v>
                </c:pt>
                <c:pt idx="302">
                  <c:v>-0.33547309</c:v>
                </c:pt>
                <c:pt idx="303">
                  <c:v>-0.34685821</c:v>
                </c:pt>
                <c:pt idx="304">
                  <c:v>-0.35820936</c:v>
                </c:pt>
                <c:pt idx="305">
                  <c:v>-0.36952543</c:v>
                </c:pt>
                <c:pt idx="306">
                  <c:v>-0.38080531</c:v>
                </c:pt>
                <c:pt idx="307">
                  <c:v>-0.3920479</c:v>
                </c:pt>
                <c:pt idx="308">
                  <c:v>-0.4032521</c:v>
                </c:pt>
                <c:pt idx="309">
                  <c:v>-0.41441681</c:v>
                </c:pt>
                <c:pt idx="310">
                  <c:v>-0.42554093</c:v>
                </c:pt>
                <c:pt idx="311">
                  <c:v>-0.43662338</c:v>
                </c:pt>
                <c:pt idx="312">
                  <c:v>-0.44766307</c:v>
                </c:pt>
                <c:pt idx="313">
                  <c:v>-0.45865892</c:v>
                </c:pt>
                <c:pt idx="314">
                  <c:v>-0.46960985</c:v>
                </c:pt>
                <c:pt idx="315">
                  <c:v>-0.4805148</c:v>
                </c:pt>
                <c:pt idx="316">
                  <c:v>-0.49137269</c:v>
                </c:pt>
                <c:pt idx="317">
                  <c:v>-0.50218245</c:v>
                </c:pt>
                <c:pt idx="318">
                  <c:v>-0.51294304</c:v>
                </c:pt>
                <c:pt idx="319">
                  <c:v>-0.5236534</c:v>
                </c:pt>
                <c:pt idx="320">
                  <c:v>-0.53431247</c:v>
                </c:pt>
                <c:pt idx="321">
                  <c:v>-0.54491922</c:v>
                </c:pt>
                <c:pt idx="322">
                  <c:v>-0.55547261</c:v>
                </c:pt>
                <c:pt idx="323">
                  <c:v>-0.5659716</c:v>
                </c:pt>
                <c:pt idx="324">
                  <c:v>-0.57641516</c:v>
                </c:pt>
                <c:pt idx="325">
                  <c:v>-0.58680227</c:v>
                </c:pt>
                <c:pt idx="326">
                  <c:v>-0.59713192</c:v>
                </c:pt>
                <c:pt idx="327">
                  <c:v>-0.60740309</c:v>
                </c:pt>
                <c:pt idx="328">
                  <c:v>-0.61761478</c:v>
                </c:pt>
                <c:pt idx="329">
                  <c:v>-0.62776598</c:v>
                </c:pt>
                <c:pt idx="330">
                  <c:v>-0.63785571</c:v>
                </c:pt>
                <c:pt idx="331">
                  <c:v>-0.64788297</c:v>
                </c:pt>
                <c:pt idx="332">
                  <c:v>-0.65784678</c:v>
                </c:pt>
                <c:pt idx="333">
                  <c:v>-0.66774617</c:v>
                </c:pt>
                <c:pt idx="334">
                  <c:v>-0.67758017</c:v>
                </c:pt>
                <c:pt idx="335">
                  <c:v>-0.68734781</c:v>
                </c:pt>
                <c:pt idx="336">
                  <c:v>-0.69704814</c:v>
                </c:pt>
                <c:pt idx="337">
                  <c:v>-0.70668021</c:v>
                </c:pt>
                <c:pt idx="338">
                  <c:v>-0.71624307</c:v>
                </c:pt>
                <c:pt idx="339">
                  <c:v>-0.72573579</c:v>
                </c:pt>
                <c:pt idx="340">
                  <c:v>-0.73515744</c:v>
                </c:pt>
                <c:pt idx="341">
                  <c:v>-0.74450709</c:v>
                </c:pt>
                <c:pt idx="342">
                  <c:v>-0.75378384</c:v>
                </c:pt>
                <c:pt idx="343">
                  <c:v>-0.76298677</c:v>
                </c:pt>
                <c:pt idx="344">
                  <c:v>-0.77211497</c:v>
                </c:pt>
                <c:pt idx="345">
                  <c:v>-0.78116757</c:v>
                </c:pt>
                <c:pt idx="346">
                  <c:v>-0.79014366</c:v>
                </c:pt>
                <c:pt idx="347">
                  <c:v>-0.79904237</c:v>
                </c:pt>
                <c:pt idx="348">
                  <c:v>-0.80786284</c:v>
                </c:pt>
                <c:pt idx="349">
                  <c:v>-0.81660419</c:v>
                </c:pt>
                <c:pt idx="350">
                  <c:v>-0.82526557</c:v>
                </c:pt>
                <c:pt idx="351">
                  <c:v>-0.83384613</c:v>
                </c:pt>
                <c:pt idx="352">
                  <c:v>-0.84234503</c:v>
                </c:pt>
                <c:pt idx="353">
                  <c:v>-0.85076144</c:v>
                </c:pt>
                <c:pt idx="354">
                  <c:v>-0.85909453</c:v>
                </c:pt>
                <c:pt idx="355">
                  <c:v>-0.8673435</c:v>
                </c:pt>
                <c:pt idx="356">
                  <c:v>-0.87550752</c:v>
                </c:pt>
                <c:pt idx="357">
                  <c:v>-0.88358581</c:v>
                </c:pt>
                <c:pt idx="358">
                  <c:v>-0.89157756</c:v>
                </c:pt>
                <c:pt idx="359">
                  <c:v>-0.89948201</c:v>
                </c:pt>
                <c:pt idx="360">
                  <c:v>-0.90729836</c:v>
                </c:pt>
                <c:pt idx="361">
                  <c:v>-0.91502587</c:v>
                </c:pt>
                <c:pt idx="362">
                  <c:v>-0.92266377</c:v>
                </c:pt>
                <c:pt idx="363">
                  <c:v>-0.9302113</c:v>
                </c:pt>
                <c:pt idx="364">
                  <c:v>-0.93766775</c:v>
                </c:pt>
                <c:pt idx="365">
                  <c:v>-0.94503237</c:v>
                </c:pt>
                <c:pt idx="366">
                  <c:v>-0.95230444</c:v>
                </c:pt>
                <c:pt idx="367">
                  <c:v>-0.95948325</c:v>
                </c:pt>
                <c:pt idx="368">
                  <c:v>-0.96656809</c:v>
                </c:pt>
                <c:pt idx="369">
                  <c:v>-0.97355828</c:v>
                </c:pt>
                <c:pt idx="370">
                  <c:v>-0.98045314</c:v>
                </c:pt>
                <c:pt idx="371">
                  <c:v>-0.98725197</c:v>
                </c:pt>
                <c:pt idx="372">
                  <c:v>-0.99395412</c:v>
                </c:pt>
                <c:pt idx="373">
                  <c:v>-1.00055894</c:v>
                </c:pt>
                <c:pt idx="374">
                  <c:v>-1.00706577</c:v>
                </c:pt>
                <c:pt idx="375">
                  <c:v>-1.01347397</c:v>
                </c:pt>
                <c:pt idx="376">
                  <c:v>-1.01978293</c:v>
                </c:pt>
                <c:pt idx="377">
                  <c:v>-1.02599202</c:v>
                </c:pt>
                <c:pt idx="378">
                  <c:v>-1.03210063</c:v>
                </c:pt>
                <c:pt idx="379">
                  <c:v>-1.03810817</c:v>
                </c:pt>
                <c:pt idx="380">
                  <c:v>-1.04401405</c:v>
                </c:pt>
                <c:pt idx="381">
                  <c:v>-1.04981769</c:v>
                </c:pt>
                <c:pt idx="382">
                  <c:v>-1.05551851</c:v>
                </c:pt>
                <c:pt idx="383">
                  <c:v>-1.06111597</c:v>
                </c:pt>
                <c:pt idx="384">
                  <c:v>-1.06660952</c:v>
                </c:pt>
                <c:pt idx="385">
                  <c:v>-1.07199861</c:v>
                </c:pt>
                <c:pt idx="386">
                  <c:v>-1.07728272</c:v>
                </c:pt>
                <c:pt idx="387">
                  <c:v>-1.08246133</c:v>
                </c:pt>
                <c:pt idx="388">
                  <c:v>-1.08753394</c:v>
                </c:pt>
                <c:pt idx="389">
                  <c:v>-1.09250004</c:v>
                </c:pt>
                <c:pt idx="390">
                  <c:v>-1.09735915</c:v>
                </c:pt>
                <c:pt idx="391">
                  <c:v>-1.1021108</c:v>
                </c:pt>
                <c:pt idx="392">
                  <c:v>-1.10675452</c:v>
                </c:pt>
                <c:pt idx="393">
                  <c:v>-1.11128986</c:v>
                </c:pt>
                <c:pt idx="394">
                  <c:v>-1.11571636</c:v>
                </c:pt>
                <c:pt idx="395">
                  <c:v>-1.12003361</c:v>
                </c:pt>
                <c:pt idx="396">
                  <c:v>-1.12424116</c:v>
                </c:pt>
                <c:pt idx="397">
                  <c:v>-1.12833862</c:v>
                </c:pt>
                <c:pt idx="398">
                  <c:v>-1.13232559</c:v>
                </c:pt>
                <c:pt idx="399">
                  <c:v>-1.13620166</c:v>
                </c:pt>
                <c:pt idx="400">
                  <c:v>-1.13996646</c:v>
                </c:pt>
              </c:numCache>
            </c:numRef>
          </c:yVal>
        </c:ser>
        <c:ser>
          <c:idx val="1"/>
          <c:order val="1"/>
          <c:tx>
            <c:v>Zero phase reference</c:v>
          </c:tx>
          <c:spPr>
            <a:ln xmlns:a="http://schemas.openxmlformats.org/drawingml/2006/main" w="19050">
              <a:solidFill>
                <a:srgbClr val="929292"/>
              </a:solidFill>
            </a:ln>
          </c:spPr>
          <c:marker>
            <c:symbol val="none"/>
            <c:size val="7"/>
            <c:spPr>
              <a:solidFill xmlns:a="http://schemas.openxmlformats.org/drawingml/2006/main">
                <a:srgbClr val="929292"/>
              </a:solidFill>
            </c:spPr>
          </c:marker>
          <c:xVal>
            <c:numRef>
              <c:f>'Chart Data'!$C$2:$C$402</c:f>
              <c:numCache>
                <c:formatCode>General</c:formatCode>
                <c:ptCount val="401"/>
                <c:pt idx="0">
                  <c:v>0</c:v>
                </c:pt>
                <c:pt idx="1">
                  <c:v>0.0875</c:v>
                </c:pt>
                <c:pt idx="2">
                  <c:v>0.175</c:v>
                </c:pt>
                <c:pt idx="3">
                  <c:v>0.2625</c:v>
                </c:pt>
                <c:pt idx="4">
                  <c:v>0.35</c:v>
                </c:pt>
                <c:pt idx="5">
                  <c:v>0.4375</c:v>
                </c:pt>
                <c:pt idx="6">
                  <c:v>0.525</c:v>
                </c:pt>
                <c:pt idx="7">
                  <c:v>0.6125</c:v>
                </c:pt>
                <c:pt idx="8">
                  <c:v>0.7</c:v>
                </c:pt>
                <c:pt idx="9">
                  <c:v>0.7875</c:v>
                </c:pt>
                <c:pt idx="10">
                  <c:v>0.875</c:v>
                </c:pt>
                <c:pt idx="11">
                  <c:v>0.9625</c:v>
                </c:pt>
                <c:pt idx="12">
                  <c:v>1.05</c:v>
                </c:pt>
                <c:pt idx="13">
                  <c:v>1.1375</c:v>
                </c:pt>
                <c:pt idx="14">
                  <c:v>1.225</c:v>
                </c:pt>
                <c:pt idx="15">
                  <c:v>1.3125</c:v>
                </c:pt>
                <c:pt idx="16">
                  <c:v>1.4</c:v>
                </c:pt>
                <c:pt idx="17">
                  <c:v>1.4875</c:v>
                </c:pt>
                <c:pt idx="18">
                  <c:v>1.575</c:v>
                </c:pt>
                <c:pt idx="19">
                  <c:v>1.6625</c:v>
                </c:pt>
                <c:pt idx="20">
                  <c:v>1.75</c:v>
                </c:pt>
                <c:pt idx="21">
                  <c:v>1.8375</c:v>
                </c:pt>
                <c:pt idx="22">
                  <c:v>1.925</c:v>
                </c:pt>
                <c:pt idx="23">
                  <c:v>2.0125</c:v>
                </c:pt>
                <c:pt idx="24">
                  <c:v>2.1</c:v>
                </c:pt>
                <c:pt idx="25">
                  <c:v>2.1875</c:v>
                </c:pt>
                <c:pt idx="26">
                  <c:v>2.275</c:v>
                </c:pt>
                <c:pt idx="27">
                  <c:v>2.3625</c:v>
                </c:pt>
                <c:pt idx="28">
                  <c:v>2.45</c:v>
                </c:pt>
                <c:pt idx="29">
                  <c:v>2.5375</c:v>
                </c:pt>
                <c:pt idx="30">
                  <c:v>2.625</c:v>
                </c:pt>
                <c:pt idx="31">
                  <c:v>2.7125</c:v>
                </c:pt>
                <c:pt idx="32">
                  <c:v>2.8</c:v>
                </c:pt>
                <c:pt idx="33">
                  <c:v>2.8875</c:v>
                </c:pt>
                <c:pt idx="34">
                  <c:v>2.975</c:v>
                </c:pt>
                <c:pt idx="35">
                  <c:v>3.0625</c:v>
                </c:pt>
                <c:pt idx="36">
                  <c:v>3.15</c:v>
                </c:pt>
                <c:pt idx="37">
                  <c:v>3.2375</c:v>
                </c:pt>
                <c:pt idx="38">
                  <c:v>3.325</c:v>
                </c:pt>
                <c:pt idx="39">
                  <c:v>3.4125</c:v>
                </c:pt>
                <c:pt idx="40">
                  <c:v>3.5</c:v>
                </c:pt>
                <c:pt idx="41">
                  <c:v>3.5875</c:v>
                </c:pt>
                <c:pt idx="42">
                  <c:v>3.675</c:v>
                </c:pt>
                <c:pt idx="43">
                  <c:v>3.7625</c:v>
                </c:pt>
                <c:pt idx="44">
                  <c:v>3.85</c:v>
                </c:pt>
                <c:pt idx="45">
                  <c:v>3.9375</c:v>
                </c:pt>
                <c:pt idx="46">
                  <c:v>4.025</c:v>
                </c:pt>
                <c:pt idx="47">
                  <c:v>4.1125</c:v>
                </c:pt>
                <c:pt idx="48">
                  <c:v>4.2</c:v>
                </c:pt>
                <c:pt idx="49">
                  <c:v>4.2875</c:v>
                </c:pt>
                <c:pt idx="50">
                  <c:v>4.375</c:v>
                </c:pt>
                <c:pt idx="51">
                  <c:v>4.4625</c:v>
                </c:pt>
                <c:pt idx="52">
                  <c:v>4.55</c:v>
                </c:pt>
                <c:pt idx="53">
                  <c:v>4.6375</c:v>
                </c:pt>
                <c:pt idx="54">
                  <c:v>4.725</c:v>
                </c:pt>
                <c:pt idx="55">
                  <c:v>4.8125</c:v>
                </c:pt>
                <c:pt idx="56">
                  <c:v>4.9</c:v>
                </c:pt>
                <c:pt idx="57">
                  <c:v>4.9875</c:v>
                </c:pt>
                <c:pt idx="58">
                  <c:v>5.075</c:v>
                </c:pt>
                <c:pt idx="59">
                  <c:v>5.1625</c:v>
                </c:pt>
                <c:pt idx="60">
                  <c:v>5.25</c:v>
                </c:pt>
                <c:pt idx="61">
                  <c:v>5.3375</c:v>
                </c:pt>
                <c:pt idx="62">
                  <c:v>5.425</c:v>
                </c:pt>
                <c:pt idx="63">
                  <c:v>5.5125</c:v>
                </c:pt>
                <c:pt idx="64">
                  <c:v>5.6</c:v>
                </c:pt>
                <c:pt idx="65">
                  <c:v>5.6875</c:v>
                </c:pt>
                <c:pt idx="66">
                  <c:v>5.775</c:v>
                </c:pt>
                <c:pt idx="67">
                  <c:v>5.8625</c:v>
                </c:pt>
                <c:pt idx="68">
                  <c:v>5.95</c:v>
                </c:pt>
                <c:pt idx="69">
                  <c:v>6.0375</c:v>
                </c:pt>
                <c:pt idx="70">
                  <c:v>6.125</c:v>
                </c:pt>
                <c:pt idx="71">
                  <c:v>6.2125</c:v>
                </c:pt>
                <c:pt idx="72">
                  <c:v>6.3</c:v>
                </c:pt>
                <c:pt idx="73">
                  <c:v>6.3875</c:v>
                </c:pt>
                <c:pt idx="74">
                  <c:v>6.475</c:v>
                </c:pt>
                <c:pt idx="75">
                  <c:v>6.5625</c:v>
                </c:pt>
                <c:pt idx="76">
                  <c:v>6.65</c:v>
                </c:pt>
                <c:pt idx="77">
                  <c:v>6.7375</c:v>
                </c:pt>
                <c:pt idx="78">
                  <c:v>6.825</c:v>
                </c:pt>
                <c:pt idx="79">
                  <c:v>6.9125</c:v>
                </c:pt>
                <c:pt idx="80">
                  <c:v>7</c:v>
                </c:pt>
                <c:pt idx="81">
                  <c:v>7.0875</c:v>
                </c:pt>
                <c:pt idx="82">
                  <c:v>7.175</c:v>
                </c:pt>
                <c:pt idx="83">
                  <c:v>7.2625</c:v>
                </c:pt>
                <c:pt idx="84">
                  <c:v>7.35</c:v>
                </c:pt>
                <c:pt idx="85">
                  <c:v>7.4375</c:v>
                </c:pt>
                <c:pt idx="86">
                  <c:v>7.525</c:v>
                </c:pt>
                <c:pt idx="87">
                  <c:v>7.6125</c:v>
                </c:pt>
                <c:pt idx="88">
                  <c:v>7.7</c:v>
                </c:pt>
                <c:pt idx="89">
                  <c:v>7.7875</c:v>
                </c:pt>
                <c:pt idx="90">
                  <c:v>7.875</c:v>
                </c:pt>
                <c:pt idx="91">
                  <c:v>7.9625</c:v>
                </c:pt>
                <c:pt idx="92">
                  <c:v>8.05</c:v>
                </c:pt>
                <c:pt idx="93">
                  <c:v>8.1375</c:v>
                </c:pt>
                <c:pt idx="94">
                  <c:v>8.225</c:v>
                </c:pt>
                <c:pt idx="95">
                  <c:v>8.3125</c:v>
                </c:pt>
                <c:pt idx="96">
                  <c:v>8.4</c:v>
                </c:pt>
                <c:pt idx="97">
                  <c:v>8.4875</c:v>
                </c:pt>
                <c:pt idx="98">
                  <c:v>8.575</c:v>
                </c:pt>
                <c:pt idx="99">
                  <c:v>8.6625</c:v>
                </c:pt>
                <c:pt idx="100">
                  <c:v>8.75</c:v>
                </c:pt>
                <c:pt idx="101">
                  <c:v>8.8375</c:v>
                </c:pt>
                <c:pt idx="102">
                  <c:v>8.925</c:v>
                </c:pt>
                <c:pt idx="103">
                  <c:v>9.0125</c:v>
                </c:pt>
                <c:pt idx="104">
                  <c:v>9.1</c:v>
                </c:pt>
                <c:pt idx="105">
                  <c:v>9.1875</c:v>
                </c:pt>
                <c:pt idx="106">
                  <c:v>9.275</c:v>
                </c:pt>
                <c:pt idx="107">
                  <c:v>9.3625</c:v>
                </c:pt>
                <c:pt idx="108">
                  <c:v>9.45</c:v>
                </c:pt>
                <c:pt idx="109">
                  <c:v>9.5375</c:v>
                </c:pt>
                <c:pt idx="110">
                  <c:v>9.625</c:v>
                </c:pt>
                <c:pt idx="111">
                  <c:v>9.7125</c:v>
                </c:pt>
                <c:pt idx="112">
                  <c:v>9.8</c:v>
                </c:pt>
                <c:pt idx="113">
                  <c:v>9.8875</c:v>
                </c:pt>
                <c:pt idx="114">
                  <c:v>9.975</c:v>
                </c:pt>
                <c:pt idx="115">
                  <c:v>10.0625</c:v>
                </c:pt>
                <c:pt idx="116">
                  <c:v>10.15</c:v>
                </c:pt>
                <c:pt idx="117">
                  <c:v>10.2375</c:v>
                </c:pt>
                <c:pt idx="118">
                  <c:v>10.325</c:v>
                </c:pt>
                <c:pt idx="119">
                  <c:v>10.4125</c:v>
                </c:pt>
                <c:pt idx="120">
                  <c:v>10.5</c:v>
                </c:pt>
                <c:pt idx="121">
                  <c:v>10.5875</c:v>
                </c:pt>
                <c:pt idx="122">
                  <c:v>10.675</c:v>
                </c:pt>
                <c:pt idx="123">
                  <c:v>10.7625</c:v>
                </c:pt>
                <c:pt idx="124">
                  <c:v>10.85</c:v>
                </c:pt>
                <c:pt idx="125">
                  <c:v>10.9375</c:v>
                </c:pt>
                <c:pt idx="126">
                  <c:v>11.025</c:v>
                </c:pt>
                <c:pt idx="127">
                  <c:v>11.1125</c:v>
                </c:pt>
                <c:pt idx="128">
                  <c:v>11.2</c:v>
                </c:pt>
                <c:pt idx="129">
                  <c:v>11.2875</c:v>
                </c:pt>
                <c:pt idx="130">
                  <c:v>11.375</c:v>
                </c:pt>
                <c:pt idx="131">
                  <c:v>11.4625</c:v>
                </c:pt>
                <c:pt idx="132">
                  <c:v>11.55</c:v>
                </c:pt>
                <c:pt idx="133">
                  <c:v>11.6375</c:v>
                </c:pt>
                <c:pt idx="134">
                  <c:v>11.725</c:v>
                </c:pt>
                <c:pt idx="135">
                  <c:v>11.8125</c:v>
                </c:pt>
                <c:pt idx="136">
                  <c:v>11.9</c:v>
                </c:pt>
                <c:pt idx="137">
                  <c:v>11.9875</c:v>
                </c:pt>
                <c:pt idx="138">
                  <c:v>12.075</c:v>
                </c:pt>
                <c:pt idx="139">
                  <c:v>12.1625</c:v>
                </c:pt>
                <c:pt idx="140">
                  <c:v>12.25</c:v>
                </c:pt>
                <c:pt idx="141">
                  <c:v>12.3375</c:v>
                </c:pt>
                <c:pt idx="142">
                  <c:v>12.425</c:v>
                </c:pt>
                <c:pt idx="143">
                  <c:v>12.5125</c:v>
                </c:pt>
                <c:pt idx="144">
                  <c:v>12.6</c:v>
                </c:pt>
                <c:pt idx="145">
                  <c:v>12.6875</c:v>
                </c:pt>
                <c:pt idx="146">
                  <c:v>12.775</c:v>
                </c:pt>
                <c:pt idx="147">
                  <c:v>12.8625</c:v>
                </c:pt>
                <c:pt idx="148">
                  <c:v>12.95</c:v>
                </c:pt>
                <c:pt idx="149">
                  <c:v>13.0375</c:v>
                </c:pt>
                <c:pt idx="150">
                  <c:v>13.125</c:v>
                </c:pt>
                <c:pt idx="151">
                  <c:v>13.2125</c:v>
                </c:pt>
                <c:pt idx="152">
                  <c:v>13.3</c:v>
                </c:pt>
                <c:pt idx="153">
                  <c:v>13.3875</c:v>
                </c:pt>
                <c:pt idx="154">
                  <c:v>13.475</c:v>
                </c:pt>
                <c:pt idx="155">
                  <c:v>13.5625</c:v>
                </c:pt>
                <c:pt idx="156">
                  <c:v>13.65</c:v>
                </c:pt>
                <c:pt idx="157">
                  <c:v>13.7375</c:v>
                </c:pt>
                <c:pt idx="158">
                  <c:v>13.825</c:v>
                </c:pt>
                <c:pt idx="159">
                  <c:v>13.9125</c:v>
                </c:pt>
                <c:pt idx="160">
                  <c:v>14</c:v>
                </c:pt>
                <c:pt idx="161">
                  <c:v>14.0875</c:v>
                </c:pt>
                <c:pt idx="162">
                  <c:v>14.175</c:v>
                </c:pt>
                <c:pt idx="163">
                  <c:v>14.2625</c:v>
                </c:pt>
                <c:pt idx="164">
                  <c:v>14.35</c:v>
                </c:pt>
                <c:pt idx="165">
                  <c:v>14.4375</c:v>
                </c:pt>
                <c:pt idx="166">
                  <c:v>14.525</c:v>
                </c:pt>
                <c:pt idx="167">
                  <c:v>14.6125</c:v>
                </c:pt>
                <c:pt idx="168">
                  <c:v>14.7</c:v>
                </c:pt>
                <c:pt idx="169">
                  <c:v>14.7875</c:v>
                </c:pt>
                <c:pt idx="170">
                  <c:v>14.875</c:v>
                </c:pt>
                <c:pt idx="171">
                  <c:v>14.9625</c:v>
                </c:pt>
                <c:pt idx="172">
                  <c:v>15.05</c:v>
                </c:pt>
                <c:pt idx="173">
                  <c:v>15.1375</c:v>
                </c:pt>
                <c:pt idx="174">
                  <c:v>15.225</c:v>
                </c:pt>
                <c:pt idx="175">
                  <c:v>15.3125</c:v>
                </c:pt>
                <c:pt idx="176">
                  <c:v>15.4</c:v>
                </c:pt>
                <c:pt idx="177">
                  <c:v>15.4875</c:v>
                </c:pt>
                <c:pt idx="178">
                  <c:v>15.575</c:v>
                </c:pt>
                <c:pt idx="179">
                  <c:v>15.6625</c:v>
                </c:pt>
                <c:pt idx="180">
                  <c:v>15.75</c:v>
                </c:pt>
                <c:pt idx="181">
                  <c:v>15.8375</c:v>
                </c:pt>
                <c:pt idx="182">
                  <c:v>15.925</c:v>
                </c:pt>
                <c:pt idx="183">
                  <c:v>16.0125</c:v>
                </c:pt>
                <c:pt idx="184">
                  <c:v>16.1</c:v>
                </c:pt>
                <c:pt idx="185">
                  <c:v>16.1875</c:v>
                </c:pt>
                <c:pt idx="186">
                  <c:v>16.275</c:v>
                </c:pt>
                <c:pt idx="187">
                  <c:v>16.3625</c:v>
                </c:pt>
                <c:pt idx="188">
                  <c:v>16.45</c:v>
                </c:pt>
                <c:pt idx="189">
                  <c:v>16.5375</c:v>
                </c:pt>
                <c:pt idx="190">
                  <c:v>16.625</c:v>
                </c:pt>
                <c:pt idx="191">
                  <c:v>16.7125</c:v>
                </c:pt>
                <c:pt idx="192">
                  <c:v>16.8</c:v>
                </c:pt>
                <c:pt idx="193">
                  <c:v>16.8875</c:v>
                </c:pt>
                <c:pt idx="194">
                  <c:v>16.975</c:v>
                </c:pt>
                <c:pt idx="195">
                  <c:v>17.0625</c:v>
                </c:pt>
                <c:pt idx="196">
                  <c:v>17.15</c:v>
                </c:pt>
                <c:pt idx="197">
                  <c:v>17.2375</c:v>
                </c:pt>
                <c:pt idx="198">
                  <c:v>17.325</c:v>
                </c:pt>
                <c:pt idx="199">
                  <c:v>17.4125</c:v>
                </c:pt>
                <c:pt idx="200">
                  <c:v>17.5</c:v>
                </c:pt>
                <c:pt idx="201">
                  <c:v>17.5875</c:v>
                </c:pt>
                <c:pt idx="202">
                  <c:v>17.675</c:v>
                </c:pt>
                <c:pt idx="203">
                  <c:v>17.7625</c:v>
                </c:pt>
                <c:pt idx="204">
                  <c:v>17.85</c:v>
                </c:pt>
                <c:pt idx="205">
                  <c:v>17.9375</c:v>
                </c:pt>
                <c:pt idx="206">
                  <c:v>18.025</c:v>
                </c:pt>
                <c:pt idx="207">
                  <c:v>18.1125</c:v>
                </c:pt>
                <c:pt idx="208">
                  <c:v>18.2</c:v>
                </c:pt>
                <c:pt idx="209">
                  <c:v>18.2875</c:v>
                </c:pt>
                <c:pt idx="210">
                  <c:v>18.375</c:v>
                </c:pt>
                <c:pt idx="211">
                  <c:v>18.4625</c:v>
                </c:pt>
                <c:pt idx="212">
                  <c:v>18.55</c:v>
                </c:pt>
                <c:pt idx="213">
                  <c:v>18.6375</c:v>
                </c:pt>
                <c:pt idx="214">
                  <c:v>18.725</c:v>
                </c:pt>
                <c:pt idx="215">
                  <c:v>18.8125</c:v>
                </c:pt>
                <c:pt idx="216">
                  <c:v>18.9</c:v>
                </c:pt>
                <c:pt idx="217">
                  <c:v>18.9875</c:v>
                </c:pt>
                <c:pt idx="218">
                  <c:v>19.075</c:v>
                </c:pt>
                <c:pt idx="219">
                  <c:v>19.1625</c:v>
                </c:pt>
                <c:pt idx="220">
                  <c:v>19.25</c:v>
                </c:pt>
                <c:pt idx="221">
                  <c:v>19.3375</c:v>
                </c:pt>
                <c:pt idx="222">
                  <c:v>19.425</c:v>
                </c:pt>
                <c:pt idx="223">
                  <c:v>19.5125</c:v>
                </c:pt>
                <c:pt idx="224">
                  <c:v>19.6</c:v>
                </c:pt>
                <c:pt idx="225">
                  <c:v>19.6875</c:v>
                </c:pt>
                <c:pt idx="226">
                  <c:v>19.775</c:v>
                </c:pt>
                <c:pt idx="227">
                  <c:v>19.8625</c:v>
                </c:pt>
                <c:pt idx="228">
                  <c:v>19.95</c:v>
                </c:pt>
                <c:pt idx="229">
                  <c:v>20.0375</c:v>
                </c:pt>
                <c:pt idx="230">
                  <c:v>20.125</c:v>
                </c:pt>
                <c:pt idx="231">
                  <c:v>20.2125</c:v>
                </c:pt>
                <c:pt idx="232">
                  <c:v>20.3</c:v>
                </c:pt>
                <c:pt idx="233">
                  <c:v>20.3875</c:v>
                </c:pt>
                <c:pt idx="234">
                  <c:v>20.475</c:v>
                </c:pt>
                <c:pt idx="235">
                  <c:v>20.5625</c:v>
                </c:pt>
                <c:pt idx="236">
                  <c:v>20.65</c:v>
                </c:pt>
                <c:pt idx="237">
                  <c:v>20.7375</c:v>
                </c:pt>
                <c:pt idx="238">
                  <c:v>20.825</c:v>
                </c:pt>
                <c:pt idx="239">
                  <c:v>20.9125</c:v>
                </c:pt>
                <c:pt idx="240">
                  <c:v>21</c:v>
                </c:pt>
                <c:pt idx="241">
                  <c:v>21.0875</c:v>
                </c:pt>
                <c:pt idx="242">
                  <c:v>21.175</c:v>
                </c:pt>
                <c:pt idx="243">
                  <c:v>21.2625</c:v>
                </c:pt>
                <c:pt idx="244">
                  <c:v>21.35</c:v>
                </c:pt>
                <c:pt idx="245">
                  <c:v>21.4375</c:v>
                </c:pt>
                <c:pt idx="246">
                  <c:v>21.525</c:v>
                </c:pt>
                <c:pt idx="247">
                  <c:v>21.6125</c:v>
                </c:pt>
                <c:pt idx="248">
                  <c:v>21.7</c:v>
                </c:pt>
                <c:pt idx="249">
                  <c:v>21.7875</c:v>
                </c:pt>
                <c:pt idx="250">
                  <c:v>21.875</c:v>
                </c:pt>
                <c:pt idx="251">
                  <c:v>21.9625</c:v>
                </c:pt>
                <c:pt idx="252">
                  <c:v>22.05</c:v>
                </c:pt>
                <c:pt idx="253">
                  <c:v>22.1375</c:v>
                </c:pt>
                <c:pt idx="254">
                  <c:v>22.225</c:v>
                </c:pt>
                <c:pt idx="255">
                  <c:v>22.3125</c:v>
                </c:pt>
                <c:pt idx="256">
                  <c:v>22.4</c:v>
                </c:pt>
                <c:pt idx="257">
                  <c:v>22.4875</c:v>
                </c:pt>
                <c:pt idx="258">
                  <c:v>22.575</c:v>
                </c:pt>
                <c:pt idx="259">
                  <c:v>22.6625</c:v>
                </c:pt>
                <c:pt idx="260">
                  <c:v>22.75</c:v>
                </c:pt>
                <c:pt idx="261">
                  <c:v>22.8375</c:v>
                </c:pt>
                <c:pt idx="262">
                  <c:v>22.925</c:v>
                </c:pt>
                <c:pt idx="263">
                  <c:v>23.0125</c:v>
                </c:pt>
                <c:pt idx="264">
                  <c:v>23.1</c:v>
                </c:pt>
                <c:pt idx="265">
                  <c:v>23.1875</c:v>
                </c:pt>
                <c:pt idx="266">
                  <c:v>23.275</c:v>
                </c:pt>
                <c:pt idx="267">
                  <c:v>23.3625</c:v>
                </c:pt>
                <c:pt idx="268">
                  <c:v>23.45</c:v>
                </c:pt>
                <c:pt idx="269">
                  <c:v>23.5375</c:v>
                </c:pt>
                <c:pt idx="270">
                  <c:v>23.625</c:v>
                </c:pt>
                <c:pt idx="271">
                  <c:v>23.7125</c:v>
                </c:pt>
                <c:pt idx="272">
                  <c:v>23.8</c:v>
                </c:pt>
                <c:pt idx="273">
                  <c:v>23.8875</c:v>
                </c:pt>
                <c:pt idx="274">
                  <c:v>23.975</c:v>
                </c:pt>
                <c:pt idx="275">
                  <c:v>24.0625</c:v>
                </c:pt>
                <c:pt idx="276">
                  <c:v>24.15</c:v>
                </c:pt>
                <c:pt idx="277">
                  <c:v>24.2375</c:v>
                </c:pt>
                <c:pt idx="278">
                  <c:v>24.325</c:v>
                </c:pt>
                <c:pt idx="279">
                  <c:v>24.4125</c:v>
                </c:pt>
                <c:pt idx="280">
                  <c:v>24.5</c:v>
                </c:pt>
                <c:pt idx="281">
                  <c:v>24.5875</c:v>
                </c:pt>
                <c:pt idx="282">
                  <c:v>24.675</c:v>
                </c:pt>
                <c:pt idx="283">
                  <c:v>24.7625</c:v>
                </c:pt>
                <c:pt idx="284">
                  <c:v>24.85</c:v>
                </c:pt>
                <c:pt idx="285">
                  <c:v>24.9375</c:v>
                </c:pt>
                <c:pt idx="286">
                  <c:v>25.025</c:v>
                </c:pt>
                <c:pt idx="287">
                  <c:v>25.1125</c:v>
                </c:pt>
                <c:pt idx="288">
                  <c:v>25.2</c:v>
                </c:pt>
                <c:pt idx="289">
                  <c:v>25.2875</c:v>
                </c:pt>
                <c:pt idx="290">
                  <c:v>25.375</c:v>
                </c:pt>
                <c:pt idx="291">
                  <c:v>25.4625</c:v>
                </c:pt>
                <c:pt idx="292">
                  <c:v>25.55</c:v>
                </c:pt>
                <c:pt idx="293">
                  <c:v>25.6375</c:v>
                </c:pt>
                <c:pt idx="294">
                  <c:v>25.725</c:v>
                </c:pt>
                <c:pt idx="295">
                  <c:v>25.8125</c:v>
                </c:pt>
                <c:pt idx="296">
                  <c:v>25.9</c:v>
                </c:pt>
                <c:pt idx="297">
                  <c:v>25.9875</c:v>
                </c:pt>
                <c:pt idx="298">
                  <c:v>26.075</c:v>
                </c:pt>
                <c:pt idx="299">
                  <c:v>26.1625</c:v>
                </c:pt>
                <c:pt idx="300">
                  <c:v>26.25</c:v>
                </c:pt>
                <c:pt idx="301">
                  <c:v>26.3375</c:v>
                </c:pt>
                <c:pt idx="302">
                  <c:v>26.425</c:v>
                </c:pt>
                <c:pt idx="303">
                  <c:v>26.5125</c:v>
                </c:pt>
                <c:pt idx="304">
                  <c:v>26.6</c:v>
                </c:pt>
                <c:pt idx="305">
                  <c:v>26.6875</c:v>
                </c:pt>
                <c:pt idx="306">
                  <c:v>26.775</c:v>
                </c:pt>
                <c:pt idx="307">
                  <c:v>26.8625</c:v>
                </c:pt>
                <c:pt idx="308">
                  <c:v>26.95</c:v>
                </c:pt>
                <c:pt idx="309">
                  <c:v>27.0375</c:v>
                </c:pt>
                <c:pt idx="310">
                  <c:v>27.125</c:v>
                </c:pt>
                <c:pt idx="311">
                  <c:v>27.2125</c:v>
                </c:pt>
                <c:pt idx="312">
                  <c:v>27.3</c:v>
                </c:pt>
                <c:pt idx="313">
                  <c:v>27.3875</c:v>
                </c:pt>
                <c:pt idx="314">
                  <c:v>27.475</c:v>
                </c:pt>
                <c:pt idx="315">
                  <c:v>27.5625</c:v>
                </c:pt>
                <c:pt idx="316">
                  <c:v>27.65</c:v>
                </c:pt>
                <c:pt idx="317">
                  <c:v>27.7375</c:v>
                </c:pt>
                <c:pt idx="318">
                  <c:v>27.825</c:v>
                </c:pt>
                <c:pt idx="319">
                  <c:v>27.9125</c:v>
                </c:pt>
                <c:pt idx="320">
                  <c:v>28</c:v>
                </c:pt>
                <c:pt idx="321">
                  <c:v>28.0875</c:v>
                </c:pt>
                <c:pt idx="322">
                  <c:v>28.175</c:v>
                </c:pt>
                <c:pt idx="323">
                  <c:v>28.2625</c:v>
                </c:pt>
                <c:pt idx="324">
                  <c:v>28.35</c:v>
                </c:pt>
                <c:pt idx="325">
                  <c:v>28.4375</c:v>
                </c:pt>
                <c:pt idx="326">
                  <c:v>28.525</c:v>
                </c:pt>
                <c:pt idx="327">
                  <c:v>28.6125</c:v>
                </c:pt>
                <c:pt idx="328">
                  <c:v>28.7</c:v>
                </c:pt>
                <c:pt idx="329">
                  <c:v>28.7875</c:v>
                </c:pt>
                <c:pt idx="330">
                  <c:v>28.875</c:v>
                </c:pt>
                <c:pt idx="331">
                  <c:v>28.9625</c:v>
                </c:pt>
                <c:pt idx="332">
                  <c:v>29.05</c:v>
                </c:pt>
                <c:pt idx="333">
                  <c:v>29.1375</c:v>
                </c:pt>
                <c:pt idx="334">
                  <c:v>29.225</c:v>
                </c:pt>
                <c:pt idx="335">
                  <c:v>29.3125</c:v>
                </c:pt>
                <c:pt idx="336">
                  <c:v>29.4</c:v>
                </c:pt>
                <c:pt idx="337">
                  <c:v>29.4875</c:v>
                </c:pt>
                <c:pt idx="338">
                  <c:v>29.575</c:v>
                </c:pt>
                <c:pt idx="339">
                  <c:v>29.6625</c:v>
                </c:pt>
                <c:pt idx="340">
                  <c:v>29.75</c:v>
                </c:pt>
                <c:pt idx="341">
                  <c:v>29.8375</c:v>
                </c:pt>
                <c:pt idx="342">
                  <c:v>29.925</c:v>
                </c:pt>
                <c:pt idx="343">
                  <c:v>30.0125</c:v>
                </c:pt>
                <c:pt idx="344">
                  <c:v>30.1</c:v>
                </c:pt>
                <c:pt idx="345">
                  <c:v>30.1875</c:v>
                </c:pt>
                <c:pt idx="346">
                  <c:v>30.275</c:v>
                </c:pt>
                <c:pt idx="347">
                  <c:v>30.3625</c:v>
                </c:pt>
                <c:pt idx="348">
                  <c:v>30.45</c:v>
                </c:pt>
                <c:pt idx="349">
                  <c:v>30.5375</c:v>
                </c:pt>
                <c:pt idx="350">
                  <c:v>30.625</c:v>
                </c:pt>
                <c:pt idx="351">
                  <c:v>30.7125</c:v>
                </c:pt>
                <c:pt idx="352">
                  <c:v>30.8</c:v>
                </c:pt>
                <c:pt idx="353">
                  <c:v>30.8875</c:v>
                </c:pt>
                <c:pt idx="354">
                  <c:v>30.975</c:v>
                </c:pt>
                <c:pt idx="355">
                  <c:v>31.0625</c:v>
                </c:pt>
                <c:pt idx="356">
                  <c:v>31.15</c:v>
                </c:pt>
                <c:pt idx="357">
                  <c:v>31.2375</c:v>
                </c:pt>
                <c:pt idx="358">
                  <c:v>31.325</c:v>
                </c:pt>
                <c:pt idx="359">
                  <c:v>31.4125</c:v>
                </c:pt>
                <c:pt idx="360">
                  <c:v>31.5</c:v>
                </c:pt>
                <c:pt idx="361">
                  <c:v>31.5875</c:v>
                </c:pt>
                <c:pt idx="362">
                  <c:v>31.675</c:v>
                </c:pt>
                <c:pt idx="363">
                  <c:v>31.7625</c:v>
                </c:pt>
                <c:pt idx="364">
                  <c:v>31.85</c:v>
                </c:pt>
                <c:pt idx="365">
                  <c:v>31.9375</c:v>
                </c:pt>
                <c:pt idx="366">
                  <c:v>32.025</c:v>
                </c:pt>
                <c:pt idx="367">
                  <c:v>32.1125</c:v>
                </c:pt>
                <c:pt idx="368">
                  <c:v>32.2</c:v>
                </c:pt>
                <c:pt idx="369">
                  <c:v>32.2875</c:v>
                </c:pt>
                <c:pt idx="370">
                  <c:v>32.375</c:v>
                </c:pt>
                <c:pt idx="371">
                  <c:v>32.4625</c:v>
                </c:pt>
                <c:pt idx="372">
                  <c:v>32.55</c:v>
                </c:pt>
                <c:pt idx="373">
                  <c:v>32.6375</c:v>
                </c:pt>
                <c:pt idx="374">
                  <c:v>32.725</c:v>
                </c:pt>
                <c:pt idx="375">
                  <c:v>32.8125</c:v>
                </c:pt>
                <c:pt idx="376">
                  <c:v>32.9</c:v>
                </c:pt>
                <c:pt idx="377">
                  <c:v>32.9875</c:v>
                </c:pt>
                <c:pt idx="378">
                  <c:v>33.075</c:v>
                </c:pt>
                <c:pt idx="379">
                  <c:v>33.1625</c:v>
                </c:pt>
                <c:pt idx="380">
                  <c:v>33.25</c:v>
                </c:pt>
                <c:pt idx="381">
                  <c:v>33.3375</c:v>
                </c:pt>
                <c:pt idx="382">
                  <c:v>33.425</c:v>
                </c:pt>
                <c:pt idx="383">
                  <c:v>33.5125</c:v>
                </c:pt>
                <c:pt idx="384">
                  <c:v>33.6</c:v>
                </c:pt>
                <c:pt idx="385">
                  <c:v>33.6875</c:v>
                </c:pt>
                <c:pt idx="386">
                  <c:v>33.775</c:v>
                </c:pt>
                <c:pt idx="387">
                  <c:v>33.8625</c:v>
                </c:pt>
                <c:pt idx="388">
                  <c:v>33.95</c:v>
                </c:pt>
                <c:pt idx="389">
                  <c:v>34.0375</c:v>
                </c:pt>
                <c:pt idx="390">
                  <c:v>34.125</c:v>
                </c:pt>
                <c:pt idx="391">
                  <c:v>34.2125</c:v>
                </c:pt>
                <c:pt idx="392">
                  <c:v>34.3</c:v>
                </c:pt>
                <c:pt idx="393">
                  <c:v>34.3875</c:v>
                </c:pt>
                <c:pt idx="394">
                  <c:v>34.475</c:v>
                </c:pt>
                <c:pt idx="395">
                  <c:v>34.5625</c:v>
                </c:pt>
                <c:pt idx="396">
                  <c:v>34.65</c:v>
                </c:pt>
                <c:pt idx="397">
                  <c:v>34.7375</c:v>
                </c:pt>
                <c:pt idx="398">
                  <c:v>34.825</c:v>
                </c:pt>
                <c:pt idx="399">
                  <c:v>34.9125</c:v>
                </c:pt>
                <c:pt idx="400">
                  <c:v>35</c:v>
                </c:pt>
              </c:numCache>
            </c:numRef>
          </c:xVal>
          <c:yVal>
            <c:numRef>
              <c:f>'Chart Data'!$D$2:$D$402</c:f>
              <c:numCache>
                <c:formatCode>0.0</c:formatCode>
                <c:ptCount val="401"/>
                <c:pt idx="0">
                  <c:v>0</c:v>
                </c:pt>
                <c:pt idx="1">
                  <c:v>0.01187503</c:v>
                </c:pt>
                <c:pt idx="2">
                  <c:v>0.02374889</c:v>
                </c:pt>
                <c:pt idx="3">
                  <c:v>0.03562043</c:v>
                </c:pt>
                <c:pt idx="4">
                  <c:v>0.04748848</c:v>
                </c:pt>
                <c:pt idx="5">
                  <c:v>0.05935188</c:v>
                </c:pt>
                <c:pt idx="6">
                  <c:v>0.07120946</c:v>
                </c:pt>
                <c:pt idx="7">
                  <c:v>0.08306008</c:v>
                </c:pt>
                <c:pt idx="8">
                  <c:v>0.09490255</c:v>
                </c:pt>
                <c:pt idx="9">
                  <c:v>0.10673574</c:v>
                </c:pt>
                <c:pt idx="10">
                  <c:v>0.11855847</c:v>
                </c:pt>
                <c:pt idx="11">
                  <c:v>0.13036959</c:v>
                </c:pt>
                <c:pt idx="12">
                  <c:v>0.14216795</c:v>
                </c:pt>
                <c:pt idx="13">
                  <c:v>0.15395238</c:v>
                </c:pt>
                <c:pt idx="14">
                  <c:v>0.16572174</c:v>
                </c:pt>
                <c:pt idx="15">
                  <c:v>0.17747486</c:v>
                </c:pt>
                <c:pt idx="16">
                  <c:v>0.18921061</c:v>
                </c:pt>
                <c:pt idx="17">
                  <c:v>0.20092783</c:v>
                </c:pt>
                <c:pt idx="18">
                  <c:v>0.21262536</c:v>
                </c:pt>
                <c:pt idx="19">
                  <c:v>0.22430208</c:v>
                </c:pt>
                <c:pt idx="20">
                  <c:v>0.23595683</c:v>
                </c:pt>
                <c:pt idx="21">
                  <c:v>0.24758848</c:v>
                </c:pt>
                <c:pt idx="22">
                  <c:v>0.25919588</c:v>
                </c:pt>
                <c:pt idx="23">
                  <c:v>0.27077789</c:v>
                </c:pt>
                <c:pt idx="24">
                  <c:v>0.28233339</c:v>
                </c:pt>
                <c:pt idx="25">
                  <c:v>0.29386123</c:v>
                </c:pt>
                <c:pt idx="26">
                  <c:v>0.3053603</c:v>
                </c:pt>
                <c:pt idx="27">
                  <c:v>0.31682947</c:v>
                </c:pt>
                <c:pt idx="28">
                  <c:v>0.32826761</c:v>
                </c:pt>
                <c:pt idx="29">
                  <c:v>0.3396736</c:v>
                </c:pt>
                <c:pt idx="30">
                  <c:v>0.35104633</c:v>
                </c:pt>
                <c:pt idx="31">
                  <c:v>0.36238468</c:v>
                </c:pt>
                <c:pt idx="32">
                  <c:v>0.37368754</c:v>
                </c:pt>
                <c:pt idx="33">
                  <c:v>0.3849538</c:v>
                </c:pt>
                <c:pt idx="34">
                  <c:v>0.39618237</c:v>
                </c:pt>
                <c:pt idx="35">
                  <c:v>0.40737214</c:v>
                </c:pt>
                <c:pt idx="36">
                  <c:v>0.41852201</c:v>
                </c:pt>
                <c:pt idx="37">
                  <c:v>0.4296309</c:v>
                </c:pt>
                <c:pt idx="38">
                  <c:v>0.44069771</c:v>
                </c:pt>
                <c:pt idx="39">
                  <c:v>0.45172137</c:v>
                </c:pt>
                <c:pt idx="40">
                  <c:v>0.46270079</c:v>
                </c:pt>
                <c:pt idx="41">
                  <c:v>0.4736349</c:v>
                </c:pt>
                <c:pt idx="42">
                  <c:v>0.48452262</c:v>
                </c:pt>
                <c:pt idx="43">
                  <c:v>0.4953629</c:v>
                </c:pt>
                <c:pt idx="44">
                  <c:v>0.50615466</c:v>
                </c:pt>
                <c:pt idx="45">
                  <c:v>0.51689685</c:v>
                </c:pt>
                <c:pt idx="46">
                  <c:v>0.52758843</c:v>
                </c:pt>
                <c:pt idx="47">
                  <c:v>0.53822834</c:v>
                </c:pt>
                <c:pt idx="48">
                  <c:v>0.54881554</c:v>
                </c:pt>
                <c:pt idx="49">
                  <c:v>0.55934899</c:v>
                </c:pt>
                <c:pt idx="50">
                  <c:v>0.56982767</c:v>
                </c:pt>
                <c:pt idx="51">
                  <c:v>0.58025054</c:v>
                </c:pt>
                <c:pt idx="52">
                  <c:v>0.59061659</c:v>
                </c:pt>
                <c:pt idx="53">
                  <c:v>0.6009248</c:v>
                </c:pt>
                <c:pt idx="54">
                  <c:v>0.61117416</c:v>
                </c:pt>
                <c:pt idx="55">
                  <c:v>0.62136367</c:v>
                </c:pt>
                <c:pt idx="56">
                  <c:v>0.63149233</c:v>
                </c:pt>
                <c:pt idx="57">
                  <c:v>0.64155914</c:v>
                </c:pt>
                <c:pt idx="58">
                  <c:v>0.65156313</c:v>
                </c:pt>
                <c:pt idx="59">
                  <c:v>0.66150331</c:v>
                </c:pt>
                <c:pt idx="60">
                  <c:v>0.67137871</c:v>
                </c:pt>
                <c:pt idx="61">
                  <c:v>0.68118836</c:v>
                </c:pt>
                <c:pt idx="62">
                  <c:v>0.6909313</c:v>
                </c:pt>
                <c:pt idx="63">
                  <c:v>0.70060658</c:v>
                </c:pt>
                <c:pt idx="64">
                  <c:v>0.71021325</c:v>
                </c:pt>
                <c:pt idx="65">
                  <c:v>0.71975036</c:v>
                </c:pt>
                <c:pt idx="66">
                  <c:v>0.72921699</c:v>
                </c:pt>
                <c:pt idx="67">
                  <c:v>0.73861221</c:v>
                </c:pt>
                <c:pt idx="68">
                  <c:v>0.7479351</c:v>
                </c:pt>
                <c:pt idx="69">
                  <c:v>0.75718474</c:v>
                </c:pt>
                <c:pt idx="70">
                  <c:v>0.76636023</c:v>
                </c:pt>
                <c:pt idx="71">
                  <c:v>0.77546067</c:v>
                </c:pt>
                <c:pt idx="72">
                  <c:v>0.78448516</c:v>
                </c:pt>
                <c:pt idx="73">
                  <c:v>0.79343284</c:v>
                </c:pt>
                <c:pt idx="74">
                  <c:v>0.80230281</c:v>
                </c:pt>
                <c:pt idx="75">
                  <c:v>0.81109421</c:v>
                </c:pt>
                <c:pt idx="76">
                  <c:v>0.81980618</c:v>
                </c:pt>
                <c:pt idx="77">
                  <c:v>0.82843787</c:v>
                </c:pt>
                <c:pt idx="78">
                  <c:v>0.83698843</c:v>
                </c:pt>
                <c:pt idx="79">
                  <c:v>0.84545702</c:v>
                </c:pt>
                <c:pt idx="80">
                  <c:v>0.85384281</c:v>
                </c:pt>
                <c:pt idx="81">
                  <c:v>0.86214499</c:v>
                </c:pt>
                <c:pt idx="82">
                  <c:v>0.87036274</c:v>
                </c:pt>
                <c:pt idx="83">
                  <c:v>0.87849525</c:v>
                </c:pt>
                <c:pt idx="84">
                  <c:v>0.88654173</c:v>
                </c:pt>
                <c:pt idx="85">
                  <c:v>0.8945014</c:v>
                </c:pt>
                <c:pt idx="86">
                  <c:v>0.90237346</c:v>
                </c:pt>
                <c:pt idx="87">
                  <c:v>0.91015715</c:v>
                </c:pt>
                <c:pt idx="88">
                  <c:v>0.91785172</c:v>
                </c:pt>
                <c:pt idx="89">
                  <c:v>0.92545639</c:v>
                </c:pt>
                <c:pt idx="90">
                  <c:v>0.93297044</c:v>
                </c:pt>
                <c:pt idx="91">
                  <c:v>0.94039312</c:v>
                </c:pt>
                <c:pt idx="92">
                  <c:v>0.94772371</c:v>
                </c:pt>
                <c:pt idx="93">
                  <c:v>0.95496148</c:v>
                </c:pt>
                <c:pt idx="94">
                  <c:v>0.96210574</c:v>
                </c:pt>
                <c:pt idx="95">
                  <c:v>0.96915578</c:v>
                </c:pt>
                <c:pt idx="96">
                  <c:v>0.9761109</c:v>
                </c:pt>
                <c:pt idx="97">
                  <c:v>0.98297044</c:v>
                </c:pt>
                <c:pt idx="98">
                  <c:v>0.98973371</c:v>
                </c:pt>
                <c:pt idx="99">
                  <c:v>0.99640006</c:v>
                </c:pt>
                <c:pt idx="100">
                  <c:v>1.00296883</c:v>
                </c:pt>
                <c:pt idx="101">
                  <c:v>1.00943938</c:v>
                </c:pt>
                <c:pt idx="102">
                  <c:v>1.01581108</c:v>
                </c:pt>
                <c:pt idx="103">
                  <c:v>1.0220833</c:v>
                </c:pt>
                <c:pt idx="104">
                  <c:v>1.02825542</c:v>
                </c:pt>
                <c:pt idx="105">
                  <c:v>1.03432684</c:v>
                </c:pt>
                <c:pt idx="106">
                  <c:v>1.04029698</c:v>
                </c:pt>
                <c:pt idx="107">
                  <c:v>1.04616524</c:v>
                </c:pt>
                <c:pt idx="108">
                  <c:v>1.05193104</c:v>
                </c:pt>
                <c:pt idx="109">
                  <c:v>1.05759383</c:v>
                </c:pt>
                <c:pt idx="110">
                  <c:v>1.06315305</c:v>
                </c:pt>
                <c:pt idx="111">
                  <c:v>1.06860816</c:v>
                </c:pt>
                <c:pt idx="112">
                  <c:v>1.07395861</c:v>
                </c:pt>
                <c:pt idx="113">
                  <c:v>1.07920389</c:v>
                </c:pt>
                <c:pt idx="114">
                  <c:v>1.08434349</c:v>
                </c:pt>
                <c:pt idx="115">
                  <c:v>1.0893769</c:v>
                </c:pt>
                <c:pt idx="116">
                  <c:v>1.09430362</c:v>
                </c:pt>
                <c:pt idx="117">
                  <c:v>1.09912317</c:v>
                </c:pt>
                <c:pt idx="118">
                  <c:v>1.10383509</c:v>
                </c:pt>
                <c:pt idx="119">
                  <c:v>1.10843891</c:v>
                </c:pt>
                <c:pt idx="120">
                  <c:v>1.11293418</c:v>
                </c:pt>
                <c:pt idx="121">
                  <c:v>1.11732046</c:v>
                </c:pt>
                <c:pt idx="122">
                  <c:v>1.12159733</c:v>
                </c:pt>
                <c:pt idx="123">
                  <c:v>1.12576435</c:v>
                </c:pt>
                <c:pt idx="124">
                  <c:v>1.12982112</c:v>
                </c:pt>
                <c:pt idx="125">
                  <c:v>1.13376726</c:v>
                </c:pt>
                <c:pt idx="126">
                  <c:v>1.13760236</c:v>
                </c:pt>
                <c:pt idx="127">
                  <c:v>1.14132605</c:v>
                </c:pt>
                <c:pt idx="128">
                  <c:v>1.14493798</c:v>
                </c:pt>
                <c:pt idx="129">
                  <c:v>1.14843778</c:v>
                </c:pt>
                <c:pt idx="130">
                  <c:v>1.15182512</c:v>
                </c:pt>
                <c:pt idx="131">
                  <c:v>1.15509965</c:v>
                </c:pt>
                <c:pt idx="132">
                  <c:v>1.15826107</c:v>
                </c:pt>
                <c:pt idx="133">
                  <c:v>1.16130906</c:v>
                </c:pt>
                <c:pt idx="134">
                  <c:v>1.16424332</c:v>
                </c:pt>
                <c:pt idx="135">
                  <c:v>1.16706356</c:v>
                </c:pt>
                <c:pt idx="136">
                  <c:v>1.16976952</c:v>
                </c:pt>
                <c:pt idx="137">
                  <c:v>1.17236091</c:v>
                </c:pt>
                <c:pt idx="138">
                  <c:v>1.1748375</c:v>
                </c:pt>
                <c:pt idx="139">
                  <c:v>1.17719904</c:v>
                </c:pt>
                <c:pt idx="140">
                  <c:v>1.17944529</c:v>
                </c:pt>
                <c:pt idx="141">
                  <c:v>1.18157604</c:v>
                </c:pt>
                <c:pt idx="142">
                  <c:v>1.18359108</c:v>
                </c:pt>
                <c:pt idx="143">
                  <c:v>1.18549021</c:v>
                </c:pt>
                <c:pt idx="144">
                  <c:v>1.18727324</c:v>
                </c:pt>
                <c:pt idx="145">
                  <c:v>1.18894</c:v>
                </c:pt>
                <c:pt idx="146">
                  <c:v>1.19049033</c:v>
                </c:pt>
                <c:pt idx="147">
                  <c:v>1.19192408</c:v>
                </c:pt>
                <c:pt idx="148">
                  <c:v>1.1932411</c:v>
                </c:pt>
                <c:pt idx="149">
                  <c:v>1.19444126</c:v>
                </c:pt>
                <c:pt idx="150">
                  <c:v>1.19552445</c:v>
                </c:pt>
                <c:pt idx="151">
                  <c:v>1.19649057</c:v>
                </c:pt>
                <c:pt idx="152">
                  <c:v>1.19733951</c:v>
                </c:pt>
                <c:pt idx="153">
                  <c:v>1.19807119</c:v>
                </c:pt>
                <c:pt idx="154">
                  <c:v>1.19868555</c:v>
                </c:pt>
                <c:pt idx="155">
                  <c:v>1.19918252</c:v>
                </c:pt>
                <c:pt idx="156">
                  <c:v>1.19956205</c:v>
                </c:pt>
                <c:pt idx="157">
                  <c:v>1.19982411</c:v>
                </c:pt>
                <c:pt idx="158">
                  <c:v>1.19996867</c:v>
                </c:pt>
                <c:pt idx="159">
                  <c:v>1.19999572</c:v>
                </c:pt>
                <c:pt idx="160">
                  <c:v>1.19990525</c:v>
                </c:pt>
                <c:pt idx="161">
                  <c:v>1.19969728</c:v>
                </c:pt>
                <c:pt idx="162">
                  <c:v>1.19937182</c:v>
                </c:pt>
                <c:pt idx="163">
                  <c:v>1.1989289</c:v>
                </c:pt>
                <c:pt idx="164">
                  <c:v>1.19836857</c:v>
                </c:pt>
                <c:pt idx="165">
                  <c:v>1.19769088</c:v>
                </c:pt>
                <c:pt idx="166">
                  <c:v>1.19689591</c:v>
                </c:pt>
                <c:pt idx="167">
                  <c:v>1.19598372</c:v>
                </c:pt>
                <c:pt idx="168">
                  <c:v>1.19495441</c:v>
                </c:pt>
                <c:pt idx="169">
                  <c:v>1.19380807</c:v>
                </c:pt>
                <c:pt idx="170">
                  <c:v>1.19254483</c:v>
                </c:pt>
                <c:pt idx="171">
                  <c:v>1.1911648</c:v>
                </c:pt>
                <c:pt idx="172">
                  <c:v>1.18966812</c:v>
                </c:pt>
                <c:pt idx="173">
                  <c:v>1.18805493</c:v>
                </c:pt>
                <c:pt idx="174">
                  <c:v>1.1863254</c:v>
                </c:pt>
                <c:pt idx="175">
                  <c:v>1.18447969</c:v>
                </c:pt>
                <c:pt idx="176">
                  <c:v>1.18251799</c:v>
                </c:pt>
                <c:pt idx="177">
                  <c:v>1.18044047</c:v>
                </c:pt>
                <c:pt idx="178">
                  <c:v>1.17824736</c:v>
                </c:pt>
                <c:pt idx="179">
                  <c:v>1.17593887</c:v>
                </c:pt>
                <c:pt idx="180">
                  <c:v>1.17351521</c:v>
                </c:pt>
                <c:pt idx="181">
                  <c:v>1.17097663</c:v>
                </c:pt>
                <c:pt idx="182">
                  <c:v>1.16832337</c:v>
                </c:pt>
                <c:pt idx="183">
                  <c:v>1.1655557</c:v>
                </c:pt>
                <c:pt idx="184">
                  <c:v>1.16267389</c:v>
                </c:pt>
                <c:pt idx="185">
                  <c:v>1.15967822</c:v>
                </c:pt>
                <c:pt idx="186">
                  <c:v>1.15656898</c:v>
                </c:pt>
                <c:pt idx="187">
                  <c:v>1.15334647</c:v>
                </c:pt>
                <c:pt idx="188">
                  <c:v>1.15001102</c:v>
                </c:pt>
                <c:pt idx="189">
                  <c:v>1.14656295</c:v>
                </c:pt>
                <c:pt idx="190">
                  <c:v>1.14300259</c:v>
                </c:pt>
                <c:pt idx="191">
                  <c:v>1.1393303</c:v>
                </c:pt>
                <c:pt idx="192">
                  <c:v>1.13554643</c:v>
                </c:pt>
                <c:pt idx="193">
                  <c:v>1.13165136</c:v>
                </c:pt>
                <c:pt idx="194">
                  <c:v>1.12764547</c:v>
                </c:pt>
                <c:pt idx="195">
                  <c:v>1.12352915</c:v>
                </c:pt>
                <c:pt idx="196">
                  <c:v>1.1193028</c:v>
                </c:pt>
                <c:pt idx="197">
                  <c:v>1.11496683</c:v>
                </c:pt>
                <c:pt idx="198">
                  <c:v>1.11052168</c:v>
                </c:pt>
                <c:pt idx="199">
                  <c:v>1.10596777</c:v>
                </c:pt>
                <c:pt idx="200">
                  <c:v>1.10130555</c:v>
                </c:pt>
                <c:pt idx="201">
                  <c:v>1.09653548</c:v>
                </c:pt>
                <c:pt idx="202">
                  <c:v>1.09165803</c:v>
                </c:pt>
                <c:pt idx="203">
                  <c:v>1.08667367</c:v>
                </c:pt>
                <c:pt idx="204">
                  <c:v>1.0815829</c:v>
                </c:pt>
                <c:pt idx="205">
                  <c:v>1.0763862</c:v>
                </c:pt>
                <c:pt idx="206">
                  <c:v>1.0710841</c:v>
                </c:pt>
                <c:pt idx="207">
                  <c:v>1.0656771</c:v>
                </c:pt>
                <c:pt idx="208">
                  <c:v>1.06016574</c:v>
                </c:pt>
                <c:pt idx="209">
                  <c:v>1.05455055</c:v>
                </c:pt>
                <c:pt idx="210">
                  <c:v>1.0488321</c:v>
                </c:pt>
                <c:pt idx="211">
                  <c:v>1.04301093</c:v>
                </c:pt>
                <c:pt idx="212">
                  <c:v>1.03708762</c:v>
                </c:pt>
                <c:pt idx="213">
                  <c:v>1.03106275</c:v>
                </c:pt>
                <c:pt idx="214">
                  <c:v>1.0249369</c:v>
                </c:pt>
                <c:pt idx="215">
                  <c:v>1.01871068</c:v>
                </c:pt>
                <c:pt idx="216">
                  <c:v>1.0123847</c:v>
                </c:pt>
                <c:pt idx="217">
                  <c:v>1.00595958</c:v>
                </c:pt>
                <c:pt idx="218">
                  <c:v>0.99943594</c:v>
                </c:pt>
                <c:pt idx="219">
                  <c:v>0.99281443</c:v>
                </c:pt>
                <c:pt idx="220">
                  <c:v>0.98609569</c:v>
                </c:pt>
                <c:pt idx="221">
                  <c:v>0.97928038</c:v>
                </c:pt>
                <c:pt idx="222">
                  <c:v>0.97236917</c:v>
                </c:pt>
                <c:pt idx="223">
                  <c:v>0.96536274</c:v>
                </c:pt>
                <c:pt idx="224">
                  <c:v>0.95826177</c:v>
                </c:pt>
                <c:pt idx="225">
                  <c:v>0.95106695</c:v>
                </c:pt>
                <c:pt idx="226">
                  <c:v>0.943779</c:v>
                </c:pt>
                <c:pt idx="227">
                  <c:v>0.93639862</c:v>
                </c:pt>
                <c:pt idx="228">
                  <c:v>0.92892654</c:v>
                </c:pt>
                <c:pt idx="229">
                  <c:v>0.92136349</c:v>
                </c:pt>
                <c:pt idx="230">
                  <c:v>0.91371021</c:v>
                </c:pt>
                <c:pt idx="231">
                  <c:v>0.90596745</c:v>
                </c:pt>
                <c:pt idx="232">
                  <c:v>0.89813597</c:v>
                </c:pt>
                <c:pt idx="233">
                  <c:v>0.89021654</c:v>
                </c:pt>
                <c:pt idx="234">
                  <c:v>0.88220992</c:v>
                </c:pt>
                <c:pt idx="235">
                  <c:v>0.87411691</c:v>
                </c:pt>
                <c:pt idx="236">
                  <c:v>0.8659383</c:v>
                </c:pt>
                <c:pt idx="237">
                  <c:v>0.85767489</c:v>
                </c:pt>
                <c:pt idx="238">
                  <c:v>0.84932748</c:v>
                </c:pt>
                <c:pt idx="239">
                  <c:v>0.8408969</c:v>
                </c:pt>
                <c:pt idx="240">
                  <c:v>0.83238397</c:v>
                </c:pt>
                <c:pt idx="241">
                  <c:v>0.82378952</c:v>
                </c:pt>
                <c:pt idx="242">
                  <c:v>0.8151144</c:v>
                </c:pt>
                <c:pt idx="243">
                  <c:v>0.80635945</c:v>
                </c:pt>
                <c:pt idx="244">
                  <c:v>0.79752554</c:v>
                </c:pt>
                <c:pt idx="245">
                  <c:v>0.78861353</c:v>
                </c:pt>
                <c:pt idx="246">
                  <c:v>0.77962429</c:v>
                </c:pt>
                <c:pt idx="247">
                  <c:v>0.77055869</c:v>
                </c:pt>
                <c:pt idx="248">
                  <c:v>0.76141764</c:v>
                </c:pt>
                <c:pt idx="249">
                  <c:v>0.75220202</c:v>
                </c:pt>
                <c:pt idx="250">
                  <c:v>0.74291274</c:v>
                </c:pt>
                <c:pt idx="251">
                  <c:v>0.7335507</c:v>
                </c:pt>
                <c:pt idx="252">
                  <c:v>0.72411683</c:v>
                </c:pt>
                <c:pt idx="253">
                  <c:v>0.71461204</c:v>
                </c:pt>
                <c:pt idx="254">
                  <c:v>0.70503728</c:v>
                </c:pt>
                <c:pt idx="255">
                  <c:v>0.69539346</c:v>
                </c:pt>
                <c:pt idx="256">
                  <c:v>0.68568155</c:v>
                </c:pt>
                <c:pt idx="257">
                  <c:v>0.67590249</c:v>
                </c:pt>
                <c:pt idx="258">
                  <c:v>0.66605723</c:v>
                </c:pt>
                <c:pt idx="259">
                  <c:v>0.65614675</c:v>
                </c:pt>
                <c:pt idx="260">
                  <c:v>0.64617202</c:v>
                </c:pt>
                <c:pt idx="261">
                  <c:v>0.636134</c:v>
                </c:pt>
                <c:pt idx="262">
                  <c:v>0.62603369</c:v>
                </c:pt>
                <c:pt idx="263">
                  <c:v>0.61587206</c:v>
                </c:pt>
                <c:pt idx="264">
                  <c:v>0.60565013</c:v>
                </c:pt>
                <c:pt idx="265">
                  <c:v>0.59536888</c:v>
                </c:pt>
                <c:pt idx="266">
                  <c:v>0.58502933</c:v>
                </c:pt>
                <c:pt idx="267">
                  <c:v>0.57463249</c:v>
                </c:pt>
                <c:pt idx="268">
                  <c:v>0.56417938</c:v>
                </c:pt>
                <c:pt idx="269">
                  <c:v>0.55367101</c:v>
                </c:pt>
                <c:pt idx="270">
                  <c:v>0.54310842</c:v>
                </c:pt>
                <c:pt idx="271">
                  <c:v>0.53249265</c:v>
                </c:pt>
                <c:pt idx="272">
                  <c:v>0.52182472</c:v>
                </c:pt>
                <c:pt idx="273">
                  <c:v>0.5111057</c:v>
                </c:pt>
                <c:pt idx="274">
                  <c:v>0.50033662</c:v>
                </c:pt>
                <c:pt idx="275">
                  <c:v>0.48951855</c:v>
                </c:pt>
                <c:pt idx="276">
                  <c:v>0.47865253</c:v>
                </c:pt>
                <c:pt idx="277">
                  <c:v>0.46773964</c:v>
                </c:pt>
                <c:pt idx="278">
                  <c:v>0.45678095</c:v>
                </c:pt>
                <c:pt idx="279">
                  <c:v>0.44577752</c:v>
                </c:pt>
                <c:pt idx="280">
                  <c:v>0.43473044</c:v>
                </c:pt>
                <c:pt idx="281">
                  <c:v>0.42364078</c:v>
                </c:pt>
                <c:pt idx="282">
                  <c:v>0.41250964</c:v>
                </c:pt>
                <c:pt idx="283">
                  <c:v>0.4013381</c:v>
                </c:pt>
                <c:pt idx="284">
                  <c:v>0.39012726</c:v>
                </c:pt>
                <c:pt idx="285">
                  <c:v>0.37887821</c:v>
                </c:pt>
                <c:pt idx="286">
                  <c:v>0.36759206</c:v>
                </c:pt>
                <c:pt idx="287">
                  <c:v>0.35626991</c:v>
                </c:pt>
                <c:pt idx="288">
                  <c:v>0.34491287</c:v>
                </c:pt>
                <c:pt idx="289">
                  <c:v>0.33352205</c:v>
                </c:pt>
                <c:pt idx="290">
                  <c:v>0.32209857</c:v>
                </c:pt>
                <c:pt idx="291">
                  <c:v>0.31064354</c:v>
                </c:pt>
                <c:pt idx="292">
                  <c:v>0.2991581</c:v>
                </c:pt>
                <c:pt idx="293">
                  <c:v>0.28764336</c:v>
                </c:pt>
                <c:pt idx="294">
                  <c:v>0.27610045</c:v>
                </c:pt>
                <c:pt idx="295">
                  <c:v>0.2645305</c:v>
                </c:pt>
                <c:pt idx="296">
                  <c:v>0.25293465</c:v>
                </c:pt>
                <c:pt idx="297">
                  <c:v>0.24131402</c:v>
                </c:pt>
                <c:pt idx="298">
                  <c:v>0.22966977</c:v>
                </c:pt>
                <c:pt idx="299">
                  <c:v>0.21800302</c:v>
                </c:pt>
                <c:pt idx="300">
                  <c:v>0.20631492</c:v>
                </c:pt>
                <c:pt idx="301">
                  <c:v>0.19460662</c:v>
                </c:pt>
                <c:pt idx="302">
                  <c:v>0.18287926</c:v>
                </c:pt>
                <c:pt idx="303">
                  <c:v>0.17113399</c:v>
                </c:pt>
                <c:pt idx="304">
                  <c:v>0.15937196</c:v>
                </c:pt>
                <c:pt idx="305">
                  <c:v>0.14759433</c:v>
                </c:pt>
                <c:pt idx="306">
                  <c:v>0.13580224</c:v>
                </c:pt>
                <c:pt idx="307">
                  <c:v>0.12399685</c:v>
                </c:pt>
                <c:pt idx="308">
                  <c:v>0.11217932</c:v>
                </c:pt>
                <c:pt idx="309">
                  <c:v>0.1003508</c:v>
                </c:pt>
                <c:pt idx="310">
                  <c:v>0.08851246</c:v>
                </c:pt>
                <c:pt idx="311">
                  <c:v>0.07666544</c:v>
                </c:pt>
                <c:pt idx="312">
                  <c:v>0.06481092</c:v>
                </c:pt>
                <c:pt idx="313">
                  <c:v>0.05295005</c:v>
                </c:pt>
                <c:pt idx="314">
                  <c:v>0.041084</c:v>
                </c:pt>
                <c:pt idx="315">
                  <c:v>0.02921393</c:v>
                </c:pt>
                <c:pt idx="316">
                  <c:v>0.01734099</c:v>
                </c:pt>
                <c:pt idx="317">
                  <c:v>0.00546635</c:v>
                </c:pt>
                <c:pt idx="318">
                  <c:v>-0.00640882</c:v>
                </c:pt>
                <c:pt idx="319">
                  <c:v>-0.01828336</c:v>
                </c:pt>
                <c:pt idx="320">
                  <c:v>-0.03015611</c:v>
                </c:pt>
                <c:pt idx="321">
                  <c:v>-0.04202591</c:v>
                </c:pt>
                <c:pt idx="322">
                  <c:v>-0.0538916</c:v>
                </c:pt>
                <c:pt idx="323">
                  <c:v>-0.065752</c:v>
                </c:pt>
                <c:pt idx="324">
                  <c:v>-0.07760597</c:v>
                </c:pt>
                <c:pt idx="325">
                  <c:v>-0.08945234</c:v>
                </c:pt>
                <c:pt idx="326">
                  <c:v>-0.10128995</c:v>
                </c:pt>
                <c:pt idx="327">
                  <c:v>-0.11311763</c:v>
                </c:pt>
                <c:pt idx="328">
                  <c:v>-0.12493424</c:v>
                </c:pt>
                <c:pt idx="329">
                  <c:v>-0.13673862</c:v>
                </c:pt>
                <c:pt idx="330">
                  <c:v>-0.1485296</c:v>
                </c:pt>
                <c:pt idx="331">
                  <c:v>-0.16030604</c:v>
                </c:pt>
                <c:pt idx="332">
                  <c:v>-0.17206678</c:v>
                </c:pt>
                <c:pt idx="333">
                  <c:v>-0.18381067</c:v>
                </c:pt>
                <c:pt idx="334">
                  <c:v>-0.19553656</c:v>
                </c:pt>
                <c:pt idx="335">
                  <c:v>-0.2072433</c:v>
                </c:pt>
                <c:pt idx="336">
                  <c:v>-0.21892974</c:v>
                </c:pt>
                <c:pt idx="337">
                  <c:v>-0.23059475</c:v>
                </c:pt>
                <c:pt idx="338">
                  <c:v>-0.24223717</c:v>
                </c:pt>
                <c:pt idx="339">
                  <c:v>-0.25385587</c:v>
                </c:pt>
                <c:pt idx="340">
                  <c:v>-0.26544971</c:v>
                </c:pt>
                <c:pt idx="341">
                  <c:v>-0.27701756</c:v>
                </c:pt>
                <c:pt idx="342">
                  <c:v>-0.28855827</c:v>
                </c:pt>
                <c:pt idx="343">
                  <c:v>-0.30007073</c:v>
                </c:pt>
                <c:pt idx="344">
                  <c:v>-0.3115538</c:v>
                </c:pt>
                <c:pt idx="345">
                  <c:v>-0.32300636</c:v>
                </c:pt>
                <c:pt idx="346">
                  <c:v>-0.33442729</c:v>
                </c:pt>
                <c:pt idx="347">
                  <c:v>-0.34581547</c:v>
                </c:pt>
                <c:pt idx="348">
                  <c:v>-0.35716978</c:v>
                </c:pt>
                <c:pt idx="349">
                  <c:v>-0.36848911</c:v>
                </c:pt>
                <c:pt idx="350">
                  <c:v>-0.37977236</c:v>
                </c:pt>
                <c:pt idx="351">
                  <c:v>-0.39101842</c:v>
                </c:pt>
                <c:pt idx="352">
                  <c:v>-0.40222618</c:v>
                </c:pt>
                <c:pt idx="353">
                  <c:v>-0.41339456</c:v>
                </c:pt>
                <c:pt idx="354">
                  <c:v>-0.42452245</c:v>
                </c:pt>
                <c:pt idx="355">
                  <c:v>-0.43560876</c:v>
                </c:pt>
                <c:pt idx="356">
                  <c:v>-0.44665242</c:v>
                </c:pt>
                <c:pt idx="357">
                  <c:v>-0.45765234</c:v>
                </c:pt>
                <c:pt idx="358">
                  <c:v>-0.46860743</c:v>
                </c:pt>
                <c:pt idx="359">
                  <c:v>-0.47951664</c:v>
                </c:pt>
                <c:pt idx="360">
                  <c:v>-0.49037889</c:v>
                </c:pt>
                <c:pt idx="361">
                  <c:v>-0.50119311</c:v>
                </c:pt>
                <c:pt idx="362">
                  <c:v>-0.51195826</c:v>
                </c:pt>
                <c:pt idx="363">
                  <c:v>-0.52267327</c:v>
                </c:pt>
                <c:pt idx="364">
                  <c:v>-0.53333709</c:v>
                </c:pt>
                <c:pt idx="365">
                  <c:v>-0.54394868</c:v>
                </c:pt>
                <c:pt idx="366">
                  <c:v>-0.554507</c:v>
                </c:pt>
                <c:pt idx="367">
                  <c:v>-0.56501102</c:v>
                </c:pt>
                <c:pt idx="368">
                  <c:v>-0.57545971</c:v>
                </c:pt>
                <c:pt idx="369">
                  <c:v>-0.58585204</c:v>
                </c:pt>
                <c:pt idx="370">
                  <c:v>-0.596187</c:v>
                </c:pt>
                <c:pt idx="371">
                  <c:v>-0.60646357</c:v>
                </c:pt>
                <c:pt idx="372">
                  <c:v>-0.61668076</c:v>
                </c:pt>
                <c:pt idx="373">
                  <c:v>-0.62683755</c:v>
                </c:pt>
                <c:pt idx="374">
                  <c:v>-0.63693296</c:v>
                </c:pt>
                <c:pt idx="375">
                  <c:v>-0.64696599</c:v>
                </c:pt>
                <c:pt idx="376">
                  <c:v>-0.65693566</c:v>
                </c:pt>
                <c:pt idx="377">
                  <c:v>-0.666841</c:v>
                </c:pt>
                <c:pt idx="378">
                  <c:v>-0.67668103</c:v>
                </c:pt>
                <c:pt idx="379">
                  <c:v>-0.6864548</c:v>
                </c:pt>
                <c:pt idx="380">
                  <c:v>-0.69616135</c:v>
                </c:pt>
                <c:pt idx="381">
                  <c:v>-0.70579971</c:v>
                </c:pt>
                <c:pt idx="382">
                  <c:v>-0.71536896</c:v>
                </c:pt>
                <c:pt idx="383">
                  <c:v>-0.72486815</c:v>
                </c:pt>
                <c:pt idx="384">
                  <c:v>-0.73429636</c:v>
                </c:pt>
                <c:pt idx="385">
                  <c:v>-0.74365265</c:v>
                </c:pt>
                <c:pt idx="386">
                  <c:v>-0.75293612</c:v>
                </c:pt>
                <c:pt idx="387">
                  <c:v>-0.76214586</c:v>
                </c:pt>
                <c:pt idx="388">
                  <c:v>-0.77128095</c:v>
                </c:pt>
                <c:pt idx="389">
                  <c:v>-0.78034052</c:v>
                </c:pt>
                <c:pt idx="390">
                  <c:v>-0.78932366</c:v>
                </c:pt>
                <c:pt idx="391">
                  <c:v>-0.79822951</c:v>
                </c:pt>
                <c:pt idx="392">
                  <c:v>-0.80705719</c:v>
                </c:pt>
                <c:pt idx="393">
                  <c:v>-0.81580583</c:v>
                </c:pt>
                <c:pt idx="394">
                  <c:v>-0.82447458</c:v>
                </c:pt>
                <c:pt idx="395">
                  <c:v>-0.83306259</c:v>
                </c:pt>
                <c:pt idx="396">
                  <c:v>-0.84156901</c:v>
                </c:pt>
                <c:pt idx="397">
                  <c:v>-0.84999302</c:v>
                </c:pt>
                <c:pt idx="398">
                  <c:v>-0.85833379</c:v>
                </c:pt>
                <c:pt idx="399">
                  <c:v>-0.86659051</c:v>
                </c:pt>
                <c:pt idx="400">
                  <c:v>-0.87476235</c:v>
                </c:pt>
              </c:numCache>
            </c:numRef>
          </c:yVal>
        </c:ser>
        <c:ser>
          <c:idx val="2"/>
          <c:order val="2"/>
          <c:tx>
            <c:v>Time lead = 3.86 ms</c:v>
          </c:tx>
          <c:spPr>
            <a:ln xmlns:a="http://schemas.openxmlformats.org/drawingml/2006/main" w="38100">
              <a:solidFill>
                <a:srgbClr val="881C1C"/>
              </a:solidFill>
            </a:ln>
          </c:spPr>
          <c:marker>
            <c:symbol val="circle"/>
            <c:size val="7"/>
            <c:spPr>
              <a:solidFill xmlns:a="http://schemas.openxmlformats.org/drawingml/2006/main">
                <a:srgbClr val="881C1C"/>
              </a:solidFill>
            </c:spPr>
          </c:marker>
          <c:xVal>
            <c:numRef>
              <c:f>'Chart Data'!$E$2:$E$3</c:f>
              <c:numCache>
                <c:formatCode>General</c:formatCode>
                <c:ptCount val="2"/>
                <c:pt idx="0">
                  <c:v>10.0308642</c:v>
                </c:pt>
                <c:pt idx="1">
                  <c:v>13.88888889</c:v>
                </c:pt>
              </c:numCache>
            </c:numRef>
          </c:xVal>
          <c:yVal>
            <c:numRef>
              <c:f>'Chart Data'!$F$2:$F$3</c:f>
              <c:numCache>
                <c:formatCode>0.0</c:formatCode>
                <c:ptCount val="2"/>
                <c:pt idx="0">
                  <c:v>1.42</c:v>
                </c:pt>
                <c:pt idx="1">
                  <c:v>1.42</c:v>
                </c:pt>
              </c:numCache>
            </c:numRef>
          </c:yVal>
        </c:ser>
        <c:ser>
          <c:idx val="3"/>
          <c:order val="3"/>
          <c:tx>
            <c:v>Peak guides</c:v>
          </c:tx>
          <c:spPr>
            <a:ln xmlns:a="http://schemas.openxmlformats.org/drawingml/2006/main" w="9525">
              <a:solidFill>
                <a:srgbClr val="881C1C"/>
              </a:solidFill>
            </a:ln>
          </c:spPr>
          <c:marker>
            <c:symbol val="none"/>
            <c:size val="7"/>
            <c:spPr>
              <a:solidFill xmlns:a="http://schemas.openxmlformats.org/drawingml/2006/main">
                <a:srgbClr val="881C1C"/>
              </a:solidFill>
            </c:spPr>
          </c:marker>
          <c:xVal>
            <c:numRef>
              <c:f>'Chart Data'!$G$2:$G$3</c:f>
              <c:numCache>
                <c:formatCode>General</c:formatCode>
                <c:ptCount val="2"/>
                <c:pt idx="0">
                  <c:v>10.0308642</c:v>
                </c:pt>
                <c:pt idx="1">
                  <c:v>10.0308642</c:v>
                </c:pt>
              </c:numCache>
            </c:numRef>
          </c:xVal>
          <c:yVal>
            <c:numRef>
              <c:f>'Chart Data'!$H$2:$H$3</c:f>
              <c:numCache>
                <c:formatCode>0.0</c:formatCode>
                <c:ptCount val="2"/>
                <c:pt idx="0">
                  <c:v>1.2</c:v>
                </c:pt>
                <c:pt idx="1">
                  <c:v>1.42</c:v>
                </c:pt>
              </c:numCache>
            </c:numRef>
          </c:yVal>
        </c:ser>
        <c:ser>
          <c:idx val="4"/>
          <c:order val="4"/>
          <c:tx>
            <c:v>Reference peak guide</c:v>
          </c:tx>
          <c:spPr>
            <a:ln xmlns:a="http://schemas.openxmlformats.org/drawingml/2006/main" w="9525">
              <a:solidFill>
                <a:srgbClr val="929292"/>
              </a:solidFill>
            </a:ln>
          </c:spPr>
          <c:marker>
            <c:symbol val="none"/>
            <c:size val="7"/>
            <c:spPr>
              <a:solidFill xmlns:a="http://schemas.openxmlformats.org/drawingml/2006/main">
                <a:srgbClr val="929292"/>
              </a:solidFill>
            </c:spPr>
          </c:marker>
          <c:xVal>
            <c:numRef>
              <c:f>'Chart Data'!$I$2:$I$3</c:f>
              <c:numCache>
                <c:formatCode>General</c:formatCode>
                <c:ptCount val="2"/>
                <c:pt idx="0">
                  <c:v>13.88888889</c:v>
                </c:pt>
                <c:pt idx="1">
                  <c:v>13.88888889</c:v>
                </c:pt>
              </c:numCache>
            </c:numRef>
          </c:xVal>
          <c:yVal>
            <c:numRef>
              <c:f>'Chart Data'!$J$2:$J$3</c:f>
              <c:numCache>
                <c:formatCode>0.0</c:formatCode>
                <c:ptCount val="2"/>
                <c:pt idx="0">
                  <c:v>1.2</c:v>
                </c:pt>
                <c:pt idx="1">
                  <c:v>1.42</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1.8"/>
          <c:min val="-1.2"/>
        </c:scaling>
        <c:delete val="0"/>
        <c:axPos val="l"/>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Voltage (V)</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50112"/>
        <c:majorUnit val="0.6"/>
      </c:valAx>
      <c:valAx>
        <c:axId val="48650112"/>
        <c:scaling>
          <c:orientation val="minMax"/>
          <c:max val="35"/>
          <c:min val="0"/>
        </c:scaling>
        <c:delete val="0"/>
        <c:axPos val="b"/>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Time (ms)</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72768"/>
        <c:majorUnit val="7"/>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legend>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er>
          <c:idx val="0"/>
          <c:order val="0"/>
          <c:tx>
            <c:v>Dense reference</c:v>
          </c:tx>
          <c:spPr>
            <a:ln xmlns:a="http://schemas.openxmlformats.org/drawingml/2006/main" w="19050">
              <a:solidFill>
                <a:srgbClr val="AEB2B7"/>
              </a:solidFill>
            </a:ln>
          </c:spPr>
          <c:marker>
            <c:symbol val="none"/>
          </c:marker>
          <c:xVal>
            <c:numRef>
              <c:f>'Chart Data'!$A$2:$A$602</c:f>
              <c:numCache>
                <c:formatCode>General</c:formatCode>
                <c:ptCount val="601"/>
                <c:pt idx="0">
                  <c:v>0</c:v>
                </c:pt>
                <c:pt idx="1">
                  <c:v>0.00033333</c:v>
                </c:pt>
                <c:pt idx="2">
                  <c:v>0.00066667</c:v>
                </c:pt>
                <c:pt idx="3">
                  <c:v>0.001</c:v>
                </c:pt>
                <c:pt idx="4">
                  <c:v>0.00133333</c:v>
                </c:pt>
                <c:pt idx="5">
                  <c:v>0.00166667</c:v>
                </c:pt>
                <c:pt idx="6">
                  <c:v>0.002</c:v>
                </c:pt>
                <c:pt idx="7">
                  <c:v>0.00233333</c:v>
                </c:pt>
                <c:pt idx="8">
                  <c:v>0.00266667</c:v>
                </c:pt>
                <c:pt idx="9">
                  <c:v>0.003</c:v>
                </c:pt>
                <c:pt idx="10">
                  <c:v>0.00333333</c:v>
                </c:pt>
                <c:pt idx="11">
                  <c:v>0.00366667</c:v>
                </c:pt>
                <c:pt idx="12">
                  <c:v>0.004</c:v>
                </c:pt>
                <c:pt idx="13">
                  <c:v>0.00433333</c:v>
                </c:pt>
                <c:pt idx="14">
                  <c:v>0.00466667</c:v>
                </c:pt>
                <c:pt idx="15">
                  <c:v>0.005</c:v>
                </c:pt>
                <c:pt idx="16">
                  <c:v>0.00533333</c:v>
                </c:pt>
                <c:pt idx="17">
                  <c:v>0.00566667</c:v>
                </c:pt>
                <c:pt idx="18">
                  <c:v>0.006</c:v>
                </c:pt>
                <c:pt idx="19">
                  <c:v>0.00633333</c:v>
                </c:pt>
                <c:pt idx="20">
                  <c:v>0.00666667</c:v>
                </c:pt>
                <c:pt idx="21">
                  <c:v>0.007</c:v>
                </c:pt>
                <c:pt idx="22">
                  <c:v>0.00733333</c:v>
                </c:pt>
                <c:pt idx="23">
                  <c:v>0.00766667</c:v>
                </c:pt>
                <c:pt idx="24">
                  <c:v>0.008</c:v>
                </c:pt>
                <c:pt idx="25">
                  <c:v>0.00833333</c:v>
                </c:pt>
                <c:pt idx="26">
                  <c:v>0.00866667</c:v>
                </c:pt>
                <c:pt idx="27">
                  <c:v>0.009</c:v>
                </c:pt>
                <c:pt idx="28">
                  <c:v>0.00933333</c:v>
                </c:pt>
                <c:pt idx="29">
                  <c:v>0.00966667</c:v>
                </c:pt>
                <c:pt idx="30">
                  <c:v>0.01</c:v>
                </c:pt>
                <c:pt idx="31">
                  <c:v>0.01033333</c:v>
                </c:pt>
                <c:pt idx="32">
                  <c:v>0.01066667</c:v>
                </c:pt>
                <c:pt idx="33">
                  <c:v>0.011</c:v>
                </c:pt>
                <c:pt idx="34">
                  <c:v>0.01133333</c:v>
                </c:pt>
                <c:pt idx="35">
                  <c:v>0.01166667</c:v>
                </c:pt>
                <c:pt idx="36">
                  <c:v>0.012</c:v>
                </c:pt>
                <c:pt idx="37">
                  <c:v>0.01233333</c:v>
                </c:pt>
                <c:pt idx="38">
                  <c:v>0.01266667</c:v>
                </c:pt>
                <c:pt idx="39">
                  <c:v>0.013</c:v>
                </c:pt>
                <c:pt idx="40">
                  <c:v>0.01333333</c:v>
                </c:pt>
                <c:pt idx="41">
                  <c:v>0.01366667</c:v>
                </c:pt>
                <c:pt idx="42">
                  <c:v>0.014</c:v>
                </c:pt>
                <c:pt idx="43">
                  <c:v>0.01433333</c:v>
                </c:pt>
                <c:pt idx="44">
                  <c:v>0.01466667</c:v>
                </c:pt>
                <c:pt idx="45">
                  <c:v>0.015</c:v>
                </c:pt>
                <c:pt idx="46">
                  <c:v>0.01533333</c:v>
                </c:pt>
                <c:pt idx="47">
                  <c:v>0.01566667</c:v>
                </c:pt>
                <c:pt idx="48">
                  <c:v>0.016</c:v>
                </c:pt>
                <c:pt idx="49">
                  <c:v>0.01633333</c:v>
                </c:pt>
                <c:pt idx="50">
                  <c:v>0.01666667</c:v>
                </c:pt>
                <c:pt idx="51">
                  <c:v>0.017</c:v>
                </c:pt>
                <c:pt idx="52">
                  <c:v>0.01733333</c:v>
                </c:pt>
                <c:pt idx="53">
                  <c:v>0.01766667</c:v>
                </c:pt>
                <c:pt idx="54">
                  <c:v>0.018</c:v>
                </c:pt>
                <c:pt idx="55">
                  <c:v>0.01833333</c:v>
                </c:pt>
                <c:pt idx="56">
                  <c:v>0.01866667</c:v>
                </c:pt>
                <c:pt idx="57">
                  <c:v>0.019</c:v>
                </c:pt>
                <c:pt idx="58">
                  <c:v>0.01933333</c:v>
                </c:pt>
                <c:pt idx="59">
                  <c:v>0.01966667</c:v>
                </c:pt>
                <c:pt idx="60">
                  <c:v>0.02</c:v>
                </c:pt>
                <c:pt idx="61">
                  <c:v>0.02033333</c:v>
                </c:pt>
                <c:pt idx="62">
                  <c:v>0.02066667</c:v>
                </c:pt>
                <c:pt idx="63">
                  <c:v>0.021</c:v>
                </c:pt>
                <c:pt idx="64">
                  <c:v>0.02133333</c:v>
                </c:pt>
                <c:pt idx="65">
                  <c:v>0.02166667</c:v>
                </c:pt>
                <c:pt idx="66">
                  <c:v>0.022</c:v>
                </c:pt>
                <c:pt idx="67">
                  <c:v>0.02233333</c:v>
                </c:pt>
                <c:pt idx="68">
                  <c:v>0.02266667</c:v>
                </c:pt>
                <c:pt idx="69">
                  <c:v>0.023</c:v>
                </c:pt>
                <c:pt idx="70">
                  <c:v>0.02333333</c:v>
                </c:pt>
                <c:pt idx="71">
                  <c:v>0.02366667</c:v>
                </c:pt>
                <c:pt idx="72">
                  <c:v>0.024</c:v>
                </c:pt>
                <c:pt idx="73">
                  <c:v>0.02433333</c:v>
                </c:pt>
                <c:pt idx="74">
                  <c:v>0.02466667</c:v>
                </c:pt>
                <c:pt idx="75">
                  <c:v>0.025</c:v>
                </c:pt>
                <c:pt idx="76">
                  <c:v>0.02533333</c:v>
                </c:pt>
                <c:pt idx="77">
                  <c:v>0.02566667</c:v>
                </c:pt>
                <c:pt idx="78">
                  <c:v>0.026</c:v>
                </c:pt>
                <c:pt idx="79">
                  <c:v>0.02633333</c:v>
                </c:pt>
                <c:pt idx="80">
                  <c:v>0.02666667</c:v>
                </c:pt>
                <c:pt idx="81">
                  <c:v>0.027</c:v>
                </c:pt>
                <c:pt idx="82">
                  <c:v>0.02733333</c:v>
                </c:pt>
                <c:pt idx="83">
                  <c:v>0.02766667</c:v>
                </c:pt>
                <c:pt idx="84">
                  <c:v>0.028</c:v>
                </c:pt>
                <c:pt idx="85">
                  <c:v>0.02833333</c:v>
                </c:pt>
                <c:pt idx="86">
                  <c:v>0.02866667</c:v>
                </c:pt>
                <c:pt idx="87">
                  <c:v>0.029</c:v>
                </c:pt>
                <c:pt idx="88">
                  <c:v>0.02933333</c:v>
                </c:pt>
                <c:pt idx="89">
                  <c:v>0.02966667</c:v>
                </c:pt>
                <c:pt idx="90">
                  <c:v>0.03</c:v>
                </c:pt>
                <c:pt idx="91">
                  <c:v>0.03033333</c:v>
                </c:pt>
                <c:pt idx="92">
                  <c:v>0.03066667</c:v>
                </c:pt>
                <c:pt idx="93">
                  <c:v>0.031</c:v>
                </c:pt>
                <c:pt idx="94">
                  <c:v>0.03133333</c:v>
                </c:pt>
                <c:pt idx="95">
                  <c:v>0.03166667</c:v>
                </c:pt>
                <c:pt idx="96">
                  <c:v>0.032</c:v>
                </c:pt>
                <c:pt idx="97">
                  <c:v>0.03233333</c:v>
                </c:pt>
                <c:pt idx="98">
                  <c:v>0.03266667</c:v>
                </c:pt>
                <c:pt idx="99">
                  <c:v>0.033</c:v>
                </c:pt>
                <c:pt idx="100">
                  <c:v>0.03333333</c:v>
                </c:pt>
                <c:pt idx="101">
                  <c:v>0.03366667</c:v>
                </c:pt>
                <c:pt idx="102">
                  <c:v>0.034</c:v>
                </c:pt>
                <c:pt idx="103">
                  <c:v>0.03433333</c:v>
                </c:pt>
                <c:pt idx="104">
                  <c:v>0.03466667</c:v>
                </c:pt>
                <c:pt idx="105">
                  <c:v>0.035</c:v>
                </c:pt>
                <c:pt idx="106">
                  <c:v>0.03533333</c:v>
                </c:pt>
                <c:pt idx="107">
                  <c:v>0.03566667</c:v>
                </c:pt>
                <c:pt idx="108">
                  <c:v>0.036</c:v>
                </c:pt>
                <c:pt idx="109">
                  <c:v>0.03633333</c:v>
                </c:pt>
                <c:pt idx="110">
                  <c:v>0.03666667</c:v>
                </c:pt>
                <c:pt idx="111">
                  <c:v>0.037</c:v>
                </c:pt>
                <c:pt idx="112">
                  <c:v>0.03733333</c:v>
                </c:pt>
                <c:pt idx="113">
                  <c:v>0.03766667</c:v>
                </c:pt>
                <c:pt idx="114">
                  <c:v>0.038</c:v>
                </c:pt>
                <c:pt idx="115">
                  <c:v>0.03833333</c:v>
                </c:pt>
                <c:pt idx="116">
                  <c:v>0.03866667</c:v>
                </c:pt>
                <c:pt idx="117">
                  <c:v>0.039</c:v>
                </c:pt>
                <c:pt idx="118">
                  <c:v>0.03933333</c:v>
                </c:pt>
                <c:pt idx="119">
                  <c:v>0.03966667</c:v>
                </c:pt>
                <c:pt idx="120">
                  <c:v>0.04</c:v>
                </c:pt>
                <c:pt idx="121">
                  <c:v>0.04033333</c:v>
                </c:pt>
                <c:pt idx="122">
                  <c:v>0.04066667</c:v>
                </c:pt>
                <c:pt idx="123">
                  <c:v>0.041</c:v>
                </c:pt>
                <c:pt idx="124">
                  <c:v>0.04133333</c:v>
                </c:pt>
                <c:pt idx="125">
                  <c:v>0.04166667</c:v>
                </c:pt>
                <c:pt idx="126">
                  <c:v>0.042</c:v>
                </c:pt>
                <c:pt idx="127">
                  <c:v>0.04233333</c:v>
                </c:pt>
                <c:pt idx="128">
                  <c:v>0.04266667</c:v>
                </c:pt>
                <c:pt idx="129">
                  <c:v>0.043</c:v>
                </c:pt>
                <c:pt idx="130">
                  <c:v>0.04333333</c:v>
                </c:pt>
                <c:pt idx="131">
                  <c:v>0.04366667</c:v>
                </c:pt>
                <c:pt idx="132">
                  <c:v>0.044</c:v>
                </c:pt>
                <c:pt idx="133">
                  <c:v>0.04433333</c:v>
                </c:pt>
                <c:pt idx="134">
                  <c:v>0.04466667</c:v>
                </c:pt>
                <c:pt idx="135">
                  <c:v>0.045</c:v>
                </c:pt>
                <c:pt idx="136">
                  <c:v>0.04533333</c:v>
                </c:pt>
                <c:pt idx="137">
                  <c:v>0.04566667</c:v>
                </c:pt>
                <c:pt idx="138">
                  <c:v>0.046</c:v>
                </c:pt>
                <c:pt idx="139">
                  <c:v>0.04633333</c:v>
                </c:pt>
                <c:pt idx="140">
                  <c:v>0.04666667</c:v>
                </c:pt>
                <c:pt idx="141">
                  <c:v>0.047</c:v>
                </c:pt>
                <c:pt idx="142">
                  <c:v>0.04733333</c:v>
                </c:pt>
                <c:pt idx="143">
                  <c:v>0.04766667</c:v>
                </c:pt>
                <c:pt idx="144">
                  <c:v>0.048</c:v>
                </c:pt>
                <c:pt idx="145">
                  <c:v>0.04833333</c:v>
                </c:pt>
                <c:pt idx="146">
                  <c:v>0.04866667</c:v>
                </c:pt>
                <c:pt idx="147">
                  <c:v>0.049</c:v>
                </c:pt>
                <c:pt idx="148">
                  <c:v>0.04933333</c:v>
                </c:pt>
                <c:pt idx="149">
                  <c:v>0.04966667</c:v>
                </c:pt>
                <c:pt idx="150">
                  <c:v>0.05</c:v>
                </c:pt>
                <c:pt idx="151">
                  <c:v>0.05033333</c:v>
                </c:pt>
                <c:pt idx="152">
                  <c:v>0.05066667</c:v>
                </c:pt>
                <c:pt idx="153">
                  <c:v>0.051</c:v>
                </c:pt>
                <c:pt idx="154">
                  <c:v>0.05133333</c:v>
                </c:pt>
                <c:pt idx="155">
                  <c:v>0.05166667</c:v>
                </c:pt>
                <c:pt idx="156">
                  <c:v>0.052</c:v>
                </c:pt>
                <c:pt idx="157">
                  <c:v>0.05233333</c:v>
                </c:pt>
                <c:pt idx="158">
                  <c:v>0.05266667</c:v>
                </c:pt>
                <c:pt idx="159">
                  <c:v>0.053</c:v>
                </c:pt>
                <c:pt idx="160">
                  <c:v>0.05333333</c:v>
                </c:pt>
                <c:pt idx="161">
                  <c:v>0.05366667</c:v>
                </c:pt>
                <c:pt idx="162">
                  <c:v>0.054</c:v>
                </c:pt>
                <c:pt idx="163">
                  <c:v>0.05433333</c:v>
                </c:pt>
                <c:pt idx="164">
                  <c:v>0.05466667</c:v>
                </c:pt>
                <c:pt idx="165">
                  <c:v>0.055</c:v>
                </c:pt>
                <c:pt idx="166">
                  <c:v>0.05533333</c:v>
                </c:pt>
                <c:pt idx="167">
                  <c:v>0.05566667</c:v>
                </c:pt>
                <c:pt idx="168">
                  <c:v>0.056</c:v>
                </c:pt>
                <c:pt idx="169">
                  <c:v>0.05633333</c:v>
                </c:pt>
                <c:pt idx="170">
                  <c:v>0.05666667</c:v>
                </c:pt>
                <c:pt idx="171">
                  <c:v>0.057</c:v>
                </c:pt>
                <c:pt idx="172">
                  <c:v>0.05733333</c:v>
                </c:pt>
                <c:pt idx="173">
                  <c:v>0.05766667</c:v>
                </c:pt>
                <c:pt idx="174">
                  <c:v>0.058</c:v>
                </c:pt>
                <c:pt idx="175">
                  <c:v>0.05833333</c:v>
                </c:pt>
                <c:pt idx="176">
                  <c:v>0.05866667</c:v>
                </c:pt>
                <c:pt idx="177">
                  <c:v>0.059</c:v>
                </c:pt>
                <c:pt idx="178">
                  <c:v>0.05933333</c:v>
                </c:pt>
                <c:pt idx="179">
                  <c:v>0.05966667</c:v>
                </c:pt>
                <c:pt idx="180">
                  <c:v>0.06</c:v>
                </c:pt>
                <c:pt idx="181">
                  <c:v>0.06033333</c:v>
                </c:pt>
                <c:pt idx="182">
                  <c:v>0.06066667</c:v>
                </c:pt>
                <c:pt idx="183">
                  <c:v>0.061</c:v>
                </c:pt>
                <c:pt idx="184">
                  <c:v>0.06133333</c:v>
                </c:pt>
                <c:pt idx="185">
                  <c:v>0.06166667</c:v>
                </c:pt>
                <c:pt idx="186">
                  <c:v>0.062</c:v>
                </c:pt>
                <c:pt idx="187">
                  <c:v>0.06233333</c:v>
                </c:pt>
                <c:pt idx="188">
                  <c:v>0.06266667</c:v>
                </c:pt>
                <c:pt idx="189">
                  <c:v>0.063</c:v>
                </c:pt>
                <c:pt idx="190">
                  <c:v>0.06333333</c:v>
                </c:pt>
                <c:pt idx="191">
                  <c:v>0.06366667</c:v>
                </c:pt>
                <c:pt idx="192">
                  <c:v>0.064</c:v>
                </c:pt>
                <c:pt idx="193">
                  <c:v>0.06433333</c:v>
                </c:pt>
                <c:pt idx="194">
                  <c:v>0.06466667</c:v>
                </c:pt>
                <c:pt idx="195">
                  <c:v>0.065</c:v>
                </c:pt>
                <c:pt idx="196">
                  <c:v>0.06533333</c:v>
                </c:pt>
                <c:pt idx="197">
                  <c:v>0.06566667</c:v>
                </c:pt>
                <c:pt idx="198">
                  <c:v>0.066</c:v>
                </c:pt>
                <c:pt idx="199">
                  <c:v>0.06633333</c:v>
                </c:pt>
                <c:pt idx="200">
                  <c:v>0.06666667</c:v>
                </c:pt>
                <c:pt idx="201">
                  <c:v>0.067</c:v>
                </c:pt>
                <c:pt idx="202">
                  <c:v>0.06733333</c:v>
                </c:pt>
                <c:pt idx="203">
                  <c:v>0.06766667</c:v>
                </c:pt>
                <c:pt idx="204">
                  <c:v>0.068</c:v>
                </c:pt>
                <c:pt idx="205">
                  <c:v>0.06833333</c:v>
                </c:pt>
                <c:pt idx="206">
                  <c:v>0.06866667</c:v>
                </c:pt>
                <c:pt idx="207">
                  <c:v>0.069</c:v>
                </c:pt>
                <c:pt idx="208">
                  <c:v>0.06933333</c:v>
                </c:pt>
                <c:pt idx="209">
                  <c:v>0.06966667</c:v>
                </c:pt>
                <c:pt idx="210">
                  <c:v>0.07</c:v>
                </c:pt>
                <c:pt idx="211">
                  <c:v>0.07033333</c:v>
                </c:pt>
                <c:pt idx="212">
                  <c:v>0.07066667</c:v>
                </c:pt>
                <c:pt idx="213">
                  <c:v>0.071</c:v>
                </c:pt>
                <c:pt idx="214">
                  <c:v>0.07133333</c:v>
                </c:pt>
                <c:pt idx="215">
                  <c:v>0.07166667</c:v>
                </c:pt>
                <c:pt idx="216">
                  <c:v>0.072</c:v>
                </c:pt>
                <c:pt idx="217">
                  <c:v>0.07233333</c:v>
                </c:pt>
                <c:pt idx="218">
                  <c:v>0.07266667</c:v>
                </c:pt>
                <c:pt idx="219">
                  <c:v>0.073</c:v>
                </c:pt>
                <c:pt idx="220">
                  <c:v>0.07333333</c:v>
                </c:pt>
                <c:pt idx="221">
                  <c:v>0.07366667</c:v>
                </c:pt>
                <c:pt idx="222">
                  <c:v>0.074</c:v>
                </c:pt>
                <c:pt idx="223">
                  <c:v>0.07433333</c:v>
                </c:pt>
                <c:pt idx="224">
                  <c:v>0.07466667</c:v>
                </c:pt>
                <c:pt idx="225">
                  <c:v>0.075</c:v>
                </c:pt>
                <c:pt idx="226">
                  <c:v>0.07533333</c:v>
                </c:pt>
                <c:pt idx="227">
                  <c:v>0.07566667</c:v>
                </c:pt>
                <c:pt idx="228">
                  <c:v>0.076</c:v>
                </c:pt>
                <c:pt idx="229">
                  <c:v>0.07633333</c:v>
                </c:pt>
                <c:pt idx="230">
                  <c:v>0.07666667</c:v>
                </c:pt>
                <c:pt idx="231">
                  <c:v>0.077</c:v>
                </c:pt>
                <c:pt idx="232">
                  <c:v>0.07733333</c:v>
                </c:pt>
                <c:pt idx="233">
                  <c:v>0.07766667</c:v>
                </c:pt>
                <c:pt idx="234">
                  <c:v>0.078</c:v>
                </c:pt>
                <c:pt idx="235">
                  <c:v>0.07833333</c:v>
                </c:pt>
                <c:pt idx="236">
                  <c:v>0.07866667</c:v>
                </c:pt>
                <c:pt idx="237">
                  <c:v>0.079</c:v>
                </c:pt>
                <c:pt idx="238">
                  <c:v>0.07933333</c:v>
                </c:pt>
                <c:pt idx="239">
                  <c:v>0.07966667</c:v>
                </c:pt>
                <c:pt idx="240">
                  <c:v>0.08</c:v>
                </c:pt>
                <c:pt idx="241">
                  <c:v>0.08033333</c:v>
                </c:pt>
                <c:pt idx="242">
                  <c:v>0.08066667</c:v>
                </c:pt>
                <c:pt idx="243">
                  <c:v>0.081</c:v>
                </c:pt>
                <c:pt idx="244">
                  <c:v>0.08133333</c:v>
                </c:pt>
                <c:pt idx="245">
                  <c:v>0.08166667</c:v>
                </c:pt>
                <c:pt idx="246">
                  <c:v>0.082</c:v>
                </c:pt>
                <c:pt idx="247">
                  <c:v>0.08233333</c:v>
                </c:pt>
                <c:pt idx="248">
                  <c:v>0.08266667</c:v>
                </c:pt>
                <c:pt idx="249">
                  <c:v>0.083</c:v>
                </c:pt>
                <c:pt idx="250">
                  <c:v>0.08333333</c:v>
                </c:pt>
                <c:pt idx="251">
                  <c:v>0.08366667</c:v>
                </c:pt>
                <c:pt idx="252">
                  <c:v>0.084</c:v>
                </c:pt>
                <c:pt idx="253">
                  <c:v>0.08433333</c:v>
                </c:pt>
                <c:pt idx="254">
                  <c:v>0.08466667</c:v>
                </c:pt>
                <c:pt idx="255">
                  <c:v>0.085</c:v>
                </c:pt>
                <c:pt idx="256">
                  <c:v>0.08533333</c:v>
                </c:pt>
                <c:pt idx="257">
                  <c:v>0.08566667</c:v>
                </c:pt>
                <c:pt idx="258">
                  <c:v>0.086</c:v>
                </c:pt>
                <c:pt idx="259">
                  <c:v>0.08633333</c:v>
                </c:pt>
                <c:pt idx="260">
                  <c:v>0.08666667</c:v>
                </c:pt>
                <c:pt idx="261">
                  <c:v>0.087</c:v>
                </c:pt>
                <c:pt idx="262">
                  <c:v>0.08733333</c:v>
                </c:pt>
                <c:pt idx="263">
                  <c:v>0.08766667</c:v>
                </c:pt>
                <c:pt idx="264">
                  <c:v>0.088</c:v>
                </c:pt>
                <c:pt idx="265">
                  <c:v>0.08833333</c:v>
                </c:pt>
                <c:pt idx="266">
                  <c:v>0.08866667</c:v>
                </c:pt>
                <c:pt idx="267">
                  <c:v>0.089</c:v>
                </c:pt>
                <c:pt idx="268">
                  <c:v>0.08933333</c:v>
                </c:pt>
                <c:pt idx="269">
                  <c:v>0.08966667</c:v>
                </c:pt>
                <c:pt idx="270">
                  <c:v>0.09</c:v>
                </c:pt>
                <c:pt idx="271">
                  <c:v>0.09033333</c:v>
                </c:pt>
                <c:pt idx="272">
                  <c:v>0.09066667</c:v>
                </c:pt>
                <c:pt idx="273">
                  <c:v>0.091</c:v>
                </c:pt>
                <c:pt idx="274">
                  <c:v>0.09133333</c:v>
                </c:pt>
                <c:pt idx="275">
                  <c:v>0.09166667</c:v>
                </c:pt>
                <c:pt idx="276">
                  <c:v>0.092</c:v>
                </c:pt>
                <c:pt idx="277">
                  <c:v>0.09233333</c:v>
                </c:pt>
                <c:pt idx="278">
                  <c:v>0.09266667</c:v>
                </c:pt>
                <c:pt idx="279">
                  <c:v>0.093</c:v>
                </c:pt>
                <c:pt idx="280">
                  <c:v>0.09333333</c:v>
                </c:pt>
                <c:pt idx="281">
                  <c:v>0.09366667</c:v>
                </c:pt>
                <c:pt idx="282">
                  <c:v>0.094</c:v>
                </c:pt>
                <c:pt idx="283">
                  <c:v>0.09433333</c:v>
                </c:pt>
                <c:pt idx="284">
                  <c:v>0.09466667</c:v>
                </c:pt>
                <c:pt idx="285">
                  <c:v>0.095</c:v>
                </c:pt>
                <c:pt idx="286">
                  <c:v>0.09533333</c:v>
                </c:pt>
                <c:pt idx="287">
                  <c:v>0.09566667</c:v>
                </c:pt>
                <c:pt idx="288">
                  <c:v>0.096</c:v>
                </c:pt>
                <c:pt idx="289">
                  <c:v>0.09633333</c:v>
                </c:pt>
                <c:pt idx="290">
                  <c:v>0.09666667</c:v>
                </c:pt>
                <c:pt idx="291">
                  <c:v>0.097</c:v>
                </c:pt>
                <c:pt idx="292">
                  <c:v>0.09733333</c:v>
                </c:pt>
                <c:pt idx="293">
                  <c:v>0.09766667</c:v>
                </c:pt>
                <c:pt idx="294">
                  <c:v>0.098</c:v>
                </c:pt>
                <c:pt idx="295">
                  <c:v>0.09833333</c:v>
                </c:pt>
                <c:pt idx="296">
                  <c:v>0.09866667</c:v>
                </c:pt>
                <c:pt idx="297">
                  <c:v>0.099</c:v>
                </c:pt>
                <c:pt idx="298">
                  <c:v>0.09933333</c:v>
                </c:pt>
                <c:pt idx="299">
                  <c:v>0.09966667</c:v>
                </c:pt>
                <c:pt idx="300">
                  <c:v>0.1</c:v>
                </c:pt>
                <c:pt idx="301">
                  <c:v>0.10033333</c:v>
                </c:pt>
                <c:pt idx="302">
                  <c:v>0.10066667</c:v>
                </c:pt>
                <c:pt idx="303">
                  <c:v>0.101</c:v>
                </c:pt>
                <c:pt idx="304">
                  <c:v>0.10133333</c:v>
                </c:pt>
                <c:pt idx="305">
                  <c:v>0.10166667</c:v>
                </c:pt>
                <c:pt idx="306">
                  <c:v>0.102</c:v>
                </c:pt>
                <c:pt idx="307">
                  <c:v>0.10233333</c:v>
                </c:pt>
                <c:pt idx="308">
                  <c:v>0.10266667</c:v>
                </c:pt>
                <c:pt idx="309">
                  <c:v>0.103</c:v>
                </c:pt>
                <c:pt idx="310">
                  <c:v>0.10333333</c:v>
                </c:pt>
                <c:pt idx="311">
                  <c:v>0.10366667</c:v>
                </c:pt>
                <c:pt idx="312">
                  <c:v>0.104</c:v>
                </c:pt>
                <c:pt idx="313">
                  <c:v>0.10433333</c:v>
                </c:pt>
                <c:pt idx="314">
                  <c:v>0.10466667</c:v>
                </c:pt>
                <c:pt idx="315">
                  <c:v>0.105</c:v>
                </c:pt>
                <c:pt idx="316">
                  <c:v>0.10533333</c:v>
                </c:pt>
                <c:pt idx="317">
                  <c:v>0.10566667</c:v>
                </c:pt>
                <c:pt idx="318">
                  <c:v>0.106</c:v>
                </c:pt>
                <c:pt idx="319">
                  <c:v>0.10633333</c:v>
                </c:pt>
                <c:pt idx="320">
                  <c:v>0.10666667</c:v>
                </c:pt>
                <c:pt idx="321">
                  <c:v>0.107</c:v>
                </c:pt>
                <c:pt idx="322">
                  <c:v>0.10733333</c:v>
                </c:pt>
                <c:pt idx="323">
                  <c:v>0.10766667</c:v>
                </c:pt>
                <c:pt idx="324">
                  <c:v>0.108</c:v>
                </c:pt>
                <c:pt idx="325">
                  <c:v>0.10833333</c:v>
                </c:pt>
                <c:pt idx="326">
                  <c:v>0.10866667</c:v>
                </c:pt>
                <c:pt idx="327">
                  <c:v>0.109</c:v>
                </c:pt>
                <c:pt idx="328">
                  <c:v>0.10933333</c:v>
                </c:pt>
                <c:pt idx="329">
                  <c:v>0.10966667</c:v>
                </c:pt>
                <c:pt idx="330">
                  <c:v>0.11</c:v>
                </c:pt>
                <c:pt idx="331">
                  <c:v>0.11033333</c:v>
                </c:pt>
                <c:pt idx="332">
                  <c:v>0.11066667</c:v>
                </c:pt>
                <c:pt idx="333">
                  <c:v>0.111</c:v>
                </c:pt>
                <c:pt idx="334">
                  <c:v>0.11133333</c:v>
                </c:pt>
                <c:pt idx="335">
                  <c:v>0.11166667</c:v>
                </c:pt>
                <c:pt idx="336">
                  <c:v>0.112</c:v>
                </c:pt>
                <c:pt idx="337">
                  <c:v>0.11233333</c:v>
                </c:pt>
                <c:pt idx="338">
                  <c:v>0.11266667</c:v>
                </c:pt>
                <c:pt idx="339">
                  <c:v>0.113</c:v>
                </c:pt>
                <c:pt idx="340">
                  <c:v>0.11333333</c:v>
                </c:pt>
                <c:pt idx="341">
                  <c:v>0.11366667</c:v>
                </c:pt>
                <c:pt idx="342">
                  <c:v>0.114</c:v>
                </c:pt>
                <c:pt idx="343">
                  <c:v>0.11433333</c:v>
                </c:pt>
                <c:pt idx="344">
                  <c:v>0.11466667</c:v>
                </c:pt>
                <c:pt idx="345">
                  <c:v>0.115</c:v>
                </c:pt>
                <c:pt idx="346">
                  <c:v>0.11533333</c:v>
                </c:pt>
                <c:pt idx="347">
                  <c:v>0.11566667</c:v>
                </c:pt>
                <c:pt idx="348">
                  <c:v>0.116</c:v>
                </c:pt>
                <c:pt idx="349">
                  <c:v>0.11633333</c:v>
                </c:pt>
                <c:pt idx="350">
                  <c:v>0.11666667</c:v>
                </c:pt>
                <c:pt idx="351">
                  <c:v>0.117</c:v>
                </c:pt>
                <c:pt idx="352">
                  <c:v>0.11733333</c:v>
                </c:pt>
                <c:pt idx="353">
                  <c:v>0.11766667</c:v>
                </c:pt>
                <c:pt idx="354">
                  <c:v>0.118</c:v>
                </c:pt>
                <c:pt idx="355">
                  <c:v>0.11833333</c:v>
                </c:pt>
                <c:pt idx="356">
                  <c:v>0.11866667</c:v>
                </c:pt>
                <c:pt idx="357">
                  <c:v>0.119</c:v>
                </c:pt>
                <c:pt idx="358">
                  <c:v>0.11933333</c:v>
                </c:pt>
                <c:pt idx="359">
                  <c:v>0.11966667</c:v>
                </c:pt>
                <c:pt idx="360">
                  <c:v>0.12</c:v>
                </c:pt>
                <c:pt idx="361">
                  <c:v>0.12033333</c:v>
                </c:pt>
                <c:pt idx="362">
                  <c:v>0.12066667</c:v>
                </c:pt>
                <c:pt idx="363">
                  <c:v>0.121</c:v>
                </c:pt>
                <c:pt idx="364">
                  <c:v>0.12133333</c:v>
                </c:pt>
                <c:pt idx="365">
                  <c:v>0.12166667</c:v>
                </c:pt>
                <c:pt idx="366">
                  <c:v>0.122</c:v>
                </c:pt>
                <c:pt idx="367">
                  <c:v>0.12233333</c:v>
                </c:pt>
                <c:pt idx="368">
                  <c:v>0.12266667</c:v>
                </c:pt>
                <c:pt idx="369">
                  <c:v>0.123</c:v>
                </c:pt>
                <c:pt idx="370">
                  <c:v>0.12333333</c:v>
                </c:pt>
                <c:pt idx="371">
                  <c:v>0.12366667</c:v>
                </c:pt>
                <c:pt idx="372">
                  <c:v>0.124</c:v>
                </c:pt>
                <c:pt idx="373">
                  <c:v>0.12433333</c:v>
                </c:pt>
                <c:pt idx="374">
                  <c:v>0.12466667</c:v>
                </c:pt>
                <c:pt idx="375">
                  <c:v>0.125</c:v>
                </c:pt>
                <c:pt idx="376">
                  <c:v>0.12533333</c:v>
                </c:pt>
                <c:pt idx="377">
                  <c:v>0.12566667</c:v>
                </c:pt>
                <c:pt idx="378">
                  <c:v>0.126</c:v>
                </c:pt>
                <c:pt idx="379">
                  <c:v>0.12633333</c:v>
                </c:pt>
                <c:pt idx="380">
                  <c:v>0.12666667</c:v>
                </c:pt>
                <c:pt idx="381">
                  <c:v>0.127</c:v>
                </c:pt>
                <c:pt idx="382">
                  <c:v>0.12733333</c:v>
                </c:pt>
                <c:pt idx="383">
                  <c:v>0.12766667</c:v>
                </c:pt>
                <c:pt idx="384">
                  <c:v>0.128</c:v>
                </c:pt>
                <c:pt idx="385">
                  <c:v>0.12833333</c:v>
                </c:pt>
                <c:pt idx="386">
                  <c:v>0.12866667</c:v>
                </c:pt>
                <c:pt idx="387">
                  <c:v>0.129</c:v>
                </c:pt>
                <c:pt idx="388">
                  <c:v>0.12933333</c:v>
                </c:pt>
                <c:pt idx="389">
                  <c:v>0.12966667</c:v>
                </c:pt>
                <c:pt idx="390">
                  <c:v>0.13</c:v>
                </c:pt>
                <c:pt idx="391">
                  <c:v>0.13033333</c:v>
                </c:pt>
                <c:pt idx="392">
                  <c:v>0.13066667</c:v>
                </c:pt>
                <c:pt idx="393">
                  <c:v>0.131</c:v>
                </c:pt>
                <c:pt idx="394">
                  <c:v>0.13133333</c:v>
                </c:pt>
                <c:pt idx="395">
                  <c:v>0.13166667</c:v>
                </c:pt>
                <c:pt idx="396">
                  <c:v>0.132</c:v>
                </c:pt>
                <c:pt idx="397">
                  <c:v>0.13233333</c:v>
                </c:pt>
                <c:pt idx="398">
                  <c:v>0.13266667</c:v>
                </c:pt>
                <c:pt idx="399">
                  <c:v>0.133</c:v>
                </c:pt>
                <c:pt idx="400">
                  <c:v>0.13333333</c:v>
                </c:pt>
                <c:pt idx="401">
                  <c:v>0.13366667</c:v>
                </c:pt>
                <c:pt idx="402">
                  <c:v>0.134</c:v>
                </c:pt>
                <c:pt idx="403">
                  <c:v>0.13433333</c:v>
                </c:pt>
                <c:pt idx="404">
                  <c:v>0.13466667</c:v>
                </c:pt>
                <c:pt idx="405">
                  <c:v>0.135</c:v>
                </c:pt>
                <c:pt idx="406">
                  <c:v>0.13533333</c:v>
                </c:pt>
                <c:pt idx="407">
                  <c:v>0.13566667</c:v>
                </c:pt>
                <c:pt idx="408">
                  <c:v>0.136</c:v>
                </c:pt>
                <c:pt idx="409">
                  <c:v>0.13633333</c:v>
                </c:pt>
                <c:pt idx="410">
                  <c:v>0.13666667</c:v>
                </c:pt>
                <c:pt idx="411">
                  <c:v>0.137</c:v>
                </c:pt>
                <c:pt idx="412">
                  <c:v>0.13733333</c:v>
                </c:pt>
                <c:pt idx="413">
                  <c:v>0.13766667</c:v>
                </c:pt>
                <c:pt idx="414">
                  <c:v>0.138</c:v>
                </c:pt>
                <c:pt idx="415">
                  <c:v>0.13833333</c:v>
                </c:pt>
                <c:pt idx="416">
                  <c:v>0.13866667</c:v>
                </c:pt>
                <c:pt idx="417">
                  <c:v>0.139</c:v>
                </c:pt>
                <c:pt idx="418">
                  <c:v>0.13933333</c:v>
                </c:pt>
                <c:pt idx="419">
                  <c:v>0.13966667</c:v>
                </c:pt>
                <c:pt idx="420">
                  <c:v>0.14</c:v>
                </c:pt>
                <c:pt idx="421">
                  <c:v>0.14033333</c:v>
                </c:pt>
                <c:pt idx="422">
                  <c:v>0.14066667</c:v>
                </c:pt>
                <c:pt idx="423">
                  <c:v>0.141</c:v>
                </c:pt>
                <c:pt idx="424">
                  <c:v>0.14133333</c:v>
                </c:pt>
                <c:pt idx="425">
                  <c:v>0.14166667</c:v>
                </c:pt>
                <c:pt idx="426">
                  <c:v>0.142</c:v>
                </c:pt>
                <c:pt idx="427">
                  <c:v>0.14233333</c:v>
                </c:pt>
                <c:pt idx="428">
                  <c:v>0.14266667</c:v>
                </c:pt>
                <c:pt idx="429">
                  <c:v>0.143</c:v>
                </c:pt>
                <c:pt idx="430">
                  <c:v>0.14333333</c:v>
                </c:pt>
                <c:pt idx="431">
                  <c:v>0.14366667</c:v>
                </c:pt>
                <c:pt idx="432">
                  <c:v>0.144</c:v>
                </c:pt>
                <c:pt idx="433">
                  <c:v>0.14433333</c:v>
                </c:pt>
                <c:pt idx="434">
                  <c:v>0.14466667</c:v>
                </c:pt>
                <c:pt idx="435">
                  <c:v>0.145</c:v>
                </c:pt>
                <c:pt idx="436">
                  <c:v>0.14533333</c:v>
                </c:pt>
                <c:pt idx="437">
                  <c:v>0.14566667</c:v>
                </c:pt>
                <c:pt idx="438">
                  <c:v>0.146</c:v>
                </c:pt>
                <c:pt idx="439">
                  <c:v>0.14633333</c:v>
                </c:pt>
                <c:pt idx="440">
                  <c:v>0.14666667</c:v>
                </c:pt>
                <c:pt idx="441">
                  <c:v>0.147</c:v>
                </c:pt>
                <c:pt idx="442">
                  <c:v>0.14733333</c:v>
                </c:pt>
                <c:pt idx="443">
                  <c:v>0.14766667</c:v>
                </c:pt>
                <c:pt idx="444">
                  <c:v>0.148</c:v>
                </c:pt>
                <c:pt idx="445">
                  <c:v>0.14833333</c:v>
                </c:pt>
                <c:pt idx="446">
                  <c:v>0.14866667</c:v>
                </c:pt>
                <c:pt idx="447">
                  <c:v>0.149</c:v>
                </c:pt>
                <c:pt idx="448">
                  <c:v>0.14933333</c:v>
                </c:pt>
                <c:pt idx="449">
                  <c:v>0.14966667</c:v>
                </c:pt>
                <c:pt idx="450">
                  <c:v>0.15</c:v>
                </c:pt>
                <c:pt idx="451">
                  <c:v>0.15033333</c:v>
                </c:pt>
                <c:pt idx="452">
                  <c:v>0.15066667</c:v>
                </c:pt>
                <c:pt idx="453">
                  <c:v>0.151</c:v>
                </c:pt>
                <c:pt idx="454">
                  <c:v>0.15133333</c:v>
                </c:pt>
                <c:pt idx="455">
                  <c:v>0.15166667</c:v>
                </c:pt>
                <c:pt idx="456">
                  <c:v>0.152</c:v>
                </c:pt>
                <c:pt idx="457">
                  <c:v>0.15233333</c:v>
                </c:pt>
                <c:pt idx="458">
                  <c:v>0.15266667</c:v>
                </c:pt>
                <c:pt idx="459">
                  <c:v>0.153</c:v>
                </c:pt>
                <c:pt idx="460">
                  <c:v>0.15333333</c:v>
                </c:pt>
                <c:pt idx="461">
                  <c:v>0.15366667</c:v>
                </c:pt>
                <c:pt idx="462">
                  <c:v>0.154</c:v>
                </c:pt>
                <c:pt idx="463">
                  <c:v>0.15433333</c:v>
                </c:pt>
                <c:pt idx="464">
                  <c:v>0.15466667</c:v>
                </c:pt>
                <c:pt idx="465">
                  <c:v>0.155</c:v>
                </c:pt>
                <c:pt idx="466">
                  <c:v>0.15533333</c:v>
                </c:pt>
                <c:pt idx="467">
                  <c:v>0.15566667</c:v>
                </c:pt>
                <c:pt idx="468">
                  <c:v>0.156</c:v>
                </c:pt>
                <c:pt idx="469">
                  <c:v>0.15633333</c:v>
                </c:pt>
                <c:pt idx="470">
                  <c:v>0.15666667</c:v>
                </c:pt>
                <c:pt idx="471">
                  <c:v>0.157</c:v>
                </c:pt>
                <c:pt idx="472">
                  <c:v>0.15733333</c:v>
                </c:pt>
                <c:pt idx="473">
                  <c:v>0.15766667</c:v>
                </c:pt>
                <c:pt idx="474">
                  <c:v>0.158</c:v>
                </c:pt>
                <c:pt idx="475">
                  <c:v>0.15833333</c:v>
                </c:pt>
                <c:pt idx="476">
                  <c:v>0.15866667</c:v>
                </c:pt>
                <c:pt idx="477">
                  <c:v>0.159</c:v>
                </c:pt>
                <c:pt idx="478">
                  <c:v>0.15933333</c:v>
                </c:pt>
                <c:pt idx="479">
                  <c:v>0.15966667</c:v>
                </c:pt>
                <c:pt idx="480">
                  <c:v>0.16</c:v>
                </c:pt>
                <c:pt idx="481">
                  <c:v>0.16033333</c:v>
                </c:pt>
                <c:pt idx="482">
                  <c:v>0.16066667</c:v>
                </c:pt>
                <c:pt idx="483">
                  <c:v>0.161</c:v>
                </c:pt>
                <c:pt idx="484">
                  <c:v>0.16133333</c:v>
                </c:pt>
                <c:pt idx="485">
                  <c:v>0.16166667</c:v>
                </c:pt>
                <c:pt idx="486">
                  <c:v>0.162</c:v>
                </c:pt>
                <c:pt idx="487">
                  <c:v>0.16233333</c:v>
                </c:pt>
                <c:pt idx="488">
                  <c:v>0.16266667</c:v>
                </c:pt>
                <c:pt idx="489">
                  <c:v>0.163</c:v>
                </c:pt>
                <c:pt idx="490">
                  <c:v>0.16333333</c:v>
                </c:pt>
                <c:pt idx="491">
                  <c:v>0.16366667</c:v>
                </c:pt>
                <c:pt idx="492">
                  <c:v>0.164</c:v>
                </c:pt>
                <c:pt idx="493">
                  <c:v>0.16433333</c:v>
                </c:pt>
                <c:pt idx="494">
                  <c:v>0.16466667</c:v>
                </c:pt>
                <c:pt idx="495">
                  <c:v>0.165</c:v>
                </c:pt>
                <c:pt idx="496">
                  <c:v>0.16533333</c:v>
                </c:pt>
                <c:pt idx="497">
                  <c:v>0.16566667</c:v>
                </c:pt>
                <c:pt idx="498">
                  <c:v>0.166</c:v>
                </c:pt>
                <c:pt idx="499">
                  <c:v>0.16633333</c:v>
                </c:pt>
                <c:pt idx="500">
                  <c:v>0.16666667</c:v>
                </c:pt>
                <c:pt idx="501">
                  <c:v>0.167</c:v>
                </c:pt>
                <c:pt idx="502">
                  <c:v>0.16733333</c:v>
                </c:pt>
                <c:pt idx="503">
                  <c:v>0.16766667</c:v>
                </c:pt>
                <c:pt idx="504">
                  <c:v>0.168</c:v>
                </c:pt>
                <c:pt idx="505">
                  <c:v>0.16833333</c:v>
                </c:pt>
                <c:pt idx="506">
                  <c:v>0.16866667</c:v>
                </c:pt>
                <c:pt idx="507">
                  <c:v>0.169</c:v>
                </c:pt>
                <c:pt idx="508">
                  <c:v>0.16933333</c:v>
                </c:pt>
                <c:pt idx="509">
                  <c:v>0.16966667</c:v>
                </c:pt>
                <c:pt idx="510">
                  <c:v>0.17</c:v>
                </c:pt>
                <c:pt idx="511">
                  <c:v>0.17033333</c:v>
                </c:pt>
                <c:pt idx="512">
                  <c:v>0.17066667</c:v>
                </c:pt>
                <c:pt idx="513">
                  <c:v>0.171</c:v>
                </c:pt>
                <c:pt idx="514">
                  <c:v>0.17133333</c:v>
                </c:pt>
                <c:pt idx="515">
                  <c:v>0.17166667</c:v>
                </c:pt>
                <c:pt idx="516">
                  <c:v>0.172</c:v>
                </c:pt>
                <c:pt idx="517">
                  <c:v>0.17233333</c:v>
                </c:pt>
                <c:pt idx="518">
                  <c:v>0.17266667</c:v>
                </c:pt>
                <c:pt idx="519">
                  <c:v>0.173</c:v>
                </c:pt>
                <c:pt idx="520">
                  <c:v>0.17333333</c:v>
                </c:pt>
                <c:pt idx="521">
                  <c:v>0.17366667</c:v>
                </c:pt>
                <c:pt idx="522">
                  <c:v>0.174</c:v>
                </c:pt>
                <c:pt idx="523">
                  <c:v>0.17433333</c:v>
                </c:pt>
                <c:pt idx="524">
                  <c:v>0.17466667</c:v>
                </c:pt>
                <c:pt idx="525">
                  <c:v>0.175</c:v>
                </c:pt>
                <c:pt idx="526">
                  <c:v>0.17533333</c:v>
                </c:pt>
                <c:pt idx="527">
                  <c:v>0.17566667</c:v>
                </c:pt>
                <c:pt idx="528">
                  <c:v>0.176</c:v>
                </c:pt>
                <c:pt idx="529">
                  <c:v>0.17633333</c:v>
                </c:pt>
                <c:pt idx="530">
                  <c:v>0.17666667</c:v>
                </c:pt>
                <c:pt idx="531">
                  <c:v>0.177</c:v>
                </c:pt>
                <c:pt idx="532">
                  <c:v>0.17733333</c:v>
                </c:pt>
                <c:pt idx="533">
                  <c:v>0.17766667</c:v>
                </c:pt>
                <c:pt idx="534">
                  <c:v>0.178</c:v>
                </c:pt>
                <c:pt idx="535">
                  <c:v>0.17833333</c:v>
                </c:pt>
                <c:pt idx="536">
                  <c:v>0.17866667</c:v>
                </c:pt>
                <c:pt idx="537">
                  <c:v>0.179</c:v>
                </c:pt>
                <c:pt idx="538">
                  <c:v>0.17933333</c:v>
                </c:pt>
                <c:pt idx="539">
                  <c:v>0.17966667</c:v>
                </c:pt>
                <c:pt idx="540">
                  <c:v>0.18</c:v>
                </c:pt>
                <c:pt idx="541">
                  <c:v>0.18033333</c:v>
                </c:pt>
                <c:pt idx="542">
                  <c:v>0.18066667</c:v>
                </c:pt>
                <c:pt idx="543">
                  <c:v>0.181</c:v>
                </c:pt>
                <c:pt idx="544">
                  <c:v>0.18133333</c:v>
                </c:pt>
                <c:pt idx="545">
                  <c:v>0.18166667</c:v>
                </c:pt>
                <c:pt idx="546">
                  <c:v>0.182</c:v>
                </c:pt>
                <c:pt idx="547">
                  <c:v>0.18233333</c:v>
                </c:pt>
                <c:pt idx="548">
                  <c:v>0.18266667</c:v>
                </c:pt>
                <c:pt idx="549">
                  <c:v>0.183</c:v>
                </c:pt>
                <c:pt idx="550">
                  <c:v>0.18333333</c:v>
                </c:pt>
                <c:pt idx="551">
                  <c:v>0.18366667</c:v>
                </c:pt>
                <c:pt idx="552">
                  <c:v>0.184</c:v>
                </c:pt>
                <c:pt idx="553">
                  <c:v>0.18433333</c:v>
                </c:pt>
                <c:pt idx="554">
                  <c:v>0.18466667</c:v>
                </c:pt>
                <c:pt idx="555">
                  <c:v>0.185</c:v>
                </c:pt>
                <c:pt idx="556">
                  <c:v>0.18533333</c:v>
                </c:pt>
                <c:pt idx="557">
                  <c:v>0.18566667</c:v>
                </c:pt>
                <c:pt idx="558">
                  <c:v>0.186</c:v>
                </c:pt>
                <c:pt idx="559">
                  <c:v>0.18633333</c:v>
                </c:pt>
                <c:pt idx="560">
                  <c:v>0.18666667</c:v>
                </c:pt>
                <c:pt idx="561">
                  <c:v>0.187</c:v>
                </c:pt>
                <c:pt idx="562">
                  <c:v>0.18733333</c:v>
                </c:pt>
                <c:pt idx="563">
                  <c:v>0.18766667</c:v>
                </c:pt>
                <c:pt idx="564">
                  <c:v>0.188</c:v>
                </c:pt>
                <c:pt idx="565">
                  <c:v>0.18833333</c:v>
                </c:pt>
                <c:pt idx="566">
                  <c:v>0.18866667</c:v>
                </c:pt>
                <c:pt idx="567">
                  <c:v>0.189</c:v>
                </c:pt>
                <c:pt idx="568">
                  <c:v>0.18933333</c:v>
                </c:pt>
                <c:pt idx="569">
                  <c:v>0.18966667</c:v>
                </c:pt>
                <c:pt idx="570">
                  <c:v>0.19</c:v>
                </c:pt>
                <c:pt idx="571">
                  <c:v>0.19033333</c:v>
                </c:pt>
                <c:pt idx="572">
                  <c:v>0.19066667</c:v>
                </c:pt>
                <c:pt idx="573">
                  <c:v>0.191</c:v>
                </c:pt>
                <c:pt idx="574">
                  <c:v>0.19133333</c:v>
                </c:pt>
                <c:pt idx="575">
                  <c:v>0.19166667</c:v>
                </c:pt>
                <c:pt idx="576">
                  <c:v>0.192</c:v>
                </c:pt>
                <c:pt idx="577">
                  <c:v>0.19233333</c:v>
                </c:pt>
                <c:pt idx="578">
                  <c:v>0.19266667</c:v>
                </c:pt>
                <c:pt idx="579">
                  <c:v>0.193</c:v>
                </c:pt>
                <c:pt idx="580">
                  <c:v>0.19333333</c:v>
                </c:pt>
                <c:pt idx="581">
                  <c:v>0.19366667</c:v>
                </c:pt>
                <c:pt idx="582">
                  <c:v>0.194</c:v>
                </c:pt>
                <c:pt idx="583">
                  <c:v>0.19433333</c:v>
                </c:pt>
                <c:pt idx="584">
                  <c:v>0.19466667</c:v>
                </c:pt>
                <c:pt idx="585">
                  <c:v>0.195</c:v>
                </c:pt>
                <c:pt idx="586">
                  <c:v>0.19533333</c:v>
                </c:pt>
                <c:pt idx="587">
                  <c:v>0.19566667</c:v>
                </c:pt>
                <c:pt idx="588">
                  <c:v>0.196</c:v>
                </c:pt>
                <c:pt idx="589">
                  <c:v>0.19633333</c:v>
                </c:pt>
                <c:pt idx="590">
                  <c:v>0.19666667</c:v>
                </c:pt>
                <c:pt idx="591">
                  <c:v>0.197</c:v>
                </c:pt>
                <c:pt idx="592">
                  <c:v>0.19733333</c:v>
                </c:pt>
                <c:pt idx="593">
                  <c:v>0.19766667</c:v>
                </c:pt>
                <c:pt idx="594">
                  <c:v>0.198</c:v>
                </c:pt>
                <c:pt idx="595">
                  <c:v>0.19833333</c:v>
                </c:pt>
                <c:pt idx="596">
                  <c:v>0.19866667</c:v>
                </c:pt>
                <c:pt idx="597">
                  <c:v>0.199</c:v>
                </c:pt>
                <c:pt idx="598">
                  <c:v>0.19933333</c:v>
                </c:pt>
                <c:pt idx="599">
                  <c:v>0.19966667</c:v>
                </c:pt>
                <c:pt idx="600">
                  <c:v>0.2</c:v>
                </c:pt>
              </c:numCache>
            </c:numRef>
          </c:xVal>
          <c:yVal>
            <c:numRef>
              <c:f>'Chart Data'!$B$2:$B$602</c:f>
              <c:numCache>
                <c:formatCode>0.0</c:formatCode>
                <c:ptCount val="601"/>
                <c:pt idx="0">
                  <c:v>0.941809</c:v>
                </c:pt>
                <c:pt idx="1">
                  <c:v>0.99099</c:v>
                </c:pt>
                <c:pt idx="2">
                  <c:v>1.035966</c:v>
                </c:pt>
                <c:pt idx="3">
                  <c:v>1.07664</c:v>
                </c:pt>
                <c:pt idx="4">
                  <c:v>1.112944</c:v>
                </c:pt>
                <c:pt idx="5">
                  <c:v>1.144837</c:v>
                </c:pt>
                <c:pt idx="6">
                  <c:v>1.172308</c:v>
                </c:pt>
                <c:pt idx="7">
                  <c:v>1.195373</c:v>
                </c:pt>
                <c:pt idx="8">
                  <c:v>1.214075</c:v>
                </c:pt>
                <c:pt idx="9">
                  <c:v>1.228484</c:v>
                </c:pt>
                <c:pt idx="10">
                  <c:v>1.238697</c:v>
                </c:pt>
                <c:pt idx="11">
                  <c:v>1.244834</c:v>
                </c:pt>
                <c:pt idx="12">
                  <c:v>1.247041</c:v>
                </c:pt>
                <c:pt idx="13">
                  <c:v>1.245484</c:v>
                </c:pt>
                <c:pt idx="14">
                  <c:v>1.240351</c:v>
                </c:pt>
                <c:pt idx="15">
                  <c:v>1.23185</c:v>
                </c:pt>
                <c:pt idx="16">
                  <c:v>1.220203</c:v>
                </c:pt>
                <c:pt idx="17">
                  <c:v>1.205651</c:v>
                </c:pt>
                <c:pt idx="18">
                  <c:v>1.188446</c:v>
                </c:pt>
                <c:pt idx="19">
                  <c:v>1.168852</c:v>
                </c:pt>
                <c:pt idx="20">
                  <c:v>1.14714</c:v>
                </c:pt>
                <c:pt idx="21">
                  <c:v>1.123591</c:v>
                </c:pt>
                <c:pt idx="22">
                  <c:v>1.098486</c:v>
                </c:pt>
                <c:pt idx="23">
                  <c:v>1.072111</c:v>
                </c:pt>
                <c:pt idx="24">
                  <c:v>1.044751</c:v>
                </c:pt>
                <c:pt idx="25">
                  <c:v>1.016687</c:v>
                </c:pt>
                <c:pt idx="26">
                  <c:v>0.988196</c:v>
                </c:pt>
                <c:pt idx="27">
                  <c:v>0.959548</c:v>
                </c:pt>
                <c:pt idx="28">
                  <c:v>0.931003</c:v>
                </c:pt>
                <c:pt idx="29">
                  <c:v>0.902808</c:v>
                </c:pt>
                <c:pt idx="30">
                  <c:v>0.875201</c:v>
                </c:pt>
                <c:pt idx="31">
                  <c:v>0.848399</c:v>
                </c:pt>
                <c:pt idx="32">
                  <c:v>0.822607</c:v>
                </c:pt>
                <c:pt idx="33">
                  <c:v>0.798008</c:v>
                </c:pt>
                <c:pt idx="34">
                  <c:v>0.774767</c:v>
                </c:pt>
                <c:pt idx="35">
                  <c:v>0.753027</c:v>
                </c:pt>
                <c:pt idx="36">
                  <c:v>0.732908</c:v>
                </c:pt>
                <c:pt idx="37">
                  <c:v>0.71451</c:v>
                </c:pt>
                <c:pt idx="38">
                  <c:v>0.697904</c:v>
                </c:pt>
                <c:pt idx="39">
                  <c:v>0.683143</c:v>
                </c:pt>
                <c:pt idx="40">
                  <c:v>0.670249</c:v>
                </c:pt>
                <c:pt idx="41">
                  <c:v>0.659225</c:v>
                </c:pt>
                <c:pt idx="42">
                  <c:v>0.650045</c:v>
                </c:pt>
                <c:pt idx="43">
                  <c:v>0.642663</c:v>
                </c:pt>
                <c:pt idx="44">
                  <c:v>0.637006</c:v>
                </c:pt>
                <c:pt idx="45">
                  <c:v>0.63298</c:v>
                </c:pt>
                <c:pt idx="46">
                  <c:v>0.630468</c:v>
                </c:pt>
                <c:pt idx="47">
                  <c:v>0.629334</c:v>
                </c:pt>
                <c:pt idx="48">
                  <c:v>0.62942</c:v>
                </c:pt>
                <c:pt idx="49">
                  <c:v>0.630551</c:v>
                </c:pt>
                <c:pt idx="50">
                  <c:v>0.632537</c:v>
                </c:pt>
                <c:pt idx="51">
                  <c:v>0.635171</c:v>
                </c:pt>
                <c:pt idx="52">
                  <c:v>0.638233</c:v>
                </c:pt>
                <c:pt idx="53">
                  <c:v>0.641495</c:v>
                </c:pt>
                <c:pt idx="54">
                  <c:v>0.644717</c:v>
                </c:pt>
                <c:pt idx="55">
                  <c:v>0.647655</c:v>
                </c:pt>
                <c:pt idx="56">
                  <c:v>0.650057</c:v>
                </c:pt>
                <c:pt idx="57">
                  <c:v>0.651673</c:v>
                </c:pt>
                <c:pt idx="58">
                  <c:v>0.652249</c:v>
                </c:pt>
                <c:pt idx="59">
                  <c:v>0.651537</c:v>
                </c:pt>
                <c:pt idx="60">
                  <c:v>0.649291</c:v>
                </c:pt>
                <c:pt idx="61">
                  <c:v>0.645272</c:v>
                </c:pt>
                <c:pt idx="62">
                  <c:v>0.639253</c:v>
                </c:pt>
                <c:pt idx="63">
                  <c:v>0.631014</c:v>
                </c:pt>
                <c:pt idx="64">
                  <c:v>0.620352</c:v>
                </c:pt>
                <c:pt idx="65">
                  <c:v>0.607077</c:v>
                </c:pt>
                <c:pt idx="66">
                  <c:v>0.591017</c:v>
                </c:pt>
                <c:pt idx="67">
                  <c:v>0.572018</c:v>
                </c:pt>
                <c:pt idx="68">
                  <c:v>0.549948</c:v>
                </c:pt>
                <c:pt idx="69">
                  <c:v>0.524695</c:v>
                </c:pt>
                <c:pt idx="70">
                  <c:v>0.49617</c:v>
                </c:pt>
                <c:pt idx="71">
                  <c:v>0.464311</c:v>
                </c:pt>
                <c:pt idx="72">
                  <c:v>0.429079</c:v>
                </c:pt>
                <c:pt idx="73">
                  <c:v>0.390459</c:v>
                </c:pt>
                <c:pt idx="74">
                  <c:v>0.348467</c:v>
                </c:pt>
                <c:pt idx="75">
                  <c:v>0.30314</c:v>
                </c:pt>
                <c:pt idx="76">
                  <c:v>0.254546</c:v>
                </c:pt>
                <c:pt idx="77">
                  <c:v>0.202779</c:v>
                </c:pt>
                <c:pt idx="78">
                  <c:v>0.147956</c:v>
                </c:pt>
                <c:pt idx="79">
                  <c:v>0.090224</c:v>
                </c:pt>
                <c:pt idx="80">
                  <c:v>0.029752</c:v>
                </c:pt>
                <c:pt idx="81">
                  <c:v>-0.033265</c:v>
                </c:pt>
                <c:pt idx="82">
                  <c:v>-0.09861</c:v>
                </c:pt>
                <c:pt idx="83">
                  <c:v>-0.166045</c:v>
                </c:pt>
                <c:pt idx="84">
                  <c:v>-0.235311</c:v>
                </c:pt>
                <c:pt idx="85">
                  <c:v>-0.306129</c:v>
                </c:pt>
                <c:pt idx="86">
                  <c:v>-0.378206</c:v>
                </c:pt>
                <c:pt idx="87">
                  <c:v>-0.451231</c:v>
                </c:pt>
                <c:pt idx="88">
                  <c:v>-0.524884</c:v>
                </c:pt>
                <c:pt idx="89">
                  <c:v>-0.598831</c:v>
                </c:pt>
                <c:pt idx="90">
                  <c:v>-0.672731</c:v>
                </c:pt>
                <c:pt idx="91">
                  <c:v>-0.746236</c:v>
                </c:pt>
                <c:pt idx="92">
                  <c:v>-0.818995</c:v>
                </c:pt>
                <c:pt idx="93">
                  <c:v>-0.890656</c:v>
                </c:pt>
                <c:pt idx="94">
                  <c:v>-0.960867</c:v>
                </c:pt>
                <c:pt idx="95">
                  <c:v>-1.02928</c:v>
                </c:pt>
                <c:pt idx="96">
                  <c:v>-1.095553</c:v>
                </c:pt>
                <c:pt idx="97">
                  <c:v>-1.159352</c:v>
                </c:pt>
                <c:pt idx="98">
                  <c:v>-1.220353</c:v>
                </c:pt>
                <c:pt idx="99">
                  <c:v>-1.278247</c:v>
                </c:pt>
                <c:pt idx="100">
                  <c:v>-1.332738</c:v>
                </c:pt>
                <c:pt idx="101">
                  <c:v>-1.383547</c:v>
                </c:pt>
                <c:pt idx="102">
                  <c:v>-1.430416</c:v>
                </c:pt>
                <c:pt idx="103">
                  <c:v>-1.473106</c:v>
                </c:pt>
                <c:pt idx="104">
                  <c:v>-1.511401</c:v>
                </c:pt>
                <c:pt idx="105">
                  <c:v>-1.54511</c:v>
                </c:pt>
                <c:pt idx="106">
                  <c:v>-1.574066</c:v>
                </c:pt>
                <c:pt idx="107">
                  <c:v>-1.598129</c:v>
                </c:pt>
                <c:pt idx="108">
                  <c:v>-1.617187</c:v>
                </c:pt>
                <c:pt idx="109">
                  <c:v>-1.631156</c:v>
                </c:pt>
                <c:pt idx="110">
                  <c:v>-1.639981</c:v>
                </c:pt>
                <c:pt idx="111">
                  <c:v>-1.643635</c:v>
                </c:pt>
                <c:pt idx="112">
                  <c:v>-1.642121</c:v>
                </c:pt>
                <c:pt idx="113">
                  <c:v>-1.635472</c:v>
                </c:pt>
                <c:pt idx="114">
                  <c:v>-1.62375</c:v>
                </c:pt>
                <c:pt idx="115">
                  <c:v>-1.607044</c:v>
                </c:pt>
                <c:pt idx="116">
                  <c:v>-1.585472</c:v>
                </c:pt>
                <c:pt idx="117">
                  <c:v>-1.559178</c:v>
                </c:pt>
                <c:pt idx="118">
                  <c:v>-1.528333</c:v>
                </c:pt>
                <c:pt idx="119">
                  <c:v>-1.493131</c:v>
                </c:pt>
                <c:pt idx="120">
                  <c:v>-1.45379</c:v>
                </c:pt>
                <c:pt idx="121">
                  <c:v>-1.410551</c:v>
                </c:pt>
                <c:pt idx="122">
                  <c:v>-1.363671</c:v>
                </c:pt>
                <c:pt idx="123">
                  <c:v>-1.313428</c:v>
                </c:pt>
                <c:pt idx="124">
                  <c:v>-1.260115</c:v>
                </c:pt>
                <c:pt idx="125">
                  <c:v>-1.204038</c:v>
                </c:pt>
                <c:pt idx="126">
                  <c:v>-1.145515</c:v>
                </c:pt>
                <c:pt idx="127">
                  <c:v>-1.084872</c:v>
                </c:pt>
                <c:pt idx="128">
                  <c:v>-1.022445</c:v>
                </c:pt>
                <c:pt idx="129">
                  <c:v>-0.95857</c:v>
                </c:pt>
                <c:pt idx="130">
                  <c:v>-0.893588</c:v>
                </c:pt>
                <c:pt idx="131">
                  <c:v>-0.82784</c:v>
                </c:pt>
                <c:pt idx="132">
                  <c:v>-0.761662</c:v>
                </c:pt>
                <c:pt idx="133">
                  <c:v>-0.695386</c:v>
                </c:pt>
                <c:pt idx="134">
                  <c:v>-0.629337</c:v>
                </c:pt>
                <c:pt idx="135">
                  <c:v>-0.563828</c:v>
                </c:pt>
                <c:pt idx="136">
                  <c:v>-0.499164</c:v>
                </c:pt>
                <c:pt idx="137">
                  <c:v>-0.435633</c:v>
                </c:pt>
                <c:pt idx="138">
                  <c:v>-0.373508</c:v>
                </c:pt>
                <c:pt idx="139">
                  <c:v>-0.313045</c:v>
                </c:pt>
                <c:pt idx="140">
                  <c:v>-0.254479</c:v>
                </c:pt>
                <c:pt idx="141">
                  <c:v>-0.198026</c:v>
                </c:pt>
                <c:pt idx="142">
                  <c:v>-0.143879</c:v>
                </c:pt>
                <c:pt idx="143">
                  <c:v>-0.092207</c:v>
                </c:pt>
                <c:pt idx="144">
                  <c:v>-0.043158</c:v>
                </c:pt>
                <c:pt idx="145">
                  <c:v>0.00315</c:v>
                </c:pt>
                <c:pt idx="146">
                  <c:v>0.046621</c:v>
                </c:pt>
                <c:pt idx="147">
                  <c:v>0.087185</c:v>
                </c:pt>
                <c:pt idx="148">
                  <c:v>0.1248</c:v>
                </c:pt>
                <c:pt idx="149">
                  <c:v>0.159449</c:v>
                </c:pt>
                <c:pt idx="150">
                  <c:v>0.19114</c:v>
                </c:pt>
                <c:pt idx="151">
                  <c:v>0.219909</c:v>
                </c:pt>
                <c:pt idx="152">
                  <c:v>0.245812</c:v>
                </c:pt>
                <c:pt idx="153">
                  <c:v>0.268934</c:v>
                </c:pt>
                <c:pt idx="154">
                  <c:v>0.28938</c:v>
                </c:pt>
                <c:pt idx="155">
                  <c:v>0.307276</c:v>
                </c:pt>
                <c:pt idx="156">
                  <c:v>0.322769</c:v>
                </c:pt>
                <c:pt idx="157">
                  <c:v>0.336025</c:v>
                </c:pt>
                <c:pt idx="158">
                  <c:v>0.347228</c:v>
                </c:pt>
                <c:pt idx="159">
                  <c:v>0.356573</c:v>
                </c:pt>
                <c:pt idx="160">
                  <c:v>0.364273</c:v>
                </c:pt>
                <c:pt idx="161">
                  <c:v>0.37055</c:v>
                </c:pt>
                <c:pt idx="162">
                  <c:v>0.375634</c:v>
                </c:pt>
                <c:pt idx="163">
                  <c:v>0.379763</c:v>
                </c:pt>
                <c:pt idx="164">
                  <c:v>0.38318</c:v>
                </c:pt>
                <c:pt idx="165">
                  <c:v>0.38613</c:v>
                </c:pt>
                <c:pt idx="166">
                  <c:v>0.388858</c:v>
                </c:pt>
                <c:pt idx="167">
                  <c:v>0.391607</c:v>
                </c:pt>
                <c:pt idx="168">
                  <c:v>0.394614</c:v>
                </c:pt>
                <c:pt idx="169">
                  <c:v>0.398111</c:v>
                </c:pt>
                <c:pt idx="170">
                  <c:v>0.402321</c:v>
                </c:pt>
                <c:pt idx="171">
                  <c:v>0.407457</c:v>
                </c:pt>
                <c:pt idx="172">
                  <c:v>0.413716</c:v>
                </c:pt>
                <c:pt idx="173">
                  <c:v>0.421284</c:v>
                </c:pt>
                <c:pt idx="174">
                  <c:v>0.430327</c:v>
                </c:pt>
                <c:pt idx="175">
                  <c:v>0.440996</c:v>
                </c:pt>
                <c:pt idx="176">
                  <c:v>0.453421</c:v>
                </c:pt>
                <c:pt idx="177">
                  <c:v>0.467709</c:v>
                </c:pt>
                <c:pt idx="178">
                  <c:v>0.483949</c:v>
                </c:pt>
                <c:pt idx="179">
                  <c:v>0.502205</c:v>
                </c:pt>
                <c:pt idx="180">
                  <c:v>0.522516</c:v>
                </c:pt>
                <c:pt idx="181">
                  <c:v>0.544898</c:v>
                </c:pt>
                <c:pt idx="182">
                  <c:v>0.569344</c:v>
                </c:pt>
                <c:pt idx="183">
                  <c:v>0.595818</c:v>
                </c:pt>
                <c:pt idx="184">
                  <c:v>0.624262</c:v>
                </c:pt>
                <c:pt idx="185">
                  <c:v>0.654594</c:v>
                </c:pt>
                <c:pt idx="186">
                  <c:v>0.686706</c:v>
                </c:pt>
                <c:pt idx="187">
                  <c:v>0.720468</c:v>
                </c:pt>
                <c:pt idx="188">
                  <c:v>0.755725</c:v>
                </c:pt>
                <c:pt idx="189">
                  <c:v>0.792303</c:v>
                </c:pt>
                <c:pt idx="190">
                  <c:v>0.830007</c:v>
                </c:pt>
                <c:pt idx="191">
                  <c:v>0.868623</c:v>
                </c:pt>
                <c:pt idx="192">
                  <c:v>0.907917</c:v>
                </c:pt>
                <c:pt idx="193">
                  <c:v>0.947644</c:v>
                </c:pt>
                <c:pt idx="194">
                  <c:v>0.98754</c:v>
                </c:pt>
                <c:pt idx="195">
                  <c:v>1.027333</c:v>
                </c:pt>
                <c:pt idx="196">
                  <c:v>1.06674</c:v>
                </c:pt>
                <c:pt idx="197">
                  <c:v>1.105469</c:v>
                </c:pt>
                <c:pt idx="198">
                  <c:v>1.143223</c:v>
                </c:pt>
                <c:pt idx="199">
                  <c:v>1.179702</c:v>
                </c:pt>
                <c:pt idx="200">
                  <c:v>1.214607</c:v>
                </c:pt>
                <c:pt idx="201">
                  <c:v>1.247636</c:v>
                </c:pt>
                <c:pt idx="202">
                  <c:v>1.278496</c:v>
                </c:pt>
                <c:pt idx="203">
                  <c:v>1.306895</c:v>
                </c:pt>
                <c:pt idx="204">
                  <c:v>1.332555</c:v>
                </c:pt>
                <c:pt idx="205">
                  <c:v>1.355203</c:v>
                </c:pt>
                <c:pt idx="206">
                  <c:v>1.374584</c:v>
                </c:pt>
                <c:pt idx="207">
                  <c:v>1.390454</c:v>
                </c:pt>
                <c:pt idx="208">
                  <c:v>1.402589</c:v>
                </c:pt>
                <c:pt idx="209">
                  <c:v>1.410782</c:v>
                </c:pt>
                <c:pt idx="210">
                  <c:v>1.414847</c:v>
                </c:pt>
                <c:pt idx="211">
                  <c:v>1.414622</c:v>
                </c:pt>
                <c:pt idx="212">
                  <c:v>1.409967</c:v>
                </c:pt>
                <c:pt idx="213">
                  <c:v>1.400766</c:v>
                </c:pt>
                <c:pt idx="214">
                  <c:v>1.386932</c:v>
                </c:pt>
                <c:pt idx="215">
                  <c:v>1.368402</c:v>
                </c:pt>
                <c:pt idx="216">
                  <c:v>1.345144</c:v>
                </c:pt>
                <c:pt idx="217">
                  <c:v>1.317152</c:v>
                </c:pt>
                <c:pt idx="218">
                  <c:v>1.284448</c:v>
                </c:pt>
                <c:pt idx="219">
                  <c:v>1.247085</c:v>
                </c:pt>
                <c:pt idx="220">
                  <c:v>1.205142</c:v>
                </c:pt>
                <c:pt idx="221">
                  <c:v>1.158729</c:v>
                </c:pt>
                <c:pt idx="222">
                  <c:v>1.10798</c:v>
                </c:pt>
                <c:pt idx="223">
                  <c:v>1.053061</c:v>
                </c:pt>
                <c:pt idx="224">
                  <c:v>0.994158</c:v>
                </c:pt>
                <c:pt idx="225">
                  <c:v>0.931487</c:v>
                </c:pt>
                <c:pt idx="226">
                  <c:v>0.865285</c:v>
                </c:pt>
                <c:pt idx="227">
                  <c:v>0.795812</c:v>
                </c:pt>
                <c:pt idx="228">
                  <c:v>0.723347</c:v>
                </c:pt>
                <c:pt idx="229">
                  <c:v>0.64819</c:v>
                </c:pt>
                <c:pt idx="230">
                  <c:v>0.570656</c:v>
                </c:pt>
                <c:pt idx="231">
                  <c:v>0.491074</c:v>
                </c:pt>
                <c:pt idx="232">
                  <c:v>0.409788</c:v>
                </c:pt>
                <c:pt idx="233">
                  <c:v>0.327151</c:v>
                </c:pt>
                <c:pt idx="234">
                  <c:v>0.243521</c:v>
                </c:pt>
                <c:pt idx="235">
                  <c:v>0.159267</c:v>
                </c:pt>
                <c:pt idx="236">
                  <c:v>0.074757</c:v>
                </c:pt>
                <c:pt idx="237">
                  <c:v>-0.00964</c:v>
                </c:pt>
                <c:pt idx="238">
                  <c:v>-0.093555</c:v>
                </c:pt>
                <c:pt idx="239">
                  <c:v>-0.176626</c:v>
                </c:pt>
                <c:pt idx="240">
                  <c:v>-0.258494</c:v>
                </c:pt>
                <c:pt idx="241">
                  <c:v>-0.338813</c:v>
                </c:pt>
                <c:pt idx="242">
                  <c:v>-0.417245</c:v>
                </c:pt>
                <c:pt idx="243">
                  <c:v>-0.493469</c:v>
                </c:pt>
                <c:pt idx="244">
                  <c:v>-0.567176</c:v>
                </c:pt>
                <c:pt idx="245">
                  <c:v>-0.638077</c:v>
                </c:pt>
                <c:pt idx="246">
                  <c:v>-0.705902</c:v>
                </c:pt>
                <c:pt idx="247">
                  <c:v>-0.770402</c:v>
                </c:pt>
                <c:pt idx="248">
                  <c:v>-0.831351</c:v>
                </c:pt>
                <c:pt idx="249">
                  <c:v>-0.888545</c:v>
                </c:pt>
                <c:pt idx="250">
                  <c:v>-0.941809</c:v>
                </c:pt>
                <c:pt idx="251">
                  <c:v>-0.99099</c:v>
                </c:pt>
                <c:pt idx="252">
                  <c:v>-1.035966</c:v>
                </c:pt>
                <c:pt idx="253">
                  <c:v>-1.07664</c:v>
                </c:pt>
                <c:pt idx="254">
                  <c:v>-1.112944</c:v>
                </c:pt>
                <c:pt idx="255">
                  <c:v>-1.144837</c:v>
                </c:pt>
                <c:pt idx="256">
                  <c:v>-1.172308</c:v>
                </c:pt>
                <c:pt idx="257">
                  <c:v>-1.195373</c:v>
                </c:pt>
                <c:pt idx="258">
                  <c:v>-1.214075</c:v>
                </c:pt>
                <c:pt idx="259">
                  <c:v>-1.228484</c:v>
                </c:pt>
                <c:pt idx="260">
                  <c:v>-1.238697</c:v>
                </c:pt>
                <c:pt idx="261">
                  <c:v>-1.244834</c:v>
                </c:pt>
                <c:pt idx="262">
                  <c:v>-1.247041</c:v>
                </c:pt>
                <c:pt idx="263">
                  <c:v>-1.245484</c:v>
                </c:pt>
                <c:pt idx="264">
                  <c:v>-1.240351</c:v>
                </c:pt>
                <c:pt idx="265">
                  <c:v>-1.23185</c:v>
                </c:pt>
                <c:pt idx="266">
                  <c:v>-1.220203</c:v>
                </c:pt>
                <c:pt idx="267">
                  <c:v>-1.205651</c:v>
                </c:pt>
                <c:pt idx="268">
                  <c:v>-1.188446</c:v>
                </c:pt>
                <c:pt idx="269">
                  <c:v>-1.168852</c:v>
                </c:pt>
                <c:pt idx="270">
                  <c:v>-1.14714</c:v>
                </c:pt>
                <c:pt idx="271">
                  <c:v>-1.123591</c:v>
                </c:pt>
                <c:pt idx="272">
                  <c:v>-1.098486</c:v>
                </c:pt>
                <c:pt idx="273">
                  <c:v>-1.072111</c:v>
                </c:pt>
                <c:pt idx="274">
                  <c:v>-1.044751</c:v>
                </c:pt>
                <c:pt idx="275">
                  <c:v>-1.016687</c:v>
                </c:pt>
                <c:pt idx="276">
                  <c:v>-0.988196</c:v>
                </c:pt>
                <c:pt idx="277">
                  <c:v>-0.959548</c:v>
                </c:pt>
                <c:pt idx="278">
                  <c:v>-0.931003</c:v>
                </c:pt>
                <c:pt idx="279">
                  <c:v>-0.902808</c:v>
                </c:pt>
                <c:pt idx="280">
                  <c:v>-0.875201</c:v>
                </c:pt>
                <c:pt idx="281">
                  <c:v>-0.848399</c:v>
                </c:pt>
                <c:pt idx="282">
                  <c:v>-0.822607</c:v>
                </c:pt>
                <c:pt idx="283">
                  <c:v>-0.798008</c:v>
                </c:pt>
                <c:pt idx="284">
                  <c:v>-0.774767</c:v>
                </c:pt>
                <c:pt idx="285">
                  <c:v>-0.753027</c:v>
                </c:pt>
                <c:pt idx="286">
                  <c:v>-0.732908</c:v>
                </c:pt>
                <c:pt idx="287">
                  <c:v>-0.71451</c:v>
                </c:pt>
                <c:pt idx="288">
                  <c:v>-0.697904</c:v>
                </c:pt>
                <c:pt idx="289">
                  <c:v>-0.683143</c:v>
                </c:pt>
                <c:pt idx="290">
                  <c:v>-0.670249</c:v>
                </c:pt>
                <c:pt idx="291">
                  <c:v>-0.659225</c:v>
                </c:pt>
                <c:pt idx="292">
                  <c:v>-0.650045</c:v>
                </c:pt>
                <c:pt idx="293">
                  <c:v>-0.642663</c:v>
                </c:pt>
                <c:pt idx="294">
                  <c:v>-0.637006</c:v>
                </c:pt>
                <c:pt idx="295">
                  <c:v>-0.63298</c:v>
                </c:pt>
                <c:pt idx="296">
                  <c:v>-0.630468</c:v>
                </c:pt>
                <c:pt idx="297">
                  <c:v>-0.629334</c:v>
                </c:pt>
                <c:pt idx="298">
                  <c:v>-0.62942</c:v>
                </c:pt>
                <c:pt idx="299">
                  <c:v>-0.630551</c:v>
                </c:pt>
                <c:pt idx="300">
                  <c:v>-0.632537</c:v>
                </c:pt>
                <c:pt idx="301">
                  <c:v>-0.635171</c:v>
                </c:pt>
                <c:pt idx="302">
                  <c:v>-0.638233</c:v>
                </c:pt>
                <c:pt idx="303">
                  <c:v>-0.641495</c:v>
                </c:pt>
                <c:pt idx="304">
                  <c:v>-0.644717</c:v>
                </c:pt>
                <c:pt idx="305">
                  <c:v>-0.647655</c:v>
                </c:pt>
                <c:pt idx="306">
                  <c:v>-0.650057</c:v>
                </c:pt>
                <c:pt idx="307">
                  <c:v>-0.651673</c:v>
                </c:pt>
                <c:pt idx="308">
                  <c:v>-0.652249</c:v>
                </c:pt>
                <c:pt idx="309">
                  <c:v>-0.651537</c:v>
                </c:pt>
                <c:pt idx="310">
                  <c:v>-0.649291</c:v>
                </c:pt>
                <c:pt idx="311">
                  <c:v>-0.645272</c:v>
                </c:pt>
                <c:pt idx="312">
                  <c:v>-0.639253</c:v>
                </c:pt>
                <c:pt idx="313">
                  <c:v>-0.631014</c:v>
                </c:pt>
                <c:pt idx="314">
                  <c:v>-0.620352</c:v>
                </c:pt>
                <c:pt idx="315">
                  <c:v>-0.607077</c:v>
                </c:pt>
                <c:pt idx="316">
                  <c:v>-0.591017</c:v>
                </c:pt>
                <c:pt idx="317">
                  <c:v>-0.572018</c:v>
                </c:pt>
                <c:pt idx="318">
                  <c:v>-0.549948</c:v>
                </c:pt>
                <c:pt idx="319">
                  <c:v>-0.524695</c:v>
                </c:pt>
                <c:pt idx="320">
                  <c:v>-0.49617</c:v>
                </c:pt>
                <c:pt idx="321">
                  <c:v>-0.464311</c:v>
                </c:pt>
                <c:pt idx="322">
                  <c:v>-0.429079</c:v>
                </c:pt>
                <c:pt idx="323">
                  <c:v>-0.390459</c:v>
                </c:pt>
                <c:pt idx="324">
                  <c:v>-0.348467</c:v>
                </c:pt>
                <c:pt idx="325">
                  <c:v>-0.30314</c:v>
                </c:pt>
                <c:pt idx="326">
                  <c:v>-0.254546</c:v>
                </c:pt>
                <c:pt idx="327">
                  <c:v>-0.202779</c:v>
                </c:pt>
                <c:pt idx="328">
                  <c:v>-0.147956</c:v>
                </c:pt>
                <c:pt idx="329">
                  <c:v>-0.090224</c:v>
                </c:pt>
                <c:pt idx="330">
                  <c:v>-0.029752</c:v>
                </c:pt>
                <c:pt idx="331">
                  <c:v>0.033265</c:v>
                </c:pt>
                <c:pt idx="332">
                  <c:v>0.09861</c:v>
                </c:pt>
                <c:pt idx="333">
                  <c:v>0.166045</c:v>
                </c:pt>
                <c:pt idx="334">
                  <c:v>0.235311</c:v>
                </c:pt>
                <c:pt idx="335">
                  <c:v>0.306129</c:v>
                </c:pt>
                <c:pt idx="336">
                  <c:v>0.378206</c:v>
                </c:pt>
                <c:pt idx="337">
                  <c:v>0.451231</c:v>
                </c:pt>
                <c:pt idx="338">
                  <c:v>0.524884</c:v>
                </c:pt>
                <c:pt idx="339">
                  <c:v>0.598831</c:v>
                </c:pt>
                <c:pt idx="340">
                  <c:v>0.672731</c:v>
                </c:pt>
                <c:pt idx="341">
                  <c:v>0.746236</c:v>
                </c:pt>
                <c:pt idx="342">
                  <c:v>0.818995</c:v>
                </c:pt>
                <c:pt idx="343">
                  <c:v>0.890656</c:v>
                </c:pt>
                <c:pt idx="344">
                  <c:v>0.960867</c:v>
                </c:pt>
                <c:pt idx="345">
                  <c:v>1.02928</c:v>
                </c:pt>
                <c:pt idx="346">
                  <c:v>1.095553</c:v>
                </c:pt>
                <c:pt idx="347">
                  <c:v>1.159352</c:v>
                </c:pt>
                <c:pt idx="348">
                  <c:v>1.220353</c:v>
                </c:pt>
                <c:pt idx="349">
                  <c:v>1.278247</c:v>
                </c:pt>
                <c:pt idx="350">
                  <c:v>1.332738</c:v>
                </c:pt>
                <c:pt idx="351">
                  <c:v>1.383547</c:v>
                </c:pt>
                <c:pt idx="352">
                  <c:v>1.430416</c:v>
                </c:pt>
                <c:pt idx="353">
                  <c:v>1.473106</c:v>
                </c:pt>
                <c:pt idx="354">
                  <c:v>1.511401</c:v>
                </c:pt>
                <c:pt idx="355">
                  <c:v>1.54511</c:v>
                </c:pt>
                <c:pt idx="356">
                  <c:v>1.574066</c:v>
                </c:pt>
                <c:pt idx="357">
                  <c:v>1.598129</c:v>
                </c:pt>
                <c:pt idx="358">
                  <c:v>1.617187</c:v>
                </c:pt>
                <c:pt idx="359">
                  <c:v>1.631156</c:v>
                </c:pt>
                <c:pt idx="360">
                  <c:v>1.639981</c:v>
                </c:pt>
                <c:pt idx="361">
                  <c:v>1.643635</c:v>
                </c:pt>
                <c:pt idx="362">
                  <c:v>1.642121</c:v>
                </c:pt>
                <c:pt idx="363">
                  <c:v>1.635472</c:v>
                </c:pt>
                <c:pt idx="364">
                  <c:v>1.62375</c:v>
                </c:pt>
                <c:pt idx="365">
                  <c:v>1.607044</c:v>
                </c:pt>
                <c:pt idx="366">
                  <c:v>1.585472</c:v>
                </c:pt>
                <c:pt idx="367">
                  <c:v>1.559178</c:v>
                </c:pt>
                <c:pt idx="368">
                  <c:v>1.528333</c:v>
                </c:pt>
                <c:pt idx="369">
                  <c:v>1.493131</c:v>
                </c:pt>
                <c:pt idx="370">
                  <c:v>1.45379</c:v>
                </c:pt>
                <c:pt idx="371">
                  <c:v>1.410551</c:v>
                </c:pt>
                <c:pt idx="372">
                  <c:v>1.363671</c:v>
                </c:pt>
                <c:pt idx="373">
                  <c:v>1.313428</c:v>
                </c:pt>
                <c:pt idx="374">
                  <c:v>1.260115</c:v>
                </c:pt>
                <c:pt idx="375">
                  <c:v>1.204038</c:v>
                </c:pt>
                <c:pt idx="376">
                  <c:v>1.145515</c:v>
                </c:pt>
                <c:pt idx="377">
                  <c:v>1.084872</c:v>
                </c:pt>
                <c:pt idx="378">
                  <c:v>1.022445</c:v>
                </c:pt>
                <c:pt idx="379">
                  <c:v>0.95857</c:v>
                </c:pt>
                <c:pt idx="380">
                  <c:v>0.893588</c:v>
                </c:pt>
                <c:pt idx="381">
                  <c:v>0.82784</c:v>
                </c:pt>
                <c:pt idx="382">
                  <c:v>0.761662</c:v>
                </c:pt>
                <c:pt idx="383">
                  <c:v>0.695386</c:v>
                </c:pt>
                <c:pt idx="384">
                  <c:v>0.629337</c:v>
                </c:pt>
                <c:pt idx="385">
                  <c:v>0.563828</c:v>
                </c:pt>
                <c:pt idx="386">
                  <c:v>0.499164</c:v>
                </c:pt>
                <c:pt idx="387">
                  <c:v>0.435633</c:v>
                </c:pt>
                <c:pt idx="388">
                  <c:v>0.373508</c:v>
                </c:pt>
                <c:pt idx="389">
                  <c:v>0.313045</c:v>
                </c:pt>
                <c:pt idx="390">
                  <c:v>0.254479</c:v>
                </c:pt>
                <c:pt idx="391">
                  <c:v>0.198026</c:v>
                </c:pt>
                <c:pt idx="392">
                  <c:v>0.143879</c:v>
                </c:pt>
                <c:pt idx="393">
                  <c:v>0.092207</c:v>
                </c:pt>
                <c:pt idx="394">
                  <c:v>0.043158</c:v>
                </c:pt>
                <c:pt idx="395">
                  <c:v>-0.00315</c:v>
                </c:pt>
                <c:pt idx="396">
                  <c:v>-0.046621</c:v>
                </c:pt>
                <c:pt idx="397">
                  <c:v>-0.087185</c:v>
                </c:pt>
                <c:pt idx="398">
                  <c:v>-0.1248</c:v>
                </c:pt>
                <c:pt idx="399">
                  <c:v>-0.159449</c:v>
                </c:pt>
                <c:pt idx="400">
                  <c:v>-0.19114</c:v>
                </c:pt>
                <c:pt idx="401">
                  <c:v>-0.219909</c:v>
                </c:pt>
                <c:pt idx="402">
                  <c:v>-0.245812</c:v>
                </c:pt>
                <c:pt idx="403">
                  <c:v>-0.268934</c:v>
                </c:pt>
                <c:pt idx="404">
                  <c:v>-0.28938</c:v>
                </c:pt>
                <c:pt idx="405">
                  <c:v>-0.307276</c:v>
                </c:pt>
                <c:pt idx="406">
                  <c:v>-0.322769</c:v>
                </c:pt>
                <c:pt idx="407">
                  <c:v>-0.336025</c:v>
                </c:pt>
                <c:pt idx="408">
                  <c:v>-0.347228</c:v>
                </c:pt>
                <c:pt idx="409">
                  <c:v>-0.356573</c:v>
                </c:pt>
                <c:pt idx="410">
                  <c:v>-0.364273</c:v>
                </c:pt>
                <c:pt idx="411">
                  <c:v>-0.37055</c:v>
                </c:pt>
                <c:pt idx="412">
                  <c:v>-0.375634</c:v>
                </c:pt>
                <c:pt idx="413">
                  <c:v>-0.379763</c:v>
                </c:pt>
                <c:pt idx="414">
                  <c:v>-0.38318</c:v>
                </c:pt>
                <c:pt idx="415">
                  <c:v>-0.38613</c:v>
                </c:pt>
                <c:pt idx="416">
                  <c:v>-0.388858</c:v>
                </c:pt>
                <c:pt idx="417">
                  <c:v>-0.391607</c:v>
                </c:pt>
                <c:pt idx="418">
                  <c:v>-0.394614</c:v>
                </c:pt>
                <c:pt idx="419">
                  <c:v>-0.398111</c:v>
                </c:pt>
                <c:pt idx="420">
                  <c:v>-0.402321</c:v>
                </c:pt>
                <c:pt idx="421">
                  <c:v>-0.407457</c:v>
                </c:pt>
                <c:pt idx="422">
                  <c:v>-0.413716</c:v>
                </c:pt>
                <c:pt idx="423">
                  <c:v>-0.421284</c:v>
                </c:pt>
                <c:pt idx="424">
                  <c:v>-0.430327</c:v>
                </c:pt>
                <c:pt idx="425">
                  <c:v>-0.440996</c:v>
                </c:pt>
                <c:pt idx="426">
                  <c:v>-0.453421</c:v>
                </c:pt>
                <c:pt idx="427">
                  <c:v>-0.467709</c:v>
                </c:pt>
                <c:pt idx="428">
                  <c:v>-0.483949</c:v>
                </c:pt>
                <c:pt idx="429">
                  <c:v>-0.502205</c:v>
                </c:pt>
                <c:pt idx="430">
                  <c:v>-0.522516</c:v>
                </c:pt>
                <c:pt idx="431">
                  <c:v>-0.544898</c:v>
                </c:pt>
                <c:pt idx="432">
                  <c:v>-0.569344</c:v>
                </c:pt>
                <c:pt idx="433">
                  <c:v>-0.595818</c:v>
                </c:pt>
                <c:pt idx="434">
                  <c:v>-0.624262</c:v>
                </c:pt>
                <c:pt idx="435">
                  <c:v>-0.654594</c:v>
                </c:pt>
                <c:pt idx="436">
                  <c:v>-0.686706</c:v>
                </c:pt>
                <c:pt idx="437">
                  <c:v>-0.720468</c:v>
                </c:pt>
                <c:pt idx="438">
                  <c:v>-0.755725</c:v>
                </c:pt>
                <c:pt idx="439">
                  <c:v>-0.792303</c:v>
                </c:pt>
                <c:pt idx="440">
                  <c:v>-0.830007</c:v>
                </c:pt>
                <c:pt idx="441">
                  <c:v>-0.868623</c:v>
                </c:pt>
                <c:pt idx="442">
                  <c:v>-0.907917</c:v>
                </c:pt>
                <c:pt idx="443">
                  <c:v>-0.947644</c:v>
                </c:pt>
                <c:pt idx="444">
                  <c:v>-0.98754</c:v>
                </c:pt>
                <c:pt idx="445">
                  <c:v>-1.027333</c:v>
                </c:pt>
                <c:pt idx="446">
                  <c:v>-1.06674</c:v>
                </c:pt>
                <c:pt idx="447">
                  <c:v>-1.105469</c:v>
                </c:pt>
                <c:pt idx="448">
                  <c:v>-1.143223</c:v>
                </c:pt>
                <c:pt idx="449">
                  <c:v>-1.179702</c:v>
                </c:pt>
                <c:pt idx="450">
                  <c:v>-1.214607</c:v>
                </c:pt>
                <c:pt idx="451">
                  <c:v>-1.247636</c:v>
                </c:pt>
                <c:pt idx="452">
                  <c:v>-1.278496</c:v>
                </c:pt>
                <c:pt idx="453">
                  <c:v>-1.306895</c:v>
                </c:pt>
                <c:pt idx="454">
                  <c:v>-1.332555</c:v>
                </c:pt>
                <c:pt idx="455">
                  <c:v>-1.355203</c:v>
                </c:pt>
                <c:pt idx="456">
                  <c:v>-1.374584</c:v>
                </c:pt>
                <c:pt idx="457">
                  <c:v>-1.390454</c:v>
                </c:pt>
                <c:pt idx="458">
                  <c:v>-1.402589</c:v>
                </c:pt>
                <c:pt idx="459">
                  <c:v>-1.410782</c:v>
                </c:pt>
                <c:pt idx="460">
                  <c:v>-1.414847</c:v>
                </c:pt>
                <c:pt idx="461">
                  <c:v>-1.414622</c:v>
                </c:pt>
                <c:pt idx="462">
                  <c:v>-1.409967</c:v>
                </c:pt>
                <c:pt idx="463">
                  <c:v>-1.400766</c:v>
                </c:pt>
                <c:pt idx="464">
                  <c:v>-1.386932</c:v>
                </c:pt>
                <c:pt idx="465">
                  <c:v>-1.368402</c:v>
                </c:pt>
                <c:pt idx="466">
                  <c:v>-1.345144</c:v>
                </c:pt>
                <c:pt idx="467">
                  <c:v>-1.317152</c:v>
                </c:pt>
                <c:pt idx="468">
                  <c:v>-1.284448</c:v>
                </c:pt>
                <c:pt idx="469">
                  <c:v>-1.247085</c:v>
                </c:pt>
                <c:pt idx="470">
                  <c:v>-1.205142</c:v>
                </c:pt>
                <c:pt idx="471">
                  <c:v>-1.158729</c:v>
                </c:pt>
                <c:pt idx="472">
                  <c:v>-1.10798</c:v>
                </c:pt>
                <c:pt idx="473">
                  <c:v>-1.053061</c:v>
                </c:pt>
                <c:pt idx="474">
                  <c:v>-0.994158</c:v>
                </c:pt>
                <c:pt idx="475">
                  <c:v>-0.931487</c:v>
                </c:pt>
                <c:pt idx="476">
                  <c:v>-0.865285</c:v>
                </c:pt>
                <c:pt idx="477">
                  <c:v>-0.795812</c:v>
                </c:pt>
                <c:pt idx="478">
                  <c:v>-0.723347</c:v>
                </c:pt>
                <c:pt idx="479">
                  <c:v>-0.64819</c:v>
                </c:pt>
                <c:pt idx="480">
                  <c:v>-0.570656</c:v>
                </c:pt>
                <c:pt idx="481">
                  <c:v>-0.491074</c:v>
                </c:pt>
                <c:pt idx="482">
                  <c:v>-0.409788</c:v>
                </c:pt>
                <c:pt idx="483">
                  <c:v>-0.327151</c:v>
                </c:pt>
                <c:pt idx="484">
                  <c:v>-0.243521</c:v>
                </c:pt>
                <c:pt idx="485">
                  <c:v>-0.159267</c:v>
                </c:pt>
                <c:pt idx="486">
                  <c:v>-0.074757</c:v>
                </c:pt>
                <c:pt idx="487">
                  <c:v>0.00964</c:v>
                </c:pt>
                <c:pt idx="488">
                  <c:v>0.093555</c:v>
                </c:pt>
                <c:pt idx="489">
                  <c:v>0.176626</c:v>
                </c:pt>
                <c:pt idx="490">
                  <c:v>0.258494</c:v>
                </c:pt>
                <c:pt idx="491">
                  <c:v>0.338813</c:v>
                </c:pt>
                <c:pt idx="492">
                  <c:v>0.417245</c:v>
                </c:pt>
                <c:pt idx="493">
                  <c:v>0.493469</c:v>
                </c:pt>
                <c:pt idx="494">
                  <c:v>0.567176</c:v>
                </c:pt>
                <c:pt idx="495">
                  <c:v>0.638077</c:v>
                </c:pt>
                <c:pt idx="496">
                  <c:v>0.705902</c:v>
                </c:pt>
                <c:pt idx="497">
                  <c:v>0.770402</c:v>
                </c:pt>
                <c:pt idx="498">
                  <c:v>0.831351</c:v>
                </c:pt>
                <c:pt idx="499">
                  <c:v>0.888545</c:v>
                </c:pt>
                <c:pt idx="500">
                  <c:v>0.941809</c:v>
                </c:pt>
                <c:pt idx="501">
                  <c:v>0.99099</c:v>
                </c:pt>
                <c:pt idx="502">
                  <c:v>1.035966</c:v>
                </c:pt>
                <c:pt idx="503">
                  <c:v>1.07664</c:v>
                </c:pt>
                <c:pt idx="504">
                  <c:v>1.112944</c:v>
                </c:pt>
                <c:pt idx="505">
                  <c:v>1.144837</c:v>
                </c:pt>
                <c:pt idx="506">
                  <c:v>1.172308</c:v>
                </c:pt>
                <c:pt idx="507">
                  <c:v>1.195373</c:v>
                </c:pt>
                <c:pt idx="508">
                  <c:v>1.214075</c:v>
                </c:pt>
                <c:pt idx="509">
                  <c:v>1.228484</c:v>
                </c:pt>
                <c:pt idx="510">
                  <c:v>1.238697</c:v>
                </c:pt>
                <c:pt idx="511">
                  <c:v>1.244834</c:v>
                </c:pt>
                <c:pt idx="512">
                  <c:v>1.247041</c:v>
                </c:pt>
                <c:pt idx="513">
                  <c:v>1.245484</c:v>
                </c:pt>
                <c:pt idx="514">
                  <c:v>1.240351</c:v>
                </c:pt>
                <c:pt idx="515">
                  <c:v>1.23185</c:v>
                </c:pt>
                <c:pt idx="516">
                  <c:v>1.220203</c:v>
                </c:pt>
                <c:pt idx="517">
                  <c:v>1.205651</c:v>
                </c:pt>
                <c:pt idx="518">
                  <c:v>1.188446</c:v>
                </c:pt>
                <c:pt idx="519">
                  <c:v>1.168852</c:v>
                </c:pt>
                <c:pt idx="520">
                  <c:v>1.14714</c:v>
                </c:pt>
                <c:pt idx="521">
                  <c:v>1.123591</c:v>
                </c:pt>
                <c:pt idx="522">
                  <c:v>1.098486</c:v>
                </c:pt>
                <c:pt idx="523">
                  <c:v>1.072111</c:v>
                </c:pt>
                <c:pt idx="524">
                  <c:v>1.044751</c:v>
                </c:pt>
                <c:pt idx="525">
                  <c:v>1.016687</c:v>
                </c:pt>
                <c:pt idx="526">
                  <c:v>0.988196</c:v>
                </c:pt>
                <c:pt idx="527">
                  <c:v>0.959548</c:v>
                </c:pt>
                <c:pt idx="528">
                  <c:v>0.931003</c:v>
                </c:pt>
                <c:pt idx="529">
                  <c:v>0.902808</c:v>
                </c:pt>
                <c:pt idx="530">
                  <c:v>0.875201</c:v>
                </c:pt>
                <c:pt idx="531">
                  <c:v>0.848399</c:v>
                </c:pt>
                <c:pt idx="532">
                  <c:v>0.822607</c:v>
                </c:pt>
                <c:pt idx="533">
                  <c:v>0.798008</c:v>
                </c:pt>
                <c:pt idx="534">
                  <c:v>0.774767</c:v>
                </c:pt>
                <c:pt idx="535">
                  <c:v>0.753027</c:v>
                </c:pt>
                <c:pt idx="536">
                  <c:v>0.732908</c:v>
                </c:pt>
                <c:pt idx="537">
                  <c:v>0.71451</c:v>
                </c:pt>
                <c:pt idx="538">
                  <c:v>0.697904</c:v>
                </c:pt>
                <c:pt idx="539">
                  <c:v>0.683143</c:v>
                </c:pt>
                <c:pt idx="540">
                  <c:v>0.670249</c:v>
                </c:pt>
                <c:pt idx="541">
                  <c:v>0.659225</c:v>
                </c:pt>
                <c:pt idx="542">
                  <c:v>0.650045</c:v>
                </c:pt>
                <c:pt idx="543">
                  <c:v>0.642663</c:v>
                </c:pt>
                <c:pt idx="544">
                  <c:v>0.637006</c:v>
                </c:pt>
                <c:pt idx="545">
                  <c:v>0.63298</c:v>
                </c:pt>
                <c:pt idx="546">
                  <c:v>0.630468</c:v>
                </c:pt>
                <c:pt idx="547">
                  <c:v>0.629334</c:v>
                </c:pt>
                <c:pt idx="548">
                  <c:v>0.62942</c:v>
                </c:pt>
                <c:pt idx="549">
                  <c:v>0.630551</c:v>
                </c:pt>
                <c:pt idx="550">
                  <c:v>0.632537</c:v>
                </c:pt>
                <c:pt idx="551">
                  <c:v>0.635171</c:v>
                </c:pt>
                <c:pt idx="552">
                  <c:v>0.638233</c:v>
                </c:pt>
                <c:pt idx="553">
                  <c:v>0.641495</c:v>
                </c:pt>
                <c:pt idx="554">
                  <c:v>0.644717</c:v>
                </c:pt>
                <c:pt idx="555">
                  <c:v>0.647655</c:v>
                </c:pt>
                <c:pt idx="556">
                  <c:v>0.650057</c:v>
                </c:pt>
                <c:pt idx="557">
                  <c:v>0.651673</c:v>
                </c:pt>
                <c:pt idx="558">
                  <c:v>0.652249</c:v>
                </c:pt>
                <c:pt idx="559">
                  <c:v>0.651537</c:v>
                </c:pt>
                <c:pt idx="560">
                  <c:v>0.649291</c:v>
                </c:pt>
                <c:pt idx="561">
                  <c:v>0.645272</c:v>
                </c:pt>
                <c:pt idx="562">
                  <c:v>0.639253</c:v>
                </c:pt>
                <c:pt idx="563">
                  <c:v>0.631014</c:v>
                </c:pt>
                <c:pt idx="564">
                  <c:v>0.620352</c:v>
                </c:pt>
                <c:pt idx="565">
                  <c:v>0.607077</c:v>
                </c:pt>
                <c:pt idx="566">
                  <c:v>0.591017</c:v>
                </c:pt>
                <c:pt idx="567">
                  <c:v>0.572018</c:v>
                </c:pt>
                <c:pt idx="568">
                  <c:v>0.549948</c:v>
                </c:pt>
                <c:pt idx="569">
                  <c:v>0.524695</c:v>
                </c:pt>
                <c:pt idx="570">
                  <c:v>0.49617</c:v>
                </c:pt>
                <c:pt idx="571">
                  <c:v>0.464311</c:v>
                </c:pt>
                <c:pt idx="572">
                  <c:v>0.429079</c:v>
                </c:pt>
                <c:pt idx="573">
                  <c:v>0.390459</c:v>
                </c:pt>
                <c:pt idx="574">
                  <c:v>0.348467</c:v>
                </c:pt>
                <c:pt idx="575">
                  <c:v>0.30314</c:v>
                </c:pt>
                <c:pt idx="576">
                  <c:v>0.254546</c:v>
                </c:pt>
                <c:pt idx="577">
                  <c:v>0.202779</c:v>
                </c:pt>
                <c:pt idx="578">
                  <c:v>0.147956</c:v>
                </c:pt>
                <c:pt idx="579">
                  <c:v>0.090224</c:v>
                </c:pt>
                <c:pt idx="580">
                  <c:v>0.029752</c:v>
                </c:pt>
                <c:pt idx="581">
                  <c:v>-0.033265</c:v>
                </c:pt>
                <c:pt idx="582">
                  <c:v>-0.09861</c:v>
                </c:pt>
                <c:pt idx="583">
                  <c:v>-0.166045</c:v>
                </c:pt>
                <c:pt idx="584">
                  <c:v>-0.235311</c:v>
                </c:pt>
                <c:pt idx="585">
                  <c:v>-0.306129</c:v>
                </c:pt>
                <c:pt idx="586">
                  <c:v>-0.378206</c:v>
                </c:pt>
                <c:pt idx="587">
                  <c:v>-0.451231</c:v>
                </c:pt>
                <c:pt idx="588">
                  <c:v>-0.524884</c:v>
                </c:pt>
                <c:pt idx="589">
                  <c:v>-0.598831</c:v>
                </c:pt>
                <c:pt idx="590">
                  <c:v>-0.672731</c:v>
                </c:pt>
                <c:pt idx="591">
                  <c:v>-0.746236</c:v>
                </c:pt>
                <c:pt idx="592">
                  <c:v>-0.818995</c:v>
                </c:pt>
                <c:pt idx="593">
                  <c:v>-0.890656</c:v>
                </c:pt>
                <c:pt idx="594">
                  <c:v>-0.960867</c:v>
                </c:pt>
                <c:pt idx="595">
                  <c:v>-1.02928</c:v>
                </c:pt>
                <c:pt idx="596">
                  <c:v>-1.095553</c:v>
                </c:pt>
                <c:pt idx="597">
                  <c:v>-1.159352</c:v>
                </c:pt>
                <c:pt idx="598">
                  <c:v>-1.220353</c:v>
                </c:pt>
                <c:pt idx="599">
                  <c:v>-1.278247</c:v>
                </c:pt>
                <c:pt idx="600">
                  <c:v>-1.332738</c:v>
                </c:pt>
              </c:numCache>
            </c:numRef>
          </c:yVal>
        </c:ser>
        <c:ser>
          <c:idx val="1"/>
          <c:order val="1"/>
          <c:tx>
            <c:v>48 Hz samples</c:v>
          </c:tx>
          <c:spPr>
            <a:ln xmlns:a="http://schemas.openxmlformats.org/drawingml/2006/main" w="19050">
              <a:solidFill>
                <a:srgbClr val="286BB0"/>
              </a:solidFill>
            </a:ln>
          </c:spPr>
          <c:marker>
            <c:symbol val="circle"/>
            <c:size val="7"/>
            <c:spPr>
              <a:solidFill xmlns:a="http://schemas.openxmlformats.org/drawingml/2006/main">
                <a:srgbClr val="286BB0"/>
              </a:solidFill>
            </c:spPr>
          </c:marker>
          <c:xVal>
            <c:numRef>
              <c:f>'Chart Data'!$C$2:$C$11</c:f>
              <c:numCache>
                <c:formatCode>General</c:formatCode>
                <c:ptCount val="10"/>
                <c:pt idx="0">
                  <c:v>0</c:v>
                </c:pt>
                <c:pt idx="1">
                  <c:v>0.02083333</c:v>
                </c:pt>
                <c:pt idx="2">
                  <c:v>0.04166667</c:v>
                </c:pt>
                <c:pt idx="3">
                  <c:v>0.0625</c:v>
                </c:pt>
                <c:pt idx="4">
                  <c:v>0.08333333</c:v>
                </c:pt>
                <c:pt idx="5">
                  <c:v>0.10416667</c:v>
                </c:pt>
                <c:pt idx="6">
                  <c:v>0.125</c:v>
                </c:pt>
                <c:pt idx="7">
                  <c:v>0.14583333</c:v>
                </c:pt>
                <c:pt idx="8">
                  <c:v>0.16666667</c:v>
                </c:pt>
                <c:pt idx="9">
                  <c:v>0.1875</c:v>
                </c:pt>
              </c:numCache>
            </c:numRef>
          </c:xVal>
          <c:yVal>
            <c:numRef>
              <c:f>'Chart Data'!$D$2:$D$11</c:f>
              <c:numCache>
                <c:formatCode>0.0</c:formatCode>
                <c:ptCount val="10"/>
                <c:pt idx="0">
                  <c:v>0.941809</c:v>
                </c:pt>
                <c:pt idx="1">
                  <c:v>0.635424</c:v>
                </c:pt>
                <c:pt idx="2">
                  <c:v>-1.204038</c:v>
                </c:pt>
                <c:pt idx="3">
                  <c:v>0.73792</c:v>
                </c:pt>
                <c:pt idx="4">
                  <c:v>-0.941809</c:v>
                </c:pt>
                <c:pt idx="5">
                  <c:v>-0.635424</c:v>
                </c:pt>
                <c:pt idx="6">
                  <c:v>1.204038</c:v>
                </c:pt>
                <c:pt idx="7">
                  <c:v>-0.73792</c:v>
                </c:pt>
                <c:pt idx="8">
                  <c:v>0.941809</c:v>
                </c:pt>
                <c:pt idx="9">
                  <c:v>0.635424</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1.8"/>
          <c:min val="-1.8"/>
        </c:scaling>
        <c:delete val="0"/>
        <c:axPos val="l"/>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Voltage (V)</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50112"/>
        <c:majorUnit val="0.6"/>
      </c:valAx>
      <c:valAx>
        <c:axId val="48650112"/>
        <c:scaling>
          <c:orientation val="minMax"/>
          <c:max val="0.2"/>
          <c:min val="0"/>
        </c:scaling>
        <c:delete val="0"/>
        <c:axPos val="b"/>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Time (s)</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72768"/>
        <c:majorUnit val="0.05"/>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575">
              <a:latin typeface="Calibri"/>
              <a:ea typeface="Calibri"/>
              <a:cs typeface="Calibri"/>
            </a:defRPr>
          </a:pPr>
        </a:p>
      </c:txPr>
    </c:legend>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er>
          <c:idx val="0"/>
          <c:order val="0"/>
          <c:tx>
            <c:v>Actual 42 Hz component</c:v>
          </c:tx>
          <c:spPr>
            <a:ln xmlns:a="http://schemas.openxmlformats.org/drawingml/2006/main" w="19050">
              <a:solidFill>
                <a:srgbClr val="AAAAAA"/>
              </a:solidFill>
            </a:ln>
          </c:spPr>
          <c:marker>
            <c:symbol val="none"/>
            <c:size val="7"/>
            <c:spPr>
              <a:solidFill xmlns:a="http://schemas.openxmlformats.org/drawingml/2006/main">
                <a:srgbClr val="AAAAAA"/>
              </a:solidFill>
            </c:spPr>
          </c:marker>
          <c:xVal>
            <c:numRef>
              <c:f>'Chart Data'!$A$2:$A$602</c:f>
              <c:numCache>
                <c:formatCode>General</c:formatCode>
                <c:ptCount val="601"/>
                <c:pt idx="0">
                  <c:v>0</c:v>
                </c:pt>
                <c:pt idx="1">
                  <c:v>0.33333333</c:v>
                </c:pt>
                <c:pt idx="2">
                  <c:v>0.66666667</c:v>
                </c:pt>
                <c:pt idx="3">
                  <c:v>1</c:v>
                </c:pt>
                <c:pt idx="4">
                  <c:v>1.33333333</c:v>
                </c:pt>
                <c:pt idx="5">
                  <c:v>1.66666667</c:v>
                </c:pt>
                <c:pt idx="6">
                  <c:v>2</c:v>
                </c:pt>
                <c:pt idx="7">
                  <c:v>2.33333333</c:v>
                </c:pt>
                <c:pt idx="8">
                  <c:v>2.66666667</c:v>
                </c:pt>
                <c:pt idx="9">
                  <c:v>3</c:v>
                </c:pt>
                <c:pt idx="10">
                  <c:v>3.33333333</c:v>
                </c:pt>
                <c:pt idx="11">
                  <c:v>3.66666667</c:v>
                </c:pt>
                <c:pt idx="12">
                  <c:v>4</c:v>
                </c:pt>
                <c:pt idx="13">
                  <c:v>4.33333333</c:v>
                </c:pt>
                <c:pt idx="14">
                  <c:v>4.66666667</c:v>
                </c:pt>
                <c:pt idx="15">
                  <c:v>5</c:v>
                </c:pt>
                <c:pt idx="16">
                  <c:v>5.33333333</c:v>
                </c:pt>
                <c:pt idx="17">
                  <c:v>5.66666667</c:v>
                </c:pt>
                <c:pt idx="18">
                  <c:v>6</c:v>
                </c:pt>
                <c:pt idx="19">
                  <c:v>6.33333333</c:v>
                </c:pt>
                <c:pt idx="20">
                  <c:v>6.66666667</c:v>
                </c:pt>
                <c:pt idx="21">
                  <c:v>7</c:v>
                </c:pt>
                <c:pt idx="22">
                  <c:v>7.33333333</c:v>
                </c:pt>
                <c:pt idx="23">
                  <c:v>7.66666667</c:v>
                </c:pt>
                <c:pt idx="24">
                  <c:v>8</c:v>
                </c:pt>
                <c:pt idx="25">
                  <c:v>8.33333333</c:v>
                </c:pt>
                <c:pt idx="26">
                  <c:v>8.66666667</c:v>
                </c:pt>
                <c:pt idx="27">
                  <c:v>9</c:v>
                </c:pt>
                <c:pt idx="28">
                  <c:v>9.33333333</c:v>
                </c:pt>
                <c:pt idx="29">
                  <c:v>9.66666667</c:v>
                </c:pt>
                <c:pt idx="30">
                  <c:v>10</c:v>
                </c:pt>
                <c:pt idx="31">
                  <c:v>10.33333333</c:v>
                </c:pt>
                <c:pt idx="32">
                  <c:v>10.66666667</c:v>
                </c:pt>
                <c:pt idx="33">
                  <c:v>11</c:v>
                </c:pt>
                <c:pt idx="34">
                  <c:v>11.33333333</c:v>
                </c:pt>
                <c:pt idx="35">
                  <c:v>11.66666667</c:v>
                </c:pt>
                <c:pt idx="36">
                  <c:v>12</c:v>
                </c:pt>
                <c:pt idx="37">
                  <c:v>12.33333333</c:v>
                </c:pt>
                <c:pt idx="38">
                  <c:v>12.66666667</c:v>
                </c:pt>
                <c:pt idx="39">
                  <c:v>13</c:v>
                </c:pt>
                <c:pt idx="40">
                  <c:v>13.33333333</c:v>
                </c:pt>
                <c:pt idx="41">
                  <c:v>13.66666667</c:v>
                </c:pt>
                <c:pt idx="42">
                  <c:v>14</c:v>
                </c:pt>
                <c:pt idx="43">
                  <c:v>14.33333333</c:v>
                </c:pt>
                <c:pt idx="44">
                  <c:v>14.66666667</c:v>
                </c:pt>
                <c:pt idx="45">
                  <c:v>15</c:v>
                </c:pt>
                <c:pt idx="46">
                  <c:v>15.33333333</c:v>
                </c:pt>
                <c:pt idx="47">
                  <c:v>15.66666667</c:v>
                </c:pt>
                <c:pt idx="48">
                  <c:v>16</c:v>
                </c:pt>
                <c:pt idx="49">
                  <c:v>16.33333333</c:v>
                </c:pt>
                <c:pt idx="50">
                  <c:v>16.66666667</c:v>
                </c:pt>
                <c:pt idx="51">
                  <c:v>17</c:v>
                </c:pt>
                <c:pt idx="52">
                  <c:v>17.33333333</c:v>
                </c:pt>
                <c:pt idx="53">
                  <c:v>17.66666667</c:v>
                </c:pt>
                <c:pt idx="54">
                  <c:v>18</c:v>
                </c:pt>
                <c:pt idx="55">
                  <c:v>18.33333333</c:v>
                </c:pt>
                <c:pt idx="56">
                  <c:v>18.66666667</c:v>
                </c:pt>
                <c:pt idx="57">
                  <c:v>19</c:v>
                </c:pt>
                <c:pt idx="58">
                  <c:v>19.33333333</c:v>
                </c:pt>
                <c:pt idx="59">
                  <c:v>19.66666667</c:v>
                </c:pt>
                <c:pt idx="60">
                  <c:v>20</c:v>
                </c:pt>
                <c:pt idx="61">
                  <c:v>20.33333333</c:v>
                </c:pt>
                <c:pt idx="62">
                  <c:v>20.66666667</c:v>
                </c:pt>
                <c:pt idx="63">
                  <c:v>21</c:v>
                </c:pt>
                <c:pt idx="64">
                  <c:v>21.33333333</c:v>
                </c:pt>
                <c:pt idx="65">
                  <c:v>21.66666667</c:v>
                </c:pt>
                <c:pt idx="66">
                  <c:v>22</c:v>
                </c:pt>
                <c:pt idx="67">
                  <c:v>22.33333333</c:v>
                </c:pt>
                <c:pt idx="68">
                  <c:v>22.66666667</c:v>
                </c:pt>
                <c:pt idx="69">
                  <c:v>23</c:v>
                </c:pt>
                <c:pt idx="70">
                  <c:v>23.33333333</c:v>
                </c:pt>
                <c:pt idx="71">
                  <c:v>23.66666667</c:v>
                </c:pt>
                <c:pt idx="72">
                  <c:v>24</c:v>
                </c:pt>
                <c:pt idx="73">
                  <c:v>24.33333333</c:v>
                </c:pt>
                <c:pt idx="74">
                  <c:v>24.66666667</c:v>
                </c:pt>
                <c:pt idx="75">
                  <c:v>25</c:v>
                </c:pt>
                <c:pt idx="76">
                  <c:v>25.33333333</c:v>
                </c:pt>
                <c:pt idx="77">
                  <c:v>25.66666667</c:v>
                </c:pt>
                <c:pt idx="78">
                  <c:v>26</c:v>
                </c:pt>
                <c:pt idx="79">
                  <c:v>26.33333333</c:v>
                </c:pt>
                <c:pt idx="80">
                  <c:v>26.66666667</c:v>
                </c:pt>
                <c:pt idx="81">
                  <c:v>27</c:v>
                </c:pt>
                <c:pt idx="82">
                  <c:v>27.33333333</c:v>
                </c:pt>
                <c:pt idx="83">
                  <c:v>27.66666667</c:v>
                </c:pt>
                <c:pt idx="84">
                  <c:v>28</c:v>
                </c:pt>
                <c:pt idx="85">
                  <c:v>28.33333333</c:v>
                </c:pt>
                <c:pt idx="86">
                  <c:v>28.66666667</c:v>
                </c:pt>
                <c:pt idx="87">
                  <c:v>29</c:v>
                </c:pt>
                <c:pt idx="88">
                  <c:v>29.33333333</c:v>
                </c:pt>
                <c:pt idx="89">
                  <c:v>29.66666667</c:v>
                </c:pt>
                <c:pt idx="90">
                  <c:v>30</c:v>
                </c:pt>
                <c:pt idx="91">
                  <c:v>30.33333333</c:v>
                </c:pt>
                <c:pt idx="92">
                  <c:v>30.66666667</c:v>
                </c:pt>
                <c:pt idx="93">
                  <c:v>31</c:v>
                </c:pt>
                <c:pt idx="94">
                  <c:v>31.33333333</c:v>
                </c:pt>
                <c:pt idx="95">
                  <c:v>31.66666667</c:v>
                </c:pt>
                <c:pt idx="96">
                  <c:v>32</c:v>
                </c:pt>
                <c:pt idx="97">
                  <c:v>32.33333333</c:v>
                </c:pt>
                <c:pt idx="98">
                  <c:v>32.66666667</c:v>
                </c:pt>
                <c:pt idx="99">
                  <c:v>33</c:v>
                </c:pt>
                <c:pt idx="100">
                  <c:v>33.33333333</c:v>
                </c:pt>
                <c:pt idx="101">
                  <c:v>33.66666667</c:v>
                </c:pt>
                <c:pt idx="102">
                  <c:v>34</c:v>
                </c:pt>
                <c:pt idx="103">
                  <c:v>34.33333333</c:v>
                </c:pt>
                <c:pt idx="104">
                  <c:v>34.66666667</c:v>
                </c:pt>
                <c:pt idx="105">
                  <c:v>35</c:v>
                </c:pt>
                <c:pt idx="106">
                  <c:v>35.33333333</c:v>
                </c:pt>
                <c:pt idx="107">
                  <c:v>35.66666667</c:v>
                </c:pt>
                <c:pt idx="108">
                  <c:v>36</c:v>
                </c:pt>
                <c:pt idx="109">
                  <c:v>36.33333333</c:v>
                </c:pt>
                <c:pt idx="110">
                  <c:v>36.66666667</c:v>
                </c:pt>
                <c:pt idx="111">
                  <c:v>37</c:v>
                </c:pt>
                <c:pt idx="112">
                  <c:v>37.33333333</c:v>
                </c:pt>
                <c:pt idx="113">
                  <c:v>37.66666667</c:v>
                </c:pt>
                <c:pt idx="114">
                  <c:v>38</c:v>
                </c:pt>
                <c:pt idx="115">
                  <c:v>38.33333333</c:v>
                </c:pt>
                <c:pt idx="116">
                  <c:v>38.66666667</c:v>
                </c:pt>
                <c:pt idx="117">
                  <c:v>39</c:v>
                </c:pt>
                <c:pt idx="118">
                  <c:v>39.33333333</c:v>
                </c:pt>
                <c:pt idx="119">
                  <c:v>39.66666667</c:v>
                </c:pt>
                <c:pt idx="120">
                  <c:v>40</c:v>
                </c:pt>
                <c:pt idx="121">
                  <c:v>40.33333333</c:v>
                </c:pt>
                <c:pt idx="122">
                  <c:v>40.66666667</c:v>
                </c:pt>
                <c:pt idx="123">
                  <c:v>41</c:v>
                </c:pt>
                <c:pt idx="124">
                  <c:v>41.33333333</c:v>
                </c:pt>
                <c:pt idx="125">
                  <c:v>41.66666667</c:v>
                </c:pt>
                <c:pt idx="126">
                  <c:v>42</c:v>
                </c:pt>
                <c:pt idx="127">
                  <c:v>42.33333333</c:v>
                </c:pt>
                <c:pt idx="128">
                  <c:v>42.66666667</c:v>
                </c:pt>
                <c:pt idx="129">
                  <c:v>43</c:v>
                </c:pt>
                <c:pt idx="130">
                  <c:v>43.33333333</c:v>
                </c:pt>
                <c:pt idx="131">
                  <c:v>43.66666667</c:v>
                </c:pt>
                <c:pt idx="132">
                  <c:v>44</c:v>
                </c:pt>
                <c:pt idx="133">
                  <c:v>44.33333333</c:v>
                </c:pt>
                <c:pt idx="134">
                  <c:v>44.66666667</c:v>
                </c:pt>
                <c:pt idx="135">
                  <c:v>45</c:v>
                </c:pt>
                <c:pt idx="136">
                  <c:v>45.33333333</c:v>
                </c:pt>
                <c:pt idx="137">
                  <c:v>45.66666667</c:v>
                </c:pt>
                <c:pt idx="138">
                  <c:v>46</c:v>
                </c:pt>
                <c:pt idx="139">
                  <c:v>46.33333333</c:v>
                </c:pt>
                <c:pt idx="140">
                  <c:v>46.66666667</c:v>
                </c:pt>
                <c:pt idx="141">
                  <c:v>47</c:v>
                </c:pt>
                <c:pt idx="142">
                  <c:v>47.33333333</c:v>
                </c:pt>
                <c:pt idx="143">
                  <c:v>47.66666667</c:v>
                </c:pt>
                <c:pt idx="144">
                  <c:v>48</c:v>
                </c:pt>
                <c:pt idx="145">
                  <c:v>48.33333333</c:v>
                </c:pt>
                <c:pt idx="146">
                  <c:v>48.66666667</c:v>
                </c:pt>
                <c:pt idx="147">
                  <c:v>49</c:v>
                </c:pt>
                <c:pt idx="148">
                  <c:v>49.33333333</c:v>
                </c:pt>
                <c:pt idx="149">
                  <c:v>49.66666667</c:v>
                </c:pt>
                <c:pt idx="150">
                  <c:v>50</c:v>
                </c:pt>
                <c:pt idx="151">
                  <c:v>50.33333333</c:v>
                </c:pt>
                <c:pt idx="152">
                  <c:v>50.66666667</c:v>
                </c:pt>
                <c:pt idx="153">
                  <c:v>51</c:v>
                </c:pt>
                <c:pt idx="154">
                  <c:v>51.33333333</c:v>
                </c:pt>
                <c:pt idx="155">
                  <c:v>51.66666667</c:v>
                </c:pt>
                <c:pt idx="156">
                  <c:v>52</c:v>
                </c:pt>
                <c:pt idx="157">
                  <c:v>52.33333333</c:v>
                </c:pt>
                <c:pt idx="158">
                  <c:v>52.66666667</c:v>
                </c:pt>
                <c:pt idx="159">
                  <c:v>53</c:v>
                </c:pt>
                <c:pt idx="160">
                  <c:v>53.33333333</c:v>
                </c:pt>
                <c:pt idx="161">
                  <c:v>53.66666667</c:v>
                </c:pt>
                <c:pt idx="162">
                  <c:v>54</c:v>
                </c:pt>
                <c:pt idx="163">
                  <c:v>54.33333333</c:v>
                </c:pt>
                <c:pt idx="164">
                  <c:v>54.66666667</c:v>
                </c:pt>
                <c:pt idx="165">
                  <c:v>55</c:v>
                </c:pt>
                <c:pt idx="166">
                  <c:v>55.33333333</c:v>
                </c:pt>
                <c:pt idx="167">
                  <c:v>55.66666667</c:v>
                </c:pt>
                <c:pt idx="168">
                  <c:v>56</c:v>
                </c:pt>
                <c:pt idx="169">
                  <c:v>56.33333333</c:v>
                </c:pt>
                <c:pt idx="170">
                  <c:v>56.66666667</c:v>
                </c:pt>
                <c:pt idx="171">
                  <c:v>57</c:v>
                </c:pt>
                <c:pt idx="172">
                  <c:v>57.33333333</c:v>
                </c:pt>
                <c:pt idx="173">
                  <c:v>57.66666667</c:v>
                </c:pt>
                <c:pt idx="174">
                  <c:v>58</c:v>
                </c:pt>
                <c:pt idx="175">
                  <c:v>58.33333333</c:v>
                </c:pt>
                <c:pt idx="176">
                  <c:v>58.66666667</c:v>
                </c:pt>
                <c:pt idx="177">
                  <c:v>59</c:v>
                </c:pt>
                <c:pt idx="178">
                  <c:v>59.33333333</c:v>
                </c:pt>
                <c:pt idx="179">
                  <c:v>59.66666667</c:v>
                </c:pt>
                <c:pt idx="180">
                  <c:v>60</c:v>
                </c:pt>
                <c:pt idx="181">
                  <c:v>60.33333333</c:v>
                </c:pt>
                <c:pt idx="182">
                  <c:v>60.66666667</c:v>
                </c:pt>
                <c:pt idx="183">
                  <c:v>61</c:v>
                </c:pt>
                <c:pt idx="184">
                  <c:v>61.33333333</c:v>
                </c:pt>
                <c:pt idx="185">
                  <c:v>61.66666667</c:v>
                </c:pt>
                <c:pt idx="186">
                  <c:v>62</c:v>
                </c:pt>
                <c:pt idx="187">
                  <c:v>62.33333333</c:v>
                </c:pt>
                <c:pt idx="188">
                  <c:v>62.66666667</c:v>
                </c:pt>
                <c:pt idx="189">
                  <c:v>63</c:v>
                </c:pt>
                <c:pt idx="190">
                  <c:v>63.33333333</c:v>
                </c:pt>
                <c:pt idx="191">
                  <c:v>63.66666667</c:v>
                </c:pt>
                <c:pt idx="192">
                  <c:v>64</c:v>
                </c:pt>
                <c:pt idx="193">
                  <c:v>64.33333333</c:v>
                </c:pt>
                <c:pt idx="194">
                  <c:v>64.66666667</c:v>
                </c:pt>
                <c:pt idx="195">
                  <c:v>65</c:v>
                </c:pt>
                <c:pt idx="196">
                  <c:v>65.33333333</c:v>
                </c:pt>
                <c:pt idx="197">
                  <c:v>65.66666667</c:v>
                </c:pt>
                <c:pt idx="198">
                  <c:v>66</c:v>
                </c:pt>
                <c:pt idx="199">
                  <c:v>66.33333333</c:v>
                </c:pt>
                <c:pt idx="200">
                  <c:v>66.66666667</c:v>
                </c:pt>
                <c:pt idx="201">
                  <c:v>67</c:v>
                </c:pt>
                <c:pt idx="202">
                  <c:v>67.33333333</c:v>
                </c:pt>
                <c:pt idx="203">
                  <c:v>67.66666667</c:v>
                </c:pt>
                <c:pt idx="204">
                  <c:v>68</c:v>
                </c:pt>
                <c:pt idx="205">
                  <c:v>68.33333333</c:v>
                </c:pt>
                <c:pt idx="206">
                  <c:v>68.66666667</c:v>
                </c:pt>
                <c:pt idx="207">
                  <c:v>69</c:v>
                </c:pt>
                <c:pt idx="208">
                  <c:v>69.33333333</c:v>
                </c:pt>
                <c:pt idx="209">
                  <c:v>69.66666667</c:v>
                </c:pt>
                <c:pt idx="210">
                  <c:v>70</c:v>
                </c:pt>
                <c:pt idx="211">
                  <c:v>70.33333333</c:v>
                </c:pt>
                <c:pt idx="212">
                  <c:v>70.66666667</c:v>
                </c:pt>
                <c:pt idx="213">
                  <c:v>71</c:v>
                </c:pt>
                <c:pt idx="214">
                  <c:v>71.33333333</c:v>
                </c:pt>
                <c:pt idx="215">
                  <c:v>71.66666667</c:v>
                </c:pt>
                <c:pt idx="216">
                  <c:v>72</c:v>
                </c:pt>
                <c:pt idx="217">
                  <c:v>72.33333333</c:v>
                </c:pt>
                <c:pt idx="218">
                  <c:v>72.66666667</c:v>
                </c:pt>
                <c:pt idx="219">
                  <c:v>73</c:v>
                </c:pt>
                <c:pt idx="220">
                  <c:v>73.33333333</c:v>
                </c:pt>
                <c:pt idx="221">
                  <c:v>73.66666667</c:v>
                </c:pt>
                <c:pt idx="222">
                  <c:v>74</c:v>
                </c:pt>
                <c:pt idx="223">
                  <c:v>74.33333333</c:v>
                </c:pt>
                <c:pt idx="224">
                  <c:v>74.66666667</c:v>
                </c:pt>
                <c:pt idx="225">
                  <c:v>75</c:v>
                </c:pt>
                <c:pt idx="226">
                  <c:v>75.33333333</c:v>
                </c:pt>
                <c:pt idx="227">
                  <c:v>75.66666667</c:v>
                </c:pt>
                <c:pt idx="228">
                  <c:v>76</c:v>
                </c:pt>
                <c:pt idx="229">
                  <c:v>76.33333333</c:v>
                </c:pt>
                <c:pt idx="230">
                  <c:v>76.66666667</c:v>
                </c:pt>
                <c:pt idx="231">
                  <c:v>77</c:v>
                </c:pt>
                <c:pt idx="232">
                  <c:v>77.33333333</c:v>
                </c:pt>
                <c:pt idx="233">
                  <c:v>77.66666667</c:v>
                </c:pt>
                <c:pt idx="234">
                  <c:v>78</c:v>
                </c:pt>
                <c:pt idx="235">
                  <c:v>78.33333333</c:v>
                </c:pt>
                <c:pt idx="236">
                  <c:v>78.66666667</c:v>
                </c:pt>
                <c:pt idx="237">
                  <c:v>79</c:v>
                </c:pt>
                <c:pt idx="238">
                  <c:v>79.33333333</c:v>
                </c:pt>
                <c:pt idx="239">
                  <c:v>79.66666667</c:v>
                </c:pt>
                <c:pt idx="240">
                  <c:v>80</c:v>
                </c:pt>
                <c:pt idx="241">
                  <c:v>80.33333333</c:v>
                </c:pt>
                <c:pt idx="242">
                  <c:v>80.66666667</c:v>
                </c:pt>
                <c:pt idx="243">
                  <c:v>81</c:v>
                </c:pt>
                <c:pt idx="244">
                  <c:v>81.33333333</c:v>
                </c:pt>
                <c:pt idx="245">
                  <c:v>81.66666667</c:v>
                </c:pt>
                <c:pt idx="246">
                  <c:v>82</c:v>
                </c:pt>
                <c:pt idx="247">
                  <c:v>82.33333333</c:v>
                </c:pt>
                <c:pt idx="248">
                  <c:v>82.66666667</c:v>
                </c:pt>
                <c:pt idx="249">
                  <c:v>83</c:v>
                </c:pt>
                <c:pt idx="250">
                  <c:v>83.33333333</c:v>
                </c:pt>
                <c:pt idx="251">
                  <c:v>83.66666667</c:v>
                </c:pt>
                <c:pt idx="252">
                  <c:v>84</c:v>
                </c:pt>
                <c:pt idx="253">
                  <c:v>84.33333333</c:v>
                </c:pt>
                <c:pt idx="254">
                  <c:v>84.66666667</c:v>
                </c:pt>
                <c:pt idx="255">
                  <c:v>85</c:v>
                </c:pt>
                <c:pt idx="256">
                  <c:v>85.33333333</c:v>
                </c:pt>
                <c:pt idx="257">
                  <c:v>85.66666667</c:v>
                </c:pt>
                <c:pt idx="258">
                  <c:v>86</c:v>
                </c:pt>
                <c:pt idx="259">
                  <c:v>86.33333333</c:v>
                </c:pt>
                <c:pt idx="260">
                  <c:v>86.66666667</c:v>
                </c:pt>
                <c:pt idx="261">
                  <c:v>87</c:v>
                </c:pt>
                <c:pt idx="262">
                  <c:v>87.33333333</c:v>
                </c:pt>
                <c:pt idx="263">
                  <c:v>87.66666667</c:v>
                </c:pt>
                <c:pt idx="264">
                  <c:v>88</c:v>
                </c:pt>
                <c:pt idx="265">
                  <c:v>88.33333333</c:v>
                </c:pt>
                <c:pt idx="266">
                  <c:v>88.66666667</c:v>
                </c:pt>
                <c:pt idx="267">
                  <c:v>89</c:v>
                </c:pt>
                <c:pt idx="268">
                  <c:v>89.33333333</c:v>
                </c:pt>
                <c:pt idx="269">
                  <c:v>89.66666667</c:v>
                </c:pt>
                <c:pt idx="270">
                  <c:v>90</c:v>
                </c:pt>
                <c:pt idx="271">
                  <c:v>90.33333333</c:v>
                </c:pt>
                <c:pt idx="272">
                  <c:v>90.66666667</c:v>
                </c:pt>
                <c:pt idx="273">
                  <c:v>91</c:v>
                </c:pt>
                <c:pt idx="274">
                  <c:v>91.33333333</c:v>
                </c:pt>
                <c:pt idx="275">
                  <c:v>91.66666667</c:v>
                </c:pt>
                <c:pt idx="276">
                  <c:v>92</c:v>
                </c:pt>
                <c:pt idx="277">
                  <c:v>92.33333333</c:v>
                </c:pt>
                <c:pt idx="278">
                  <c:v>92.66666667</c:v>
                </c:pt>
                <c:pt idx="279">
                  <c:v>93</c:v>
                </c:pt>
                <c:pt idx="280">
                  <c:v>93.33333333</c:v>
                </c:pt>
                <c:pt idx="281">
                  <c:v>93.66666667</c:v>
                </c:pt>
                <c:pt idx="282">
                  <c:v>94</c:v>
                </c:pt>
                <c:pt idx="283">
                  <c:v>94.33333333</c:v>
                </c:pt>
                <c:pt idx="284">
                  <c:v>94.66666667</c:v>
                </c:pt>
                <c:pt idx="285">
                  <c:v>95</c:v>
                </c:pt>
                <c:pt idx="286">
                  <c:v>95.33333333</c:v>
                </c:pt>
                <c:pt idx="287">
                  <c:v>95.66666667</c:v>
                </c:pt>
                <c:pt idx="288">
                  <c:v>96</c:v>
                </c:pt>
                <c:pt idx="289">
                  <c:v>96.33333333</c:v>
                </c:pt>
                <c:pt idx="290">
                  <c:v>96.66666667</c:v>
                </c:pt>
                <c:pt idx="291">
                  <c:v>97</c:v>
                </c:pt>
                <c:pt idx="292">
                  <c:v>97.33333333</c:v>
                </c:pt>
                <c:pt idx="293">
                  <c:v>97.66666667</c:v>
                </c:pt>
                <c:pt idx="294">
                  <c:v>98</c:v>
                </c:pt>
                <c:pt idx="295">
                  <c:v>98.33333333</c:v>
                </c:pt>
                <c:pt idx="296">
                  <c:v>98.66666667</c:v>
                </c:pt>
                <c:pt idx="297">
                  <c:v>99</c:v>
                </c:pt>
                <c:pt idx="298">
                  <c:v>99.33333333</c:v>
                </c:pt>
                <c:pt idx="299">
                  <c:v>99.66666667</c:v>
                </c:pt>
                <c:pt idx="300">
                  <c:v>100</c:v>
                </c:pt>
                <c:pt idx="301">
                  <c:v>100.33333333</c:v>
                </c:pt>
                <c:pt idx="302">
                  <c:v>100.66666667</c:v>
                </c:pt>
                <c:pt idx="303">
                  <c:v>101</c:v>
                </c:pt>
                <c:pt idx="304">
                  <c:v>101.33333333</c:v>
                </c:pt>
                <c:pt idx="305">
                  <c:v>101.66666667</c:v>
                </c:pt>
                <c:pt idx="306">
                  <c:v>102</c:v>
                </c:pt>
                <c:pt idx="307">
                  <c:v>102.33333333</c:v>
                </c:pt>
                <c:pt idx="308">
                  <c:v>102.66666667</c:v>
                </c:pt>
                <c:pt idx="309">
                  <c:v>103</c:v>
                </c:pt>
                <c:pt idx="310">
                  <c:v>103.33333333</c:v>
                </c:pt>
                <c:pt idx="311">
                  <c:v>103.66666667</c:v>
                </c:pt>
                <c:pt idx="312">
                  <c:v>104</c:v>
                </c:pt>
                <c:pt idx="313">
                  <c:v>104.33333333</c:v>
                </c:pt>
                <c:pt idx="314">
                  <c:v>104.66666667</c:v>
                </c:pt>
                <c:pt idx="315">
                  <c:v>105</c:v>
                </c:pt>
                <c:pt idx="316">
                  <c:v>105.33333333</c:v>
                </c:pt>
                <c:pt idx="317">
                  <c:v>105.66666667</c:v>
                </c:pt>
                <c:pt idx="318">
                  <c:v>106</c:v>
                </c:pt>
                <c:pt idx="319">
                  <c:v>106.33333333</c:v>
                </c:pt>
                <c:pt idx="320">
                  <c:v>106.66666667</c:v>
                </c:pt>
                <c:pt idx="321">
                  <c:v>107</c:v>
                </c:pt>
                <c:pt idx="322">
                  <c:v>107.33333333</c:v>
                </c:pt>
                <c:pt idx="323">
                  <c:v>107.66666667</c:v>
                </c:pt>
                <c:pt idx="324">
                  <c:v>108</c:v>
                </c:pt>
                <c:pt idx="325">
                  <c:v>108.33333333</c:v>
                </c:pt>
                <c:pt idx="326">
                  <c:v>108.66666667</c:v>
                </c:pt>
                <c:pt idx="327">
                  <c:v>109</c:v>
                </c:pt>
                <c:pt idx="328">
                  <c:v>109.33333333</c:v>
                </c:pt>
                <c:pt idx="329">
                  <c:v>109.66666667</c:v>
                </c:pt>
                <c:pt idx="330">
                  <c:v>110</c:v>
                </c:pt>
                <c:pt idx="331">
                  <c:v>110.33333333</c:v>
                </c:pt>
                <c:pt idx="332">
                  <c:v>110.66666667</c:v>
                </c:pt>
                <c:pt idx="333">
                  <c:v>111</c:v>
                </c:pt>
                <c:pt idx="334">
                  <c:v>111.33333333</c:v>
                </c:pt>
                <c:pt idx="335">
                  <c:v>111.66666667</c:v>
                </c:pt>
                <c:pt idx="336">
                  <c:v>112</c:v>
                </c:pt>
                <c:pt idx="337">
                  <c:v>112.33333333</c:v>
                </c:pt>
                <c:pt idx="338">
                  <c:v>112.66666667</c:v>
                </c:pt>
                <c:pt idx="339">
                  <c:v>113</c:v>
                </c:pt>
                <c:pt idx="340">
                  <c:v>113.33333333</c:v>
                </c:pt>
                <c:pt idx="341">
                  <c:v>113.66666667</c:v>
                </c:pt>
                <c:pt idx="342">
                  <c:v>114</c:v>
                </c:pt>
                <c:pt idx="343">
                  <c:v>114.33333333</c:v>
                </c:pt>
                <c:pt idx="344">
                  <c:v>114.66666667</c:v>
                </c:pt>
                <c:pt idx="345">
                  <c:v>115</c:v>
                </c:pt>
                <c:pt idx="346">
                  <c:v>115.33333333</c:v>
                </c:pt>
                <c:pt idx="347">
                  <c:v>115.66666667</c:v>
                </c:pt>
                <c:pt idx="348">
                  <c:v>116</c:v>
                </c:pt>
                <c:pt idx="349">
                  <c:v>116.33333333</c:v>
                </c:pt>
                <c:pt idx="350">
                  <c:v>116.66666667</c:v>
                </c:pt>
                <c:pt idx="351">
                  <c:v>117</c:v>
                </c:pt>
                <c:pt idx="352">
                  <c:v>117.33333333</c:v>
                </c:pt>
                <c:pt idx="353">
                  <c:v>117.66666667</c:v>
                </c:pt>
                <c:pt idx="354">
                  <c:v>118</c:v>
                </c:pt>
                <c:pt idx="355">
                  <c:v>118.33333333</c:v>
                </c:pt>
                <c:pt idx="356">
                  <c:v>118.66666667</c:v>
                </c:pt>
                <c:pt idx="357">
                  <c:v>119</c:v>
                </c:pt>
                <c:pt idx="358">
                  <c:v>119.33333333</c:v>
                </c:pt>
                <c:pt idx="359">
                  <c:v>119.66666667</c:v>
                </c:pt>
                <c:pt idx="360">
                  <c:v>120</c:v>
                </c:pt>
                <c:pt idx="361">
                  <c:v>120.33333333</c:v>
                </c:pt>
                <c:pt idx="362">
                  <c:v>120.66666667</c:v>
                </c:pt>
                <c:pt idx="363">
                  <c:v>121</c:v>
                </c:pt>
                <c:pt idx="364">
                  <c:v>121.33333333</c:v>
                </c:pt>
                <c:pt idx="365">
                  <c:v>121.66666667</c:v>
                </c:pt>
                <c:pt idx="366">
                  <c:v>122</c:v>
                </c:pt>
                <c:pt idx="367">
                  <c:v>122.33333333</c:v>
                </c:pt>
                <c:pt idx="368">
                  <c:v>122.66666667</c:v>
                </c:pt>
                <c:pt idx="369">
                  <c:v>123</c:v>
                </c:pt>
                <c:pt idx="370">
                  <c:v>123.33333333</c:v>
                </c:pt>
                <c:pt idx="371">
                  <c:v>123.66666667</c:v>
                </c:pt>
                <c:pt idx="372">
                  <c:v>124</c:v>
                </c:pt>
                <c:pt idx="373">
                  <c:v>124.33333333</c:v>
                </c:pt>
                <c:pt idx="374">
                  <c:v>124.66666667</c:v>
                </c:pt>
                <c:pt idx="375">
                  <c:v>125</c:v>
                </c:pt>
                <c:pt idx="376">
                  <c:v>125.33333333</c:v>
                </c:pt>
                <c:pt idx="377">
                  <c:v>125.66666667</c:v>
                </c:pt>
                <c:pt idx="378">
                  <c:v>126</c:v>
                </c:pt>
                <c:pt idx="379">
                  <c:v>126.33333333</c:v>
                </c:pt>
                <c:pt idx="380">
                  <c:v>126.66666667</c:v>
                </c:pt>
                <c:pt idx="381">
                  <c:v>127</c:v>
                </c:pt>
                <c:pt idx="382">
                  <c:v>127.33333333</c:v>
                </c:pt>
                <c:pt idx="383">
                  <c:v>127.66666667</c:v>
                </c:pt>
                <c:pt idx="384">
                  <c:v>128</c:v>
                </c:pt>
                <c:pt idx="385">
                  <c:v>128.33333333</c:v>
                </c:pt>
                <c:pt idx="386">
                  <c:v>128.66666667</c:v>
                </c:pt>
                <c:pt idx="387">
                  <c:v>129</c:v>
                </c:pt>
                <c:pt idx="388">
                  <c:v>129.33333333</c:v>
                </c:pt>
                <c:pt idx="389">
                  <c:v>129.66666667</c:v>
                </c:pt>
                <c:pt idx="390">
                  <c:v>130</c:v>
                </c:pt>
                <c:pt idx="391">
                  <c:v>130.33333333</c:v>
                </c:pt>
                <c:pt idx="392">
                  <c:v>130.66666667</c:v>
                </c:pt>
                <c:pt idx="393">
                  <c:v>131</c:v>
                </c:pt>
                <c:pt idx="394">
                  <c:v>131.33333333</c:v>
                </c:pt>
                <c:pt idx="395">
                  <c:v>131.66666667</c:v>
                </c:pt>
                <c:pt idx="396">
                  <c:v>132</c:v>
                </c:pt>
                <c:pt idx="397">
                  <c:v>132.33333333</c:v>
                </c:pt>
                <c:pt idx="398">
                  <c:v>132.66666667</c:v>
                </c:pt>
                <c:pt idx="399">
                  <c:v>133</c:v>
                </c:pt>
                <c:pt idx="400">
                  <c:v>133.33333333</c:v>
                </c:pt>
                <c:pt idx="401">
                  <c:v>133.66666667</c:v>
                </c:pt>
                <c:pt idx="402">
                  <c:v>134</c:v>
                </c:pt>
                <c:pt idx="403">
                  <c:v>134.33333333</c:v>
                </c:pt>
                <c:pt idx="404">
                  <c:v>134.66666667</c:v>
                </c:pt>
                <c:pt idx="405">
                  <c:v>135</c:v>
                </c:pt>
                <c:pt idx="406">
                  <c:v>135.33333333</c:v>
                </c:pt>
                <c:pt idx="407">
                  <c:v>135.66666667</c:v>
                </c:pt>
                <c:pt idx="408">
                  <c:v>136</c:v>
                </c:pt>
                <c:pt idx="409">
                  <c:v>136.33333333</c:v>
                </c:pt>
                <c:pt idx="410">
                  <c:v>136.66666667</c:v>
                </c:pt>
                <c:pt idx="411">
                  <c:v>137</c:v>
                </c:pt>
                <c:pt idx="412">
                  <c:v>137.33333333</c:v>
                </c:pt>
                <c:pt idx="413">
                  <c:v>137.66666667</c:v>
                </c:pt>
                <c:pt idx="414">
                  <c:v>138</c:v>
                </c:pt>
                <c:pt idx="415">
                  <c:v>138.33333333</c:v>
                </c:pt>
                <c:pt idx="416">
                  <c:v>138.66666667</c:v>
                </c:pt>
                <c:pt idx="417">
                  <c:v>139</c:v>
                </c:pt>
                <c:pt idx="418">
                  <c:v>139.33333333</c:v>
                </c:pt>
                <c:pt idx="419">
                  <c:v>139.66666667</c:v>
                </c:pt>
                <c:pt idx="420">
                  <c:v>140</c:v>
                </c:pt>
                <c:pt idx="421">
                  <c:v>140.33333333</c:v>
                </c:pt>
                <c:pt idx="422">
                  <c:v>140.66666667</c:v>
                </c:pt>
                <c:pt idx="423">
                  <c:v>141</c:v>
                </c:pt>
                <c:pt idx="424">
                  <c:v>141.33333333</c:v>
                </c:pt>
                <c:pt idx="425">
                  <c:v>141.66666667</c:v>
                </c:pt>
                <c:pt idx="426">
                  <c:v>142</c:v>
                </c:pt>
                <c:pt idx="427">
                  <c:v>142.33333333</c:v>
                </c:pt>
                <c:pt idx="428">
                  <c:v>142.66666667</c:v>
                </c:pt>
                <c:pt idx="429">
                  <c:v>143</c:v>
                </c:pt>
                <c:pt idx="430">
                  <c:v>143.33333333</c:v>
                </c:pt>
                <c:pt idx="431">
                  <c:v>143.66666667</c:v>
                </c:pt>
                <c:pt idx="432">
                  <c:v>144</c:v>
                </c:pt>
                <c:pt idx="433">
                  <c:v>144.33333333</c:v>
                </c:pt>
                <c:pt idx="434">
                  <c:v>144.66666667</c:v>
                </c:pt>
                <c:pt idx="435">
                  <c:v>145</c:v>
                </c:pt>
                <c:pt idx="436">
                  <c:v>145.33333333</c:v>
                </c:pt>
                <c:pt idx="437">
                  <c:v>145.66666667</c:v>
                </c:pt>
                <c:pt idx="438">
                  <c:v>146</c:v>
                </c:pt>
                <c:pt idx="439">
                  <c:v>146.33333333</c:v>
                </c:pt>
                <c:pt idx="440">
                  <c:v>146.66666667</c:v>
                </c:pt>
                <c:pt idx="441">
                  <c:v>147</c:v>
                </c:pt>
                <c:pt idx="442">
                  <c:v>147.33333333</c:v>
                </c:pt>
                <c:pt idx="443">
                  <c:v>147.66666667</c:v>
                </c:pt>
                <c:pt idx="444">
                  <c:v>148</c:v>
                </c:pt>
                <c:pt idx="445">
                  <c:v>148.33333333</c:v>
                </c:pt>
                <c:pt idx="446">
                  <c:v>148.66666667</c:v>
                </c:pt>
                <c:pt idx="447">
                  <c:v>149</c:v>
                </c:pt>
                <c:pt idx="448">
                  <c:v>149.33333333</c:v>
                </c:pt>
                <c:pt idx="449">
                  <c:v>149.66666667</c:v>
                </c:pt>
                <c:pt idx="450">
                  <c:v>150</c:v>
                </c:pt>
                <c:pt idx="451">
                  <c:v>150.33333333</c:v>
                </c:pt>
                <c:pt idx="452">
                  <c:v>150.66666667</c:v>
                </c:pt>
                <c:pt idx="453">
                  <c:v>151</c:v>
                </c:pt>
                <c:pt idx="454">
                  <c:v>151.33333333</c:v>
                </c:pt>
                <c:pt idx="455">
                  <c:v>151.66666667</c:v>
                </c:pt>
                <c:pt idx="456">
                  <c:v>152</c:v>
                </c:pt>
                <c:pt idx="457">
                  <c:v>152.33333333</c:v>
                </c:pt>
                <c:pt idx="458">
                  <c:v>152.66666667</c:v>
                </c:pt>
                <c:pt idx="459">
                  <c:v>153</c:v>
                </c:pt>
                <c:pt idx="460">
                  <c:v>153.33333333</c:v>
                </c:pt>
                <c:pt idx="461">
                  <c:v>153.66666667</c:v>
                </c:pt>
                <c:pt idx="462">
                  <c:v>154</c:v>
                </c:pt>
                <c:pt idx="463">
                  <c:v>154.33333333</c:v>
                </c:pt>
                <c:pt idx="464">
                  <c:v>154.66666667</c:v>
                </c:pt>
                <c:pt idx="465">
                  <c:v>155</c:v>
                </c:pt>
                <c:pt idx="466">
                  <c:v>155.33333333</c:v>
                </c:pt>
                <c:pt idx="467">
                  <c:v>155.66666667</c:v>
                </c:pt>
                <c:pt idx="468">
                  <c:v>156</c:v>
                </c:pt>
                <c:pt idx="469">
                  <c:v>156.33333333</c:v>
                </c:pt>
                <c:pt idx="470">
                  <c:v>156.66666667</c:v>
                </c:pt>
                <c:pt idx="471">
                  <c:v>157</c:v>
                </c:pt>
                <c:pt idx="472">
                  <c:v>157.33333333</c:v>
                </c:pt>
                <c:pt idx="473">
                  <c:v>157.66666667</c:v>
                </c:pt>
                <c:pt idx="474">
                  <c:v>158</c:v>
                </c:pt>
                <c:pt idx="475">
                  <c:v>158.33333333</c:v>
                </c:pt>
                <c:pt idx="476">
                  <c:v>158.66666667</c:v>
                </c:pt>
                <c:pt idx="477">
                  <c:v>159</c:v>
                </c:pt>
                <c:pt idx="478">
                  <c:v>159.33333333</c:v>
                </c:pt>
                <c:pt idx="479">
                  <c:v>159.66666667</c:v>
                </c:pt>
                <c:pt idx="480">
                  <c:v>160</c:v>
                </c:pt>
                <c:pt idx="481">
                  <c:v>160.33333333</c:v>
                </c:pt>
                <c:pt idx="482">
                  <c:v>160.66666667</c:v>
                </c:pt>
                <c:pt idx="483">
                  <c:v>161</c:v>
                </c:pt>
                <c:pt idx="484">
                  <c:v>161.33333333</c:v>
                </c:pt>
                <c:pt idx="485">
                  <c:v>161.66666667</c:v>
                </c:pt>
                <c:pt idx="486">
                  <c:v>162</c:v>
                </c:pt>
                <c:pt idx="487">
                  <c:v>162.33333333</c:v>
                </c:pt>
                <c:pt idx="488">
                  <c:v>162.66666667</c:v>
                </c:pt>
                <c:pt idx="489">
                  <c:v>163</c:v>
                </c:pt>
                <c:pt idx="490">
                  <c:v>163.33333333</c:v>
                </c:pt>
                <c:pt idx="491">
                  <c:v>163.66666667</c:v>
                </c:pt>
                <c:pt idx="492">
                  <c:v>164</c:v>
                </c:pt>
                <c:pt idx="493">
                  <c:v>164.33333333</c:v>
                </c:pt>
                <c:pt idx="494">
                  <c:v>164.66666667</c:v>
                </c:pt>
                <c:pt idx="495">
                  <c:v>165</c:v>
                </c:pt>
                <c:pt idx="496">
                  <c:v>165.33333333</c:v>
                </c:pt>
                <c:pt idx="497">
                  <c:v>165.66666667</c:v>
                </c:pt>
                <c:pt idx="498">
                  <c:v>166</c:v>
                </c:pt>
                <c:pt idx="499">
                  <c:v>166.33333333</c:v>
                </c:pt>
                <c:pt idx="500">
                  <c:v>166.66666667</c:v>
                </c:pt>
                <c:pt idx="501">
                  <c:v>167</c:v>
                </c:pt>
                <c:pt idx="502">
                  <c:v>167.33333333</c:v>
                </c:pt>
                <c:pt idx="503">
                  <c:v>167.66666667</c:v>
                </c:pt>
                <c:pt idx="504">
                  <c:v>168</c:v>
                </c:pt>
                <c:pt idx="505">
                  <c:v>168.33333333</c:v>
                </c:pt>
                <c:pt idx="506">
                  <c:v>168.66666667</c:v>
                </c:pt>
                <c:pt idx="507">
                  <c:v>169</c:v>
                </c:pt>
                <c:pt idx="508">
                  <c:v>169.33333333</c:v>
                </c:pt>
                <c:pt idx="509">
                  <c:v>169.66666667</c:v>
                </c:pt>
                <c:pt idx="510">
                  <c:v>170</c:v>
                </c:pt>
                <c:pt idx="511">
                  <c:v>170.33333333</c:v>
                </c:pt>
                <c:pt idx="512">
                  <c:v>170.66666667</c:v>
                </c:pt>
                <c:pt idx="513">
                  <c:v>171</c:v>
                </c:pt>
                <c:pt idx="514">
                  <c:v>171.33333333</c:v>
                </c:pt>
                <c:pt idx="515">
                  <c:v>171.66666667</c:v>
                </c:pt>
                <c:pt idx="516">
                  <c:v>172</c:v>
                </c:pt>
                <c:pt idx="517">
                  <c:v>172.33333333</c:v>
                </c:pt>
                <c:pt idx="518">
                  <c:v>172.66666667</c:v>
                </c:pt>
                <c:pt idx="519">
                  <c:v>173</c:v>
                </c:pt>
                <c:pt idx="520">
                  <c:v>173.33333333</c:v>
                </c:pt>
                <c:pt idx="521">
                  <c:v>173.66666667</c:v>
                </c:pt>
                <c:pt idx="522">
                  <c:v>174</c:v>
                </c:pt>
                <c:pt idx="523">
                  <c:v>174.33333333</c:v>
                </c:pt>
                <c:pt idx="524">
                  <c:v>174.66666667</c:v>
                </c:pt>
                <c:pt idx="525">
                  <c:v>175</c:v>
                </c:pt>
                <c:pt idx="526">
                  <c:v>175.33333333</c:v>
                </c:pt>
                <c:pt idx="527">
                  <c:v>175.66666667</c:v>
                </c:pt>
                <c:pt idx="528">
                  <c:v>176</c:v>
                </c:pt>
                <c:pt idx="529">
                  <c:v>176.33333333</c:v>
                </c:pt>
                <c:pt idx="530">
                  <c:v>176.66666667</c:v>
                </c:pt>
                <c:pt idx="531">
                  <c:v>177</c:v>
                </c:pt>
                <c:pt idx="532">
                  <c:v>177.33333333</c:v>
                </c:pt>
                <c:pt idx="533">
                  <c:v>177.66666667</c:v>
                </c:pt>
                <c:pt idx="534">
                  <c:v>178</c:v>
                </c:pt>
                <c:pt idx="535">
                  <c:v>178.33333333</c:v>
                </c:pt>
                <c:pt idx="536">
                  <c:v>178.66666667</c:v>
                </c:pt>
                <c:pt idx="537">
                  <c:v>179</c:v>
                </c:pt>
                <c:pt idx="538">
                  <c:v>179.33333333</c:v>
                </c:pt>
                <c:pt idx="539">
                  <c:v>179.66666667</c:v>
                </c:pt>
                <c:pt idx="540">
                  <c:v>180</c:v>
                </c:pt>
                <c:pt idx="541">
                  <c:v>180.33333333</c:v>
                </c:pt>
                <c:pt idx="542">
                  <c:v>180.66666667</c:v>
                </c:pt>
                <c:pt idx="543">
                  <c:v>181</c:v>
                </c:pt>
                <c:pt idx="544">
                  <c:v>181.33333333</c:v>
                </c:pt>
                <c:pt idx="545">
                  <c:v>181.66666667</c:v>
                </c:pt>
                <c:pt idx="546">
                  <c:v>182</c:v>
                </c:pt>
                <c:pt idx="547">
                  <c:v>182.33333333</c:v>
                </c:pt>
                <c:pt idx="548">
                  <c:v>182.66666667</c:v>
                </c:pt>
                <c:pt idx="549">
                  <c:v>183</c:v>
                </c:pt>
                <c:pt idx="550">
                  <c:v>183.33333333</c:v>
                </c:pt>
                <c:pt idx="551">
                  <c:v>183.66666667</c:v>
                </c:pt>
                <c:pt idx="552">
                  <c:v>184</c:v>
                </c:pt>
                <c:pt idx="553">
                  <c:v>184.33333333</c:v>
                </c:pt>
                <c:pt idx="554">
                  <c:v>184.66666667</c:v>
                </c:pt>
                <c:pt idx="555">
                  <c:v>185</c:v>
                </c:pt>
                <c:pt idx="556">
                  <c:v>185.33333333</c:v>
                </c:pt>
                <c:pt idx="557">
                  <c:v>185.66666667</c:v>
                </c:pt>
                <c:pt idx="558">
                  <c:v>186</c:v>
                </c:pt>
                <c:pt idx="559">
                  <c:v>186.33333333</c:v>
                </c:pt>
                <c:pt idx="560">
                  <c:v>186.66666667</c:v>
                </c:pt>
                <c:pt idx="561">
                  <c:v>187</c:v>
                </c:pt>
                <c:pt idx="562">
                  <c:v>187.33333333</c:v>
                </c:pt>
                <c:pt idx="563">
                  <c:v>187.66666667</c:v>
                </c:pt>
                <c:pt idx="564">
                  <c:v>188</c:v>
                </c:pt>
                <c:pt idx="565">
                  <c:v>188.33333333</c:v>
                </c:pt>
                <c:pt idx="566">
                  <c:v>188.66666667</c:v>
                </c:pt>
                <c:pt idx="567">
                  <c:v>189</c:v>
                </c:pt>
                <c:pt idx="568">
                  <c:v>189.33333333</c:v>
                </c:pt>
                <c:pt idx="569">
                  <c:v>189.66666667</c:v>
                </c:pt>
                <c:pt idx="570">
                  <c:v>190</c:v>
                </c:pt>
                <c:pt idx="571">
                  <c:v>190.33333333</c:v>
                </c:pt>
                <c:pt idx="572">
                  <c:v>190.66666667</c:v>
                </c:pt>
                <c:pt idx="573">
                  <c:v>191</c:v>
                </c:pt>
                <c:pt idx="574">
                  <c:v>191.33333333</c:v>
                </c:pt>
                <c:pt idx="575">
                  <c:v>191.66666667</c:v>
                </c:pt>
                <c:pt idx="576">
                  <c:v>192</c:v>
                </c:pt>
                <c:pt idx="577">
                  <c:v>192.33333333</c:v>
                </c:pt>
                <c:pt idx="578">
                  <c:v>192.66666667</c:v>
                </c:pt>
                <c:pt idx="579">
                  <c:v>193</c:v>
                </c:pt>
                <c:pt idx="580">
                  <c:v>193.33333333</c:v>
                </c:pt>
                <c:pt idx="581">
                  <c:v>193.66666667</c:v>
                </c:pt>
                <c:pt idx="582">
                  <c:v>194</c:v>
                </c:pt>
                <c:pt idx="583">
                  <c:v>194.33333333</c:v>
                </c:pt>
                <c:pt idx="584">
                  <c:v>194.66666667</c:v>
                </c:pt>
                <c:pt idx="585">
                  <c:v>195</c:v>
                </c:pt>
                <c:pt idx="586">
                  <c:v>195.33333333</c:v>
                </c:pt>
                <c:pt idx="587">
                  <c:v>195.66666667</c:v>
                </c:pt>
                <c:pt idx="588">
                  <c:v>196</c:v>
                </c:pt>
                <c:pt idx="589">
                  <c:v>196.33333333</c:v>
                </c:pt>
                <c:pt idx="590">
                  <c:v>196.66666667</c:v>
                </c:pt>
                <c:pt idx="591">
                  <c:v>197</c:v>
                </c:pt>
                <c:pt idx="592">
                  <c:v>197.33333333</c:v>
                </c:pt>
                <c:pt idx="593">
                  <c:v>197.66666667</c:v>
                </c:pt>
                <c:pt idx="594">
                  <c:v>198</c:v>
                </c:pt>
                <c:pt idx="595">
                  <c:v>198.33333333</c:v>
                </c:pt>
                <c:pt idx="596">
                  <c:v>198.66666667</c:v>
                </c:pt>
                <c:pt idx="597">
                  <c:v>199</c:v>
                </c:pt>
                <c:pt idx="598">
                  <c:v>199.33333333</c:v>
                </c:pt>
                <c:pt idx="599">
                  <c:v>199.66666667</c:v>
                </c:pt>
                <c:pt idx="600">
                  <c:v>200</c:v>
                </c:pt>
              </c:numCache>
            </c:numRef>
          </c:xVal>
          <c:yVal>
            <c:numRef>
              <c:f>'Chart Data'!$B$2:$B$602</c:f>
              <c:numCache>
                <c:formatCode>0.0</c:formatCode>
                <c:ptCount val="601"/>
                <c:pt idx="0">
                  <c:v>0.43466662</c:v>
                </c:pt>
                <c:pt idx="1">
                  <c:v>0.44321793</c:v>
                </c:pt>
                <c:pt idx="2">
                  <c:v>0.44834194</c:v>
                </c:pt>
                <c:pt idx="3">
                  <c:v>0.44999901</c:v>
                </c:pt>
                <c:pt idx="4">
                  <c:v>0.44817634</c:v>
                </c:pt>
                <c:pt idx="5">
                  <c:v>0.44288802</c:v>
                </c:pt>
                <c:pt idx="6">
                  <c:v>0.43417495</c:v>
                </c:pt>
                <c:pt idx="7">
                  <c:v>0.42210449</c:v>
                </c:pt>
                <c:pt idx="8">
                  <c:v>0.40676999</c:v>
                </c:pt>
                <c:pt idx="9">
                  <c:v>0.38829003</c:v>
                </c:pt>
                <c:pt idx="10">
                  <c:v>0.36680751</c:v>
                </c:pt>
                <c:pt idx="11">
                  <c:v>0.34248854</c:v>
                </c:pt>
                <c:pt idx="12">
                  <c:v>0.31552119</c:v>
                </c:pt>
                <c:pt idx="13">
                  <c:v>0.28611398</c:v>
                </c:pt>
                <c:pt idx="14">
                  <c:v>0.25449431</c:v>
                </c:pt>
                <c:pt idx="15">
                  <c:v>0.22090669</c:v>
                </c:pt>
                <c:pt idx="16">
                  <c:v>0.18561085</c:v>
                </c:pt>
                <c:pt idx="17">
                  <c:v>0.14887972</c:v>
                </c:pt>
                <c:pt idx="18">
                  <c:v>0.11099734</c:v>
                </c:pt>
                <c:pt idx="19">
                  <c:v>0.07225663</c:v>
                </c:pt>
                <c:pt idx="20">
                  <c:v>0.03295719</c:v>
                </c:pt>
                <c:pt idx="21">
                  <c:v>-0.00659711</c:v>
                </c:pt>
                <c:pt idx="22">
                  <c:v>-0.04610039</c:v>
                </c:pt>
                <c:pt idx="23">
                  <c:v>-0.08524719</c:v>
                </c:pt>
                <c:pt idx="24">
                  <c:v>-0.12373479</c:v>
                </c:pt>
                <c:pt idx="25">
                  <c:v>-0.16126558</c:v>
                </c:pt>
                <c:pt idx="26">
                  <c:v>-0.19754933</c:v>
                </c:pt>
                <c:pt idx="27">
                  <c:v>-0.23230548</c:v>
                </c:pt>
                <c:pt idx="28">
                  <c:v>-0.26526526</c:v>
                </c:pt>
                <c:pt idx="29">
                  <c:v>-0.29617381</c:v>
                </c:pt>
                <c:pt idx="30">
                  <c:v>-0.3247921</c:v>
                </c:pt>
                <c:pt idx="31">
                  <c:v>-0.35089885</c:v>
                </c:pt>
                <c:pt idx="32">
                  <c:v>-0.37429218</c:v>
                </c:pt>
                <c:pt idx="33">
                  <c:v>-0.39479118</c:v>
                </c:pt>
                <c:pt idx="34">
                  <c:v>-0.41223735</c:v>
                </c:pt>
                <c:pt idx="35">
                  <c:v>-0.42649578</c:v>
                </c:pt>
                <c:pt idx="36">
                  <c:v>-0.43745622</c:v>
                </c:pt>
                <c:pt idx="37">
                  <c:v>-0.44503389</c:v>
                </c:pt>
                <c:pt idx="38">
                  <c:v>-0.44917022</c:v>
                </c:pt>
                <c:pt idx="39">
                  <c:v>-0.44983321</c:v>
                </c:pt>
                <c:pt idx="40">
                  <c:v>-0.44701774</c:v>
                </c:pt>
                <c:pt idx="41">
                  <c:v>-0.44074558</c:v>
                </c:pt>
                <c:pt idx="42">
                  <c:v>-0.43106523</c:v>
                </c:pt>
                <c:pt idx="43">
                  <c:v>-0.41805155</c:v>
                </c:pt>
                <c:pt idx="44">
                  <c:v>-0.40180517</c:v>
                </c:pt>
                <c:pt idx="45">
                  <c:v>-0.38245171</c:v>
                </c:pt>
                <c:pt idx="46">
                  <c:v>-0.36014084</c:v>
                </c:pt>
                <c:pt idx="47">
                  <c:v>-0.33504508</c:v>
                </c:pt>
                <c:pt idx="48">
                  <c:v>-0.30735849</c:v>
                </c:pt>
                <c:pt idx="49">
                  <c:v>-0.27729516</c:v>
                </c:pt>
                <c:pt idx="50">
                  <c:v>-0.24508757</c:v>
                </c:pt>
                <c:pt idx="51">
                  <c:v>-0.21098477</c:v>
                </c:pt>
                <c:pt idx="52">
                  <c:v>-0.17525047</c:v>
                </c:pt>
                <c:pt idx="53">
                  <c:v>-0.13816099</c:v>
                </c:pt>
                <c:pt idx="54">
                  <c:v>-0.10000315</c:v>
                </c:pt>
                <c:pt idx="55">
                  <c:v>-0.06107201</c:v>
                </c:pt>
                <c:pt idx="56">
                  <c:v>-0.02166861</c:v>
                </c:pt>
                <c:pt idx="57">
                  <c:v>0.01790235</c:v>
                </c:pt>
                <c:pt idx="58">
                  <c:v>0.05733488</c:v>
                </c:pt>
                <c:pt idx="59">
                  <c:v>0.09632404</c:v>
                </c:pt>
                <c:pt idx="60">
                  <c:v>0.13456836</c:v>
                </c:pt>
                <c:pt idx="61">
                  <c:v>0.17177208</c:v>
                </c:pt>
                <c:pt idx="62">
                  <c:v>0.20764753</c:v>
                </c:pt>
                <c:pt idx="63">
                  <c:v>0.24191729</c:v>
                </c:pt>
                <c:pt idx="64">
                  <c:v>0.27431635</c:v>
                </c:pt>
                <c:pt idx="65">
                  <c:v>0.30459419</c:v>
                </c:pt>
                <c:pt idx="66">
                  <c:v>0.33251666</c:v>
                </c:pt>
                <c:pt idx="67">
                  <c:v>0.35786786</c:v>
                </c:pt>
                <c:pt idx="68">
                  <c:v>0.38045174</c:v>
                </c:pt>
                <c:pt idx="69">
                  <c:v>0.40009367</c:v>
                </c:pt>
                <c:pt idx="70">
                  <c:v>0.41664176</c:v>
                </c:pt>
                <c:pt idx="71">
                  <c:v>0.42996806</c:v>
                </c:pt>
                <c:pt idx="72">
                  <c:v>0.4399695</c:v>
                </c:pt>
                <c:pt idx="73">
                  <c:v>0.44656876</c:v>
                </c:pt>
                <c:pt idx="74">
                  <c:v>0.4497148</c:v>
                </c:pt>
                <c:pt idx="75">
                  <c:v>0.44938329</c:v>
                </c:pt>
                <c:pt idx="76">
                  <c:v>0.4455768</c:v>
                </c:pt>
                <c:pt idx="77">
                  <c:v>0.43832476</c:v>
                </c:pt>
                <c:pt idx="78">
                  <c:v>0.42768325</c:v>
                </c:pt>
                <c:pt idx="79">
                  <c:v>0.41373456</c:v>
                </c:pt>
                <c:pt idx="80">
                  <c:v>0.39658655</c:v>
                </c:pt>
                <c:pt idx="81">
                  <c:v>0.37637183</c:v>
                </c:pt>
                <c:pt idx="82">
                  <c:v>0.3532467</c:v>
                </c:pt>
                <c:pt idx="83">
                  <c:v>0.32738999</c:v>
                </c:pt>
                <c:pt idx="84">
                  <c:v>0.29900165</c:v>
                </c:pt>
                <c:pt idx="85">
                  <c:v>0.26830119</c:v>
                </c:pt>
                <c:pt idx="86">
                  <c:v>0.23552602</c:v>
                </c:pt>
                <c:pt idx="87">
                  <c:v>0.20092958</c:v>
                </c:pt>
                <c:pt idx="88">
                  <c:v>0.16477939</c:v>
                </c:pt>
                <c:pt idx="89">
                  <c:v>0.127355</c:v>
                </c:pt>
                <c:pt idx="90">
                  <c:v>0.0889458</c:v>
                </c:pt>
                <c:pt idx="91">
                  <c:v>0.04984881</c:v>
                </c:pt>
                <c:pt idx="92">
                  <c:v>0.01036634</c:v>
                </c:pt>
                <c:pt idx="93">
                  <c:v>-0.02919629</c:v>
                </c:pt>
                <c:pt idx="94">
                  <c:v>-0.06853315</c:v>
                </c:pt>
                <c:pt idx="95">
                  <c:v>-0.10734006</c:v>
                </c:pt>
                <c:pt idx="96">
                  <c:v>-0.14531693</c:v>
                </c:pt>
                <c:pt idx="97">
                  <c:v>-0.18217009</c:v>
                </c:pt>
                <c:pt idx="98">
                  <c:v>-0.21761458</c:v>
                </c:pt>
                <c:pt idx="99">
                  <c:v>-0.2513763</c:v>
                </c:pt>
                <c:pt idx="100">
                  <c:v>-0.28319418</c:v>
                </c:pt>
                <c:pt idx="101">
                  <c:v>-0.31282218</c:v>
                </c:pt>
                <c:pt idx="102">
                  <c:v>-0.34003119</c:v>
                </c:pt>
                <c:pt idx="103">
                  <c:v>-0.36461082</c:v>
                </c:pt>
                <c:pt idx="104">
                  <c:v>-0.386371</c:v>
                </c:pt>
                <c:pt idx="105">
                  <c:v>-0.40514345</c:v>
                </c:pt>
                <c:pt idx="106">
                  <c:v>-0.42078301</c:v>
                </c:pt>
                <c:pt idx="107">
                  <c:v>-0.43316875</c:v>
                </c:pt>
                <c:pt idx="108">
                  <c:v>-0.4422049</c:v>
                </c:pt>
                <c:pt idx="109">
                  <c:v>-0.44782156</c:v>
                </c:pt>
                <c:pt idx="110">
                  <c:v>-0.44997533</c:v>
                </c:pt>
                <c:pt idx="111">
                  <c:v>-0.44864953</c:v>
                </c:pt>
                <c:pt idx="112">
                  <c:v>-0.44385442</c:v>
                </c:pt>
                <c:pt idx="113">
                  <c:v>-0.43562708</c:v>
                </c:pt>
                <c:pt idx="114">
                  <c:v>-0.42403114</c:v>
                </c:pt>
                <c:pt idx="115">
                  <c:v>-0.40915625</c:v>
                </c:pt>
                <c:pt idx="116">
                  <c:v>-0.39111745</c:v>
                </c:pt>
                <c:pt idx="117">
                  <c:v>-0.37005422</c:v>
                </c:pt>
                <c:pt idx="118">
                  <c:v>-0.34612944</c:v>
                </c:pt>
                <c:pt idx="119">
                  <c:v>-0.31952812</c:v>
                </c:pt>
                <c:pt idx="120">
                  <c:v>-0.29045596</c:v>
                </c:pt>
                <c:pt idx="121">
                  <c:v>-0.25913777</c:v>
                </c:pt>
                <c:pt idx="122">
                  <c:v>-0.22581572</c:v>
                </c:pt>
                <c:pt idx="123">
                  <c:v>-0.19074748</c:v>
                </c:pt>
                <c:pt idx="124">
                  <c:v>-0.15420424</c:v>
                </c:pt>
                <c:pt idx="125">
                  <c:v>-0.11646857</c:v>
                </c:pt>
                <c:pt idx="126">
                  <c:v>-0.07783227</c:v>
                </c:pt>
                <c:pt idx="127">
                  <c:v>-0.03859412</c:v>
                </c:pt>
                <c:pt idx="128">
                  <c:v>0.00094248</c:v>
                </c:pt>
                <c:pt idx="129">
                  <c:v>0.04047178</c:v>
                </c:pt>
                <c:pt idx="130">
                  <c:v>0.07968813</c:v>
                </c:pt>
                <c:pt idx="131">
                  <c:v>0.11828827</c:v>
                </c:pt>
                <c:pt idx="132">
                  <c:v>0.15597371</c:v>
                </c:pt>
                <c:pt idx="133">
                  <c:v>0.19245304</c:v>
                </c:pt>
                <c:pt idx="134">
                  <c:v>0.22744417</c:v>
                </c:pt>
                <c:pt idx="135">
                  <c:v>0.26067653</c:v>
                </c:pt>
                <c:pt idx="136">
                  <c:v>0.29189313</c:v>
                </c:pt>
                <c:pt idx="137">
                  <c:v>0.32085258</c:v>
                </c:pt>
                <c:pt idx="138">
                  <c:v>0.34733096</c:v>
                </c:pt>
                <c:pt idx="139">
                  <c:v>0.37112349</c:v>
                </c:pt>
                <c:pt idx="140">
                  <c:v>0.39204622</c:v>
                </c:pt>
                <c:pt idx="141">
                  <c:v>0.40993733</c:v>
                </c:pt>
                <c:pt idx="142">
                  <c:v>0.42465849</c:v>
                </c:pt>
                <c:pt idx="143">
                  <c:v>0.43609585</c:v>
                </c:pt>
                <c:pt idx="144">
                  <c:v>0.44416098</c:v>
                </c:pt>
                <c:pt idx="145">
                  <c:v>0.44879151</c:v>
                </c:pt>
                <c:pt idx="146">
                  <c:v>0.44995164</c:v>
                </c:pt>
                <c:pt idx="147">
                  <c:v>0.44763239</c:v>
                </c:pt>
                <c:pt idx="148">
                  <c:v>0.44185169</c:v>
                </c:pt>
                <c:pt idx="149">
                  <c:v>0.43265425</c:v>
                </c:pt>
                <c:pt idx="150">
                  <c:v>0.42011119</c:v>
                </c:pt>
                <c:pt idx="151">
                  <c:v>0.4043195</c:v>
                </c:pt>
                <c:pt idx="152">
                  <c:v>0.3854013</c:v>
                </c:pt>
                <c:pt idx="153">
                  <c:v>0.36350287</c:v>
                </c:pt>
                <c:pt idx="154">
                  <c:v>0.33879356</c:v>
                </c:pt>
                <c:pt idx="155">
                  <c:v>0.31146443</c:v>
                </c:pt>
                <c:pt idx="156">
                  <c:v>0.28172681</c:v>
                </c:pt>
                <c:pt idx="157">
                  <c:v>0.24981066</c:v>
                </c:pt>
                <c:pt idx="158">
                  <c:v>0.21596278</c:v>
                </c:pt>
                <c:pt idx="159">
                  <c:v>0.1804449</c:v>
                </c:pt>
                <c:pt idx="160">
                  <c:v>0.14353169</c:v>
                </c:pt>
                <c:pt idx="161">
                  <c:v>0.10550857</c:v>
                </c:pt>
                <c:pt idx="162">
                  <c:v>0.06666959</c:v>
                </c:pt>
                <c:pt idx="163">
                  <c:v>0.02731505</c:v>
                </c:pt>
                <c:pt idx="164">
                  <c:v>-0.0122507</c:v>
                </c:pt>
                <c:pt idx="165">
                  <c:v>-0.05172172</c:v>
                </c:pt>
                <c:pt idx="166">
                  <c:v>-0.09079279</c:v>
                </c:pt>
                <c:pt idx="167">
                  <c:v>-0.12916177</c:v>
                </c:pt>
                <c:pt idx="168">
                  <c:v>-0.16653198</c:v>
                </c:pt>
                <c:pt idx="169">
                  <c:v>-0.20261443</c:v>
                </c:pt>
                <c:pt idx="170">
                  <c:v>-0.23713011</c:v>
                </c:pt>
                <c:pt idx="171">
                  <c:v>-0.26981211</c:v>
                </c:pt>
                <c:pt idx="172">
                  <c:v>-0.30040772</c:v>
                </c:pt>
                <c:pt idx="173">
                  <c:v>-0.32868033</c:v>
                </c:pt>
                <c:pt idx="174">
                  <c:v>-0.35441134</c:v>
                </c:pt>
                <c:pt idx="175">
                  <c:v>-0.37740176</c:v>
                </c:pt>
                <c:pt idx="176">
                  <c:v>-0.39747381</c:v>
                </c:pt>
                <c:pt idx="177">
                  <c:v>-0.41447228</c:v>
                </c:pt>
                <c:pt idx="178">
                  <c:v>-0.42826574</c:v>
                </c:pt>
                <c:pt idx="179">
                  <c:v>-0.4387475</c:v>
                </c:pt>
                <c:pt idx="180">
                  <c:v>-0.44583653</c:v>
                </c:pt>
                <c:pt idx="181">
                  <c:v>-0.449478</c:v>
                </c:pt>
                <c:pt idx="182">
                  <c:v>-0.44964375</c:v>
                </c:pt>
                <c:pt idx="183">
                  <c:v>-0.44633251</c:v>
                </c:pt>
                <c:pt idx="184">
                  <c:v>-0.43956988</c:v>
                </c:pt>
                <c:pt idx="185">
                  <c:v>-0.42940815</c:v>
                </c:pt>
                <c:pt idx="186">
                  <c:v>-0.4159259</c:v>
                </c:pt>
                <c:pt idx="187">
                  <c:v>-0.39922738</c:v>
                </c:pt>
                <c:pt idx="188">
                  <c:v>-0.37944173</c:v>
                </c:pt>
                <c:pt idx="189">
                  <c:v>-0.35672194</c:v>
                </c:pt>
                <c:pt idx="190">
                  <c:v>-0.33124369</c:v>
                </c:pt>
                <c:pt idx="191">
                  <c:v>-0.30320401</c:v>
                </c:pt>
                <c:pt idx="192">
                  <c:v>-0.27281972</c:v>
                </c:pt>
                <c:pt idx="193">
                  <c:v>-0.24032577</c:v>
                </c:pt>
                <c:pt idx="194">
                  <c:v>-0.20597344</c:v>
                </c:pt>
                <c:pt idx="195">
                  <c:v>-0.17002835</c:v>
                </c:pt>
                <c:pt idx="196">
                  <c:v>-0.13276848</c:v>
                </c:pt>
                <c:pt idx="197">
                  <c:v>-0.09448194</c:v>
                </c:pt>
                <c:pt idx="198">
                  <c:v>-0.05546479</c:v>
                </c:pt>
                <c:pt idx="199">
                  <c:v>-0.01601874</c:v>
                </c:pt>
                <c:pt idx="200">
                  <c:v>0.02355118</c:v>
                </c:pt>
                <c:pt idx="201">
                  <c:v>0.06293898</c:v>
                </c:pt>
                <c:pt idx="202">
                  <c:v>0.10184009</c:v>
                </c:pt>
                <c:pt idx="203">
                  <c:v>0.13995369</c:v>
                </c:pt>
                <c:pt idx="204">
                  <c:v>0.17698506</c:v>
                </c:pt>
                <c:pt idx="205">
                  <c:v>0.21264784</c:v>
                </c:pt>
                <c:pt idx="206">
                  <c:v>0.24666627</c:v>
                </c:pt>
                <c:pt idx="207">
                  <c:v>0.27877727</c:v>
                </c:pt>
                <c:pt idx="208">
                  <c:v>0.30873256</c:v>
                </c:pt>
                <c:pt idx="209">
                  <c:v>0.33630048</c:v>
                </c:pt>
                <c:pt idx="210">
                  <c:v>0.36126786</c:v>
                </c:pt>
                <c:pt idx="211">
                  <c:v>0.38344164</c:v>
                </c:pt>
                <c:pt idx="212">
                  <c:v>0.40265035</c:v>
                </c:pt>
                <c:pt idx="213">
                  <c:v>0.41874545</c:v>
                </c:pt>
                <c:pt idx="214">
                  <c:v>0.43160248</c:v>
                </c:pt>
                <c:pt idx="215">
                  <c:v>0.44112203</c:v>
                </c:pt>
                <c:pt idx="216">
                  <c:v>0.44723047</c:v>
                </c:pt>
                <c:pt idx="217">
                  <c:v>0.44988058</c:v>
                </c:pt>
                <c:pt idx="218">
                  <c:v>0.44905186</c:v>
                </c:pt>
                <c:pt idx="219">
                  <c:v>0.44475073</c:v>
                </c:pt>
                <c:pt idx="220">
                  <c:v>0.43701043</c:v>
                </c:pt>
                <c:pt idx="221">
                  <c:v>0.42589082</c:v>
                </c:pt>
                <c:pt idx="222">
                  <c:v>0.41147789</c:v>
                </c:pt>
                <c:pt idx="223">
                  <c:v>0.3938831</c:v>
                </c:pt>
                <c:pt idx="224">
                  <c:v>0.37324249</c:v>
                </c:pt>
                <c:pt idx="225">
                  <c:v>0.34971568</c:v>
                </c:pt>
                <c:pt idx="226">
                  <c:v>0.3234846</c:v>
                </c:pt>
                <c:pt idx="227">
                  <c:v>0.29475208</c:v>
                </c:pt>
                <c:pt idx="228">
                  <c:v>0.2637403</c:v>
                </c:pt>
                <c:pt idx="229">
                  <c:v>0.23068908</c:v>
                </c:pt>
                <c:pt idx="230">
                  <c:v>0.19585399</c:v>
                </c:pt>
                <c:pt idx="231">
                  <c:v>0.15950441</c:v>
                </c:pt>
                <c:pt idx="232">
                  <c:v>0.12192141</c:v>
                </c:pt>
                <c:pt idx="233">
                  <c:v>0.08339562</c:v>
                </c:pt>
                <c:pt idx="234">
                  <c:v>0.04422495</c:v>
                </c:pt>
                <c:pt idx="235">
                  <c:v>0.0047123</c:v>
                </c:pt>
                <c:pt idx="236">
                  <c:v>-0.03483679</c:v>
                </c:pt>
                <c:pt idx="237">
                  <c:v>-0.07411649</c:v>
                </c:pt>
                <c:pt idx="238">
                  <c:v>-0.11282307</c:v>
                </c:pt>
                <c:pt idx="239">
                  <c:v>-0.15065721</c:v>
                </c:pt>
                <c:pt idx="240">
                  <c:v>-0.18732636</c:v>
                </c:pt>
                <c:pt idx="241">
                  <c:v>-0.22254695</c:v>
                </c:pt>
                <c:pt idx="242">
                  <c:v>-0.25604663</c:v>
                </c:pt>
                <c:pt idx="243">
                  <c:v>-0.28756636</c:v>
                </c:pt>
                <c:pt idx="244">
                  <c:v>-0.3168624</c:v>
                </c:pt>
                <c:pt idx="245">
                  <c:v>-0.34370821</c:v>
                </c:pt>
                <c:pt idx="246">
                  <c:v>-0.36789621</c:v>
                </c:pt>
                <c:pt idx="247">
                  <c:v>-0.38923934</c:v>
                </c:pt>
                <c:pt idx="248">
                  <c:v>-0.40757257</c:v>
                </c:pt>
                <c:pt idx="249">
                  <c:v>-0.42275413</c:v>
                </c:pt>
                <c:pt idx="250">
                  <c:v>-0.43466662</c:v>
                </c:pt>
                <c:pt idx="251">
                  <c:v>-0.44321793</c:v>
                </c:pt>
                <c:pt idx="252">
                  <c:v>-0.44834194</c:v>
                </c:pt>
                <c:pt idx="253">
                  <c:v>-0.44999901</c:v>
                </c:pt>
                <c:pt idx="254">
                  <c:v>-0.44817634</c:v>
                </c:pt>
                <c:pt idx="255">
                  <c:v>-0.44288802</c:v>
                </c:pt>
                <c:pt idx="256">
                  <c:v>-0.43417495</c:v>
                </c:pt>
                <c:pt idx="257">
                  <c:v>-0.42210449</c:v>
                </c:pt>
                <c:pt idx="258">
                  <c:v>-0.40676999</c:v>
                </c:pt>
                <c:pt idx="259">
                  <c:v>-0.38829003</c:v>
                </c:pt>
                <c:pt idx="260">
                  <c:v>-0.36680751</c:v>
                </c:pt>
                <c:pt idx="261">
                  <c:v>-0.34248854</c:v>
                </c:pt>
                <c:pt idx="262">
                  <c:v>-0.31552119</c:v>
                </c:pt>
                <c:pt idx="263">
                  <c:v>-0.28611398</c:v>
                </c:pt>
                <c:pt idx="264">
                  <c:v>-0.25449431</c:v>
                </c:pt>
                <c:pt idx="265">
                  <c:v>-0.22090669</c:v>
                </c:pt>
                <c:pt idx="266">
                  <c:v>-0.18561085</c:v>
                </c:pt>
                <c:pt idx="267">
                  <c:v>-0.14887972</c:v>
                </c:pt>
                <c:pt idx="268">
                  <c:v>-0.11099734</c:v>
                </c:pt>
                <c:pt idx="269">
                  <c:v>-0.07225663</c:v>
                </c:pt>
                <c:pt idx="270">
                  <c:v>-0.03295719</c:v>
                </c:pt>
                <c:pt idx="271">
                  <c:v>0.00659711</c:v>
                </c:pt>
                <c:pt idx="272">
                  <c:v>0.04610039</c:v>
                </c:pt>
                <c:pt idx="273">
                  <c:v>0.08524719</c:v>
                </c:pt>
                <c:pt idx="274">
                  <c:v>0.12373479</c:v>
                </c:pt>
                <c:pt idx="275">
                  <c:v>0.16126558</c:v>
                </c:pt>
                <c:pt idx="276">
                  <c:v>0.19754933</c:v>
                </c:pt>
                <c:pt idx="277">
                  <c:v>0.23230548</c:v>
                </c:pt>
                <c:pt idx="278">
                  <c:v>0.26526526</c:v>
                </c:pt>
                <c:pt idx="279">
                  <c:v>0.29617381</c:v>
                </c:pt>
                <c:pt idx="280">
                  <c:v>0.3247921</c:v>
                </c:pt>
                <c:pt idx="281">
                  <c:v>0.35089885</c:v>
                </c:pt>
                <c:pt idx="282">
                  <c:v>0.37429218</c:v>
                </c:pt>
                <c:pt idx="283">
                  <c:v>0.39479118</c:v>
                </c:pt>
                <c:pt idx="284">
                  <c:v>0.41223735</c:v>
                </c:pt>
                <c:pt idx="285">
                  <c:v>0.42649578</c:v>
                </c:pt>
                <c:pt idx="286">
                  <c:v>0.43745622</c:v>
                </c:pt>
                <c:pt idx="287">
                  <c:v>0.44503389</c:v>
                </c:pt>
                <c:pt idx="288">
                  <c:v>0.44917022</c:v>
                </c:pt>
                <c:pt idx="289">
                  <c:v>0.44983321</c:v>
                </c:pt>
                <c:pt idx="290">
                  <c:v>0.44701774</c:v>
                </c:pt>
                <c:pt idx="291">
                  <c:v>0.44074558</c:v>
                </c:pt>
                <c:pt idx="292">
                  <c:v>0.43106523</c:v>
                </c:pt>
                <c:pt idx="293">
                  <c:v>0.41805155</c:v>
                </c:pt>
                <c:pt idx="294">
                  <c:v>0.40180517</c:v>
                </c:pt>
                <c:pt idx="295">
                  <c:v>0.38245171</c:v>
                </c:pt>
                <c:pt idx="296">
                  <c:v>0.36014084</c:v>
                </c:pt>
                <c:pt idx="297">
                  <c:v>0.33504508</c:v>
                </c:pt>
                <c:pt idx="298">
                  <c:v>0.30735849</c:v>
                </c:pt>
                <c:pt idx="299">
                  <c:v>0.27729516</c:v>
                </c:pt>
                <c:pt idx="300">
                  <c:v>0.24508757</c:v>
                </c:pt>
                <c:pt idx="301">
                  <c:v>0.21098477</c:v>
                </c:pt>
                <c:pt idx="302">
                  <c:v>0.17525047</c:v>
                </c:pt>
                <c:pt idx="303">
                  <c:v>0.13816099</c:v>
                </c:pt>
                <c:pt idx="304">
                  <c:v>0.10000315</c:v>
                </c:pt>
                <c:pt idx="305">
                  <c:v>0.06107201</c:v>
                </c:pt>
                <c:pt idx="306">
                  <c:v>0.02166861</c:v>
                </c:pt>
                <c:pt idx="307">
                  <c:v>-0.01790235</c:v>
                </c:pt>
                <c:pt idx="308">
                  <c:v>-0.05733488</c:v>
                </c:pt>
                <c:pt idx="309">
                  <c:v>-0.09632404</c:v>
                </c:pt>
                <c:pt idx="310">
                  <c:v>-0.13456836</c:v>
                </c:pt>
                <c:pt idx="311">
                  <c:v>-0.17177208</c:v>
                </c:pt>
                <c:pt idx="312">
                  <c:v>-0.20764753</c:v>
                </c:pt>
                <c:pt idx="313">
                  <c:v>-0.24191729</c:v>
                </c:pt>
                <c:pt idx="314">
                  <c:v>-0.27431635</c:v>
                </c:pt>
                <c:pt idx="315">
                  <c:v>-0.30459419</c:v>
                </c:pt>
                <c:pt idx="316">
                  <c:v>-0.33251666</c:v>
                </c:pt>
                <c:pt idx="317">
                  <c:v>-0.35786786</c:v>
                </c:pt>
                <c:pt idx="318">
                  <c:v>-0.38045174</c:v>
                </c:pt>
                <c:pt idx="319">
                  <c:v>-0.40009367</c:v>
                </c:pt>
                <c:pt idx="320">
                  <c:v>-0.41664176</c:v>
                </c:pt>
                <c:pt idx="321">
                  <c:v>-0.42996806</c:v>
                </c:pt>
                <c:pt idx="322">
                  <c:v>-0.4399695</c:v>
                </c:pt>
                <c:pt idx="323">
                  <c:v>-0.44656876</c:v>
                </c:pt>
                <c:pt idx="324">
                  <c:v>-0.4497148</c:v>
                </c:pt>
                <c:pt idx="325">
                  <c:v>-0.44938329</c:v>
                </c:pt>
                <c:pt idx="326">
                  <c:v>-0.4455768</c:v>
                </c:pt>
                <c:pt idx="327">
                  <c:v>-0.43832476</c:v>
                </c:pt>
                <c:pt idx="328">
                  <c:v>-0.42768325</c:v>
                </c:pt>
                <c:pt idx="329">
                  <c:v>-0.41373456</c:v>
                </c:pt>
                <c:pt idx="330">
                  <c:v>-0.39658655</c:v>
                </c:pt>
                <c:pt idx="331">
                  <c:v>-0.37637183</c:v>
                </c:pt>
                <c:pt idx="332">
                  <c:v>-0.3532467</c:v>
                </c:pt>
                <c:pt idx="333">
                  <c:v>-0.32738999</c:v>
                </c:pt>
                <c:pt idx="334">
                  <c:v>-0.29900165</c:v>
                </c:pt>
                <c:pt idx="335">
                  <c:v>-0.26830119</c:v>
                </c:pt>
                <c:pt idx="336">
                  <c:v>-0.23552602</c:v>
                </c:pt>
                <c:pt idx="337">
                  <c:v>-0.20092958</c:v>
                </c:pt>
                <c:pt idx="338">
                  <c:v>-0.16477939</c:v>
                </c:pt>
                <c:pt idx="339">
                  <c:v>-0.127355</c:v>
                </c:pt>
                <c:pt idx="340">
                  <c:v>-0.0889458</c:v>
                </c:pt>
                <c:pt idx="341">
                  <c:v>-0.04984881</c:v>
                </c:pt>
                <c:pt idx="342">
                  <c:v>-0.01036634</c:v>
                </c:pt>
                <c:pt idx="343">
                  <c:v>0.02919629</c:v>
                </c:pt>
                <c:pt idx="344">
                  <c:v>0.06853315</c:v>
                </c:pt>
                <c:pt idx="345">
                  <c:v>0.10734006</c:v>
                </c:pt>
                <c:pt idx="346">
                  <c:v>0.14531693</c:v>
                </c:pt>
                <c:pt idx="347">
                  <c:v>0.18217009</c:v>
                </c:pt>
                <c:pt idx="348">
                  <c:v>0.21761458</c:v>
                </c:pt>
                <c:pt idx="349">
                  <c:v>0.2513763</c:v>
                </c:pt>
                <c:pt idx="350">
                  <c:v>0.28319418</c:v>
                </c:pt>
                <c:pt idx="351">
                  <c:v>0.31282218</c:v>
                </c:pt>
                <c:pt idx="352">
                  <c:v>0.34003119</c:v>
                </c:pt>
                <c:pt idx="353">
                  <c:v>0.36461082</c:v>
                </c:pt>
                <c:pt idx="354">
                  <c:v>0.386371</c:v>
                </c:pt>
                <c:pt idx="355">
                  <c:v>0.40514345</c:v>
                </c:pt>
                <c:pt idx="356">
                  <c:v>0.42078301</c:v>
                </c:pt>
                <c:pt idx="357">
                  <c:v>0.43316875</c:v>
                </c:pt>
                <c:pt idx="358">
                  <c:v>0.4422049</c:v>
                </c:pt>
                <c:pt idx="359">
                  <c:v>0.44782156</c:v>
                </c:pt>
                <c:pt idx="360">
                  <c:v>0.44997533</c:v>
                </c:pt>
                <c:pt idx="361">
                  <c:v>0.44864953</c:v>
                </c:pt>
                <c:pt idx="362">
                  <c:v>0.44385442</c:v>
                </c:pt>
                <c:pt idx="363">
                  <c:v>0.43562708</c:v>
                </c:pt>
                <c:pt idx="364">
                  <c:v>0.42403114</c:v>
                </c:pt>
                <c:pt idx="365">
                  <c:v>0.40915625</c:v>
                </c:pt>
                <c:pt idx="366">
                  <c:v>0.39111745</c:v>
                </c:pt>
                <c:pt idx="367">
                  <c:v>0.37005422</c:v>
                </c:pt>
                <c:pt idx="368">
                  <c:v>0.34612944</c:v>
                </c:pt>
                <c:pt idx="369">
                  <c:v>0.31952812</c:v>
                </c:pt>
                <c:pt idx="370">
                  <c:v>0.29045596</c:v>
                </c:pt>
                <c:pt idx="371">
                  <c:v>0.25913777</c:v>
                </c:pt>
                <c:pt idx="372">
                  <c:v>0.22581572</c:v>
                </c:pt>
                <c:pt idx="373">
                  <c:v>0.19074748</c:v>
                </c:pt>
                <c:pt idx="374">
                  <c:v>0.15420424</c:v>
                </c:pt>
                <c:pt idx="375">
                  <c:v>0.11646857</c:v>
                </c:pt>
                <c:pt idx="376">
                  <c:v>0.07783227</c:v>
                </c:pt>
                <c:pt idx="377">
                  <c:v>0.03859412</c:v>
                </c:pt>
                <c:pt idx="378">
                  <c:v>-0.00094248</c:v>
                </c:pt>
                <c:pt idx="379">
                  <c:v>-0.04047178</c:v>
                </c:pt>
                <c:pt idx="380">
                  <c:v>-0.07968813</c:v>
                </c:pt>
                <c:pt idx="381">
                  <c:v>-0.11828827</c:v>
                </c:pt>
                <c:pt idx="382">
                  <c:v>-0.15597371</c:v>
                </c:pt>
                <c:pt idx="383">
                  <c:v>-0.19245304</c:v>
                </c:pt>
                <c:pt idx="384">
                  <c:v>-0.22744417</c:v>
                </c:pt>
                <c:pt idx="385">
                  <c:v>-0.26067653</c:v>
                </c:pt>
                <c:pt idx="386">
                  <c:v>-0.29189313</c:v>
                </c:pt>
                <c:pt idx="387">
                  <c:v>-0.32085258</c:v>
                </c:pt>
                <c:pt idx="388">
                  <c:v>-0.34733096</c:v>
                </c:pt>
                <c:pt idx="389">
                  <c:v>-0.37112349</c:v>
                </c:pt>
                <c:pt idx="390">
                  <c:v>-0.39204622</c:v>
                </c:pt>
                <c:pt idx="391">
                  <c:v>-0.40993733</c:v>
                </c:pt>
                <c:pt idx="392">
                  <c:v>-0.42465849</c:v>
                </c:pt>
                <c:pt idx="393">
                  <c:v>-0.43609585</c:v>
                </c:pt>
                <c:pt idx="394">
                  <c:v>-0.44416098</c:v>
                </c:pt>
                <c:pt idx="395">
                  <c:v>-0.44879151</c:v>
                </c:pt>
                <c:pt idx="396">
                  <c:v>-0.44995164</c:v>
                </c:pt>
                <c:pt idx="397">
                  <c:v>-0.44763239</c:v>
                </c:pt>
                <c:pt idx="398">
                  <c:v>-0.44185169</c:v>
                </c:pt>
                <c:pt idx="399">
                  <c:v>-0.43265425</c:v>
                </c:pt>
                <c:pt idx="400">
                  <c:v>-0.42011119</c:v>
                </c:pt>
                <c:pt idx="401">
                  <c:v>-0.4043195</c:v>
                </c:pt>
                <c:pt idx="402">
                  <c:v>-0.3854013</c:v>
                </c:pt>
                <c:pt idx="403">
                  <c:v>-0.36350287</c:v>
                </c:pt>
                <c:pt idx="404">
                  <c:v>-0.33879356</c:v>
                </c:pt>
                <c:pt idx="405">
                  <c:v>-0.31146443</c:v>
                </c:pt>
                <c:pt idx="406">
                  <c:v>-0.28172681</c:v>
                </c:pt>
                <c:pt idx="407">
                  <c:v>-0.24981066</c:v>
                </c:pt>
                <c:pt idx="408">
                  <c:v>-0.21596278</c:v>
                </c:pt>
                <c:pt idx="409">
                  <c:v>-0.1804449</c:v>
                </c:pt>
                <c:pt idx="410">
                  <c:v>-0.14353169</c:v>
                </c:pt>
                <c:pt idx="411">
                  <c:v>-0.10550857</c:v>
                </c:pt>
                <c:pt idx="412">
                  <c:v>-0.06666959</c:v>
                </c:pt>
                <c:pt idx="413">
                  <c:v>-0.02731505</c:v>
                </c:pt>
                <c:pt idx="414">
                  <c:v>0.0122507</c:v>
                </c:pt>
                <c:pt idx="415">
                  <c:v>0.05172172</c:v>
                </c:pt>
                <c:pt idx="416">
                  <c:v>0.09079279</c:v>
                </c:pt>
                <c:pt idx="417">
                  <c:v>0.12916177</c:v>
                </c:pt>
                <c:pt idx="418">
                  <c:v>0.16653198</c:v>
                </c:pt>
                <c:pt idx="419">
                  <c:v>0.20261443</c:v>
                </c:pt>
                <c:pt idx="420">
                  <c:v>0.23713011</c:v>
                </c:pt>
                <c:pt idx="421">
                  <c:v>0.26981211</c:v>
                </c:pt>
                <c:pt idx="422">
                  <c:v>0.30040772</c:v>
                </c:pt>
                <c:pt idx="423">
                  <c:v>0.32868033</c:v>
                </c:pt>
                <c:pt idx="424">
                  <c:v>0.35441134</c:v>
                </c:pt>
                <c:pt idx="425">
                  <c:v>0.37740176</c:v>
                </c:pt>
                <c:pt idx="426">
                  <c:v>0.39747381</c:v>
                </c:pt>
                <c:pt idx="427">
                  <c:v>0.41447228</c:v>
                </c:pt>
                <c:pt idx="428">
                  <c:v>0.42826574</c:v>
                </c:pt>
                <c:pt idx="429">
                  <c:v>0.4387475</c:v>
                </c:pt>
                <c:pt idx="430">
                  <c:v>0.44583653</c:v>
                </c:pt>
                <c:pt idx="431">
                  <c:v>0.449478</c:v>
                </c:pt>
                <c:pt idx="432">
                  <c:v>0.44964375</c:v>
                </c:pt>
                <c:pt idx="433">
                  <c:v>0.44633251</c:v>
                </c:pt>
                <c:pt idx="434">
                  <c:v>0.43956988</c:v>
                </c:pt>
                <c:pt idx="435">
                  <c:v>0.42940815</c:v>
                </c:pt>
                <c:pt idx="436">
                  <c:v>0.4159259</c:v>
                </c:pt>
                <c:pt idx="437">
                  <c:v>0.39922738</c:v>
                </c:pt>
                <c:pt idx="438">
                  <c:v>0.37944173</c:v>
                </c:pt>
                <c:pt idx="439">
                  <c:v>0.35672194</c:v>
                </c:pt>
                <c:pt idx="440">
                  <c:v>0.33124369</c:v>
                </c:pt>
                <c:pt idx="441">
                  <c:v>0.30320401</c:v>
                </c:pt>
                <c:pt idx="442">
                  <c:v>0.27281972</c:v>
                </c:pt>
                <c:pt idx="443">
                  <c:v>0.24032577</c:v>
                </c:pt>
                <c:pt idx="444">
                  <c:v>0.20597344</c:v>
                </c:pt>
                <c:pt idx="445">
                  <c:v>0.17002835</c:v>
                </c:pt>
                <c:pt idx="446">
                  <c:v>0.13276848</c:v>
                </c:pt>
                <c:pt idx="447">
                  <c:v>0.09448194</c:v>
                </c:pt>
                <c:pt idx="448">
                  <c:v>0.05546479</c:v>
                </c:pt>
                <c:pt idx="449">
                  <c:v>0.01601874</c:v>
                </c:pt>
                <c:pt idx="450">
                  <c:v>-0.02355118</c:v>
                </c:pt>
                <c:pt idx="451">
                  <c:v>-0.06293898</c:v>
                </c:pt>
                <c:pt idx="452">
                  <c:v>-0.10184009</c:v>
                </c:pt>
                <c:pt idx="453">
                  <c:v>-0.13995369</c:v>
                </c:pt>
                <c:pt idx="454">
                  <c:v>-0.17698506</c:v>
                </c:pt>
                <c:pt idx="455">
                  <c:v>-0.21264784</c:v>
                </c:pt>
                <c:pt idx="456">
                  <c:v>-0.24666627</c:v>
                </c:pt>
                <c:pt idx="457">
                  <c:v>-0.27877727</c:v>
                </c:pt>
                <c:pt idx="458">
                  <c:v>-0.30873256</c:v>
                </c:pt>
                <c:pt idx="459">
                  <c:v>-0.33630048</c:v>
                </c:pt>
                <c:pt idx="460">
                  <c:v>-0.36126786</c:v>
                </c:pt>
                <c:pt idx="461">
                  <c:v>-0.38344164</c:v>
                </c:pt>
                <c:pt idx="462">
                  <c:v>-0.40265035</c:v>
                </c:pt>
                <c:pt idx="463">
                  <c:v>-0.41874545</c:v>
                </c:pt>
                <c:pt idx="464">
                  <c:v>-0.43160248</c:v>
                </c:pt>
                <c:pt idx="465">
                  <c:v>-0.44112203</c:v>
                </c:pt>
                <c:pt idx="466">
                  <c:v>-0.44723047</c:v>
                </c:pt>
                <c:pt idx="467">
                  <c:v>-0.44988058</c:v>
                </c:pt>
                <c:pt idx="468">
                  <c:v>-0.44905186</c:v>
                </c:pt>
                <c:pt idx="469">
                  <c:v>-0.44475073</c:v>
                </c:pt>
                <c:pt idx="470">
                  <c:v>-0.43701043</c:v>
                </c:pt>
                <c:pt idx="471">
                  <c:v>-0.42589082</c:v>
                </c:pt>
                <c:pt idx="472">
                  <c:v>-0.41147789</c:v>
                </c:pt>
                <c:pt idx="473">
                  <c:v>-0.3938831</c:v>
                </c:pt>
                <c:pt idx="474">
                  <c:v>-0.37324249</c:v>
                </c:pt>
                <c:pt idx="475">
                  <c:v>-0.34971568</c:v>
                </c:pt>
                <c:pt idx="476">
                  <c:v>-0.3234846</c:v>
                </c:pt>
                <c:pt idx="477">
                  <c:v>-0.29475208</c:v>
                </c:pt>
                <c:pt idx="478">
                  <c:v>-0.2637403</c:v>
                </c:pt>
                <c:pt idx="479">
                  <c:v>-0.23068908</c:v>
                </c:pt>
                <c:pt idx="480">
                  <c:v>-0.19585399</c:v>
                </c:pt>
                <c:pt idx="481">
                  <c:v>-0.15950441</c:v>
                </c:pt>
                <c:pt idx="482">
                  <c:v>-0.12192141</c:v>
                </c:pt>
                <c:pt idx="483">
                  <c:v>-0.08339562</c:v>
                </c:pt>
                <c:pt idx="484">
                  <c:v>-0.04422495</c:v>
                </c:pt>
                <c:pt idx="485">
                  <c:v>-0.0047123</c:v>
                </c:pt>
                <c:pt idx="486">
                  <c:v>0.03483679</c:v>
                </c:pt>
                <c:pt idx="487">
                  <c:v>0.07411649</c:v>
                </c:pt>
                <c:pt idx="488">
                  <c:v>0.11282307</c:v>
                </c:pt>
                <c:pt idx="489">
                  <c:v>0.15065721</c:v>
                </c:pt>
                <c:pt idx="490">
                  <c:v>0.18732636</c:v>
                </c:pt>
                <c:pt idx="491">
                  <c:v>0.22254695</c:v>
                </c:pt>
                <c:pt idx="492">
                  <c:v>0.25604663</c:v>
                </c:pt>
                <c:pt idx="493">
                  <c:v>0.28756636</c:v>
                </c:pt>
                <c:pt idx="494">
                  <c:v>0.3168624</c:v>
                </c:pt>
                <c:pt idx="495">
                  <c:v>0.34370821</c:v>
                </c:pt>
                <c:pt idx="496">
                  <c:v>0.36789621</c:v>
                </c:pt>
                <c:pt idx="497">
                  <c:v>0.38923934</c:v>
                </c:pt>
                <c:pt idx="498">
                  <c:v>0.40757257</c:v>
                </c:pt>
                <c:pt idx="499">
                  <c:v>0.42275413</c:v>
                </c:pt>
                <c:pt idx="500">
                  <c:v>0.43466662</c:v>
                </c:pt>
                <c:pt idx="501">
                  <c:v>0.44321793</c:v>
                </c:pt>
                <c:pt idx="502">
                  <c:v>0.44834194</c:v>
                </c:pt>
                <c:pt idx="503">
                  <c:v>0.44999901</c:v>
                </c:pt>
                <c:pt idx="504">
                  <c:v>0.44817634</c:v>
                </c:pt>
                <c:pt idx="505">
                  <c:v>0.44288802</c:v>
                </c:pt>
                <c:pt idx="506">
                  <c:v>0.43417495</c:v>
                </c:pt>
                <c:pt idx="507">
                  <c:v>0.42210449</c:v>
                </c:pt>
                <c:pt idx="508">
                  <c:v>0.40676999</c:v>
                </c:pt>
                <c:pt idx="509">
                  <c:v>0.38829003</c:v>
                </c:pt>
                <c:pt idx="510">
                  <c:v>0.36680751</c:v>
                </c:pt>
                <c:pt idx="511">
                  <c:v>0.34248854</c:v>
                </c:pt>
                <c:pt idx="512">
                  <c:v>0.31552119</c:v>
                </c:pt>
                <c:pt idx="513">
                  <c:v>0.28611398</c:v>
                </c:pt>
                <c:pt idx="514">
                  <c:v>0.25449431</c:v>
                </c:pt>
                <c:pt idx="515">
                  <c:v>0.22090669</c:v>
                </c:pt>
                <c:pt idx="516">
                  <c:v>0.18561085</c:v>
                </c:pt>
                <c:pt idx="517">
                  <c:v>0.14887972</c:v>
                </c:pt>
                <c:pt idx="518">
                  <c:v>0.11099734</c:v>
                </c:pt>
                <c:pt idx="519">
                  <c:v>0.07225663</c:v>
                </c:pt>
                <c:pt idx="520">
                  <c:v>0.03295719</c:v>
                </c:pt>
                <c:pt idx="521">
                  <c:v>-0.00659711</c:v>
                </c:pt>
                <c:pt idx="522">
                  <c:v>-0.04610039</c:v>
                </c:pt>
                <c:pt idx="523">
                  <c:v>-0.08524719</c:v>
                </c:pt>
                <c:pt idx="524">
                  <c:v>-0.12373479</c:v>
                </c:pt>
                <c:pt idx="525">
                  <c:v>-0.16126558</c:v>
                </c:pt>
                <c:pt idx="526">
                  <c:v>-0.19754933</c:v>
                </c:pt>
                <c:pt idx="527">
                  <c:v>-0.23230548</c:v>
                </c:pt>
                <c:pt idx="528">
                  <c:v>-0.26526526</c:v>
                </c:pt>
                <c:pt idx="529">
                  <c:v>-0.29617381</c:v>
                </c:pt>
                <c:pt idx="530">
                  <c:v>-0.3247921</c:v>
                </c:pt>
                <c:pt idx="531">
                  <c:v>-0.35089885</c:v>
                </c:pt>
                <c:pt idx="532">
                  <c:v>-0.37429218</c:v>
                </c:pt>
                <c:pt idx="533">
                  <c:v>-0.39479118</c:v>
                </c:pt>
                <c:pt idx="534">
                  <c:v>-0.41223735</c:v>
                </c:pt>
                <c:pt idx="535">
                  <c:v>-0.42649578</c:v>
                </c:pt>
                <c:pt idx="536">
                  <c:v>-0.43745622</c:v>
                </c:pt>
                <c:pt idx="537">
                  <c:v>-0.44503389</c:v>
                </c:pt>
                <c:pt idx="538">
                  <c:v>-0.44917022</c:v>
                </c:pt>
                <c:pt idx="539">
                  <c:v>-0.44983321</c:v>
                </c:pt>
                <c:pt idx="540">
                  <c:v>-0.44701774</c:v>
                </c:pt>
                <c:pt idx="541">
                  <c:v>-0.44074558</c:v>
                </c:pt>
                <c:pt idx="542">
                  <c:v>-0.43106523</c:v>
                </c:pt>
                <c:pt idx="543">
                  <c:v>-0.41805155</c:v>
                </c:pt>
                <c:pt idx="544">
                  <c:v>-0.40180517</c:v>
                </c:pt>
                <c:pt idx="545">
                  <c:v>-0.38245171</c:v>
                </c:pt>
                <c:pt idx="546">
                  <c:v>-0.36014084</c:v>
                </c:pt>
                <c:pt idx="547">
                  <c:v>-0.33504508</c:v>
                </c:pt>
                <c:pt idx="548">
                  <c:v>-0.30735849</c:v>
                </c:pt>
                <c:pt idx="549">
                  <c:v>-0.27729516</c:v>
                </c:pt>
                <c:pt idx="550">
                  <c:v>-0.24508757</c:v>
                </c:pt>
                <c:pt idx="551">
                  <c:v>-0.21098477</c:v>
                </c:pt>
                <c:pt idx="552">
                  <c:v>-0.17525047</c:v>
                </c:pt>
                <c:pt idx="553">
                  <c:v>-0.13816099</c:v>
                </c:pt>
                <c:pt idx="554">
                  <c:v>-0.10000315</c:v>
                </c:pt>
                <c:pt idx="555">
                  <c:v>-0.06107201</c:v>
                </c:pt>
                <c:pt idx="556">
                  <c:v>-0.02166861</c:v>
                </c:pt>
                <c:pt idx="557">
                  <c:v>0.01790235</c:v>
                </c:pt>
                <c:pt idx="558">
                  <c:v>0.05733488</c:v>
                </c:pt>
                <c:pt idx="559">
                  <c:v>0.09632404</c:v>
                </c:pt>
                <c:pt idx="560">
                  <c:v>0.13456836</c:v>
                </c:pt>
                <c:pt idx="561">
                  <c:v>0.17177208</c:v>
                </c:pt>
                <c:pt idx="562">
                  <c:v>0.20764753</c:v>
                </c:pt>
                <c:pt idx="563">
                  <c:v>0.24191729</c:v>
                </c:pt>
                <c:pt idx="564">
                  <c:v>0.27431635</c:v>
                </c:pt>
                <c:pt idx="565">
                  <c:v>0.30459419</c:v>
                </c:pt>
                <c:pt idx="566">
                  <c:v>0.33251666</c:v>
                </c:pt>
                <c:pt idx="567">
                  <c:v>0.35786786</c:v>
                </c:pt>
                <c:pt idx="568">
                  <c:v>0.38045174</c:v>
                </c:pt>
                <c:pt idx="569">
                  <c:v>0.40009367</c:v>
                </c:pt>
                <c:pt idx="570">
                  <c:v>0.41664176</c:v>
                </c:pt>
                <c:pt idx="571">
                  <c:v>0.42996806</c:v>
                </c:pt>
                <c:pt idx="572">
                  <c:v>0.4399695</c:v>
                </c:pt>
                <c:pt idx="573">
                  <c:v>0.44656876</c:v>
                </c:pt>
                <c:pt idx="574">
                  <c:v>0.4497148</c:v>
                </c:pt>
                <c:pt idx="575">
                  <c:v>0.44938329</c:v>
                </c:pt>
                <c:pt idx="576">
                  <c:v>0.4455768</c:v>
                </c:pt>
                <c:pt idx="577">
                  <c:v>0.43832476</c:v>
                </c:pt>
                <c:pt idx="578">
                  <c:v>0.42768325</c:v>
                </c:pt>
                <c:pt idx="579">
                  <c:v>0.41373456</c:v>
                </c:pt>
                <c:pt idx="580">
                  <c:v>0.39658655</c:v>
                </c:pt>
                <c:pt idx="581">
                  <c:v>0.37637183</c:v>
                </c:pt>
                <c:pt idx="582">
                  <c:v>0.3532467</c:v>
                </c:pt>
                <c:pt idx="583">
                  <c:v>0.32738999</c:v>
                </c:pt>
                <c:pt idx="584">
                  <c:v>0.29900165</c:v>
                </c:pt>
                <c:pt idx="585">
                  <c:v>0.26830119</c:v>
                </c:pt>
                <c:pt idx="586">
                  <c:v>0.23552602</c:v>
                </c:pt>
                <c:pt idx="587">
                  <c:v>0.20092958</c:v>
                </c:pt>
                <c:pt idx="588">
                  <c:v>0.16477939</c:v>
                </c:pt>
                <c:pt idx="589">
                  <c:v>0.127355</c:v>
                </c:pt>
                <c:pt idx="590">
                  <c:v>0.0889458</c:v>
                </c:pt>
                <c:pt idx="591">
                  <c:v>0.04984881</c:v>
                </c:pt>
                <c:pt idx="592">
                  <c:v>0.01036634</c:v>
                </c:pt>
                <c:pt idx="593">
                  <c:v>-0.02919629</c:v>
                </c:pt>
                <c:pt idx="594">
                  <c:v>-0.06853315</c:v>
                </c:pt>
                <c:pt idx="595">
                  <c:v>-0.10734006</c:v>
                </c:pt>
                <c:pt idx="596">
                  <c:v>-0.14531693</c:v>
                </c:pt>
                <c:pt idx="597">
                  <c:v>-0.18217009</c:v>
                </c:pt>
                <c:pt idx="598">
                  <c:v>-0.21761458</c:v>
                </c:pt>
                <c:pt idx="599">
                  <c:v>-0.2513763</c:v>
                </c:pt>
                <c:pt idx="600">
                  <c:v>-0.28319418</c:v>
                </c:pt>
              </c:numCache>
            </c:numRef>
          </c:yVal>
        </c:ser>
        <c:ser>
          <c:idx val="1"/>
          <c:order val="1"/>
          <c:tx>
            <c:v>6 Hz alias</c:v>
          </c:tx>
          <c:spPr>
            <a:ln xmlns:a="http://schemas.openxmlformats.org/drawingml/2006/main" w="28575">
              <a:solidFill>
                <a:srgbClr val="286BB0"/>
              </a:solidFill>
            </a:ln>
          </c:spPr>
          <c:marker>
            <c:symbol val="none"/>
            <c:size val="7"/>
            <c:spPr>
              <a:solidFill xmlns:a="http://schemas.openxmlformats.org/drawingml/2006/main">
                <a:srgbClr val="286BB0"/>
              </a:solidFill>
            </c:spPr>
          </c:marker>
          <c:xVal>
            <c:numRef>
              <c:f>'Chart Data'!$C$2:$C$602</c:f>
              <c:numCache>
                <c:formatCode>General</c:formatCode>
                <c:ptCount val="601"/>
                <c:pt idx="0">
                  <c:v>0</c:v>
                </c:pt>
                <c:pt idx="1">
                  <c:v>0.33333333</c:v>
                </c:pt>
                <c:pt idx="2">
                  <c:v>0.66666667</c:v>
                </c:pt>
                <c:pt idx="3">
                  <c:v>1</c:v>
                </c:pt>
                <c:pt idx="4">
                  <c:v>1.33333333</c:v>
                </c:pt>
                <c:pt idx="5">
                  <c:v>1.66666667</c:v>
                </c:pt>
                <c:pt idx="6">
                  <c:v>2</c:v>
                </c:pt>
                <c:pt idx="7">
                  <c:v>2.33333333</c:v>
                </c:pt>
                <c:pt idx="8">
                  <c:v>2.66666667</c:v>
                </c:pt>
                <c:pt idx="9">
                  <c:v>3</c:v>
                </c:pt>
                <c:pt idx="10">
                  <c:v>3.33333333</c:v>
                </c:pt>
                <c:pt idx="11">
                  <c:v>3.66666667</c:v>
                </c:pt>
                <c:pt idx="12">
                  <c:v>4</c:v>
                </c:pt>
                <c:pt idx="13">
                  <c:v>4.33333333</c:v>
                </c:pt>
                <c:pt idx="14">
                  <c:v>4.66666667</c:v>
                </c:pt>
                <c:pt idx="15">
                  <c:v>5</c:v>
                </c:pt>
                <c:pt idx="16">
                  <c:v>5.33333333</c:v>
                </c:pt>
                <c:pt idx="17">
                  <c:v>5.66666667</c:v>
                </c:pt>
                <c:pt idx="18">
                  <c:v>6</c:v>
                </c:pt>
                <c:pt idx="19">
                  <c:v>6.33333333</c:v>
                </c:pt>
                <c:pt idx="20">
                  <c:v>6.66666667</c:v>
                </c:pt>
                <c:pt idx="21">
                  <c:v>7</c:v>
                </c:pt>
                <c:pt idx="22">
                  <c:v>7.33333333</c:v>
                </c:pt>
                <c:pt idx="23">
                  <c:v>7.66666667</c:v>
                </c:pt>
                <c:pt idx="24">
                  <c:v>8</c:v>
                </c:pt>
                <c:pt idx="25">
                  <c:v>8.33333333</c:v>
                </c:pt>
                <c:pt idx="26">
                  <c:v>8.66666667</c:v>
                </c:pt>
                <c:pt idx="27">
                  <c:v>9</c:v>
                </c:pt>
                <c:pt idx="28">
                  <c:v>9.33333333</c:v>
                </c:pt>
                <c:pt idx="29">
                  <c:v>9.66666667</c:v>
                </c:pt>
                <c:pt idx="30">
                  <c:v>10</c:v>
                </c:pt>
                <c:pt idx="31">
                  <c:v>10.33333333</c:v>
                </c:pt>
                <c:pt idx="32">
                  <c:v>10.66666667</c:v>
                </c:pt>
                <c:pt idx="33">
                  <c:v>11</c:v>
                </c:pt>
                <c:pt idx="34">
                  <c:v>11.33333333</c:v>
                </c:pt>
                <c:pt idx="35">
                  <c:v>11.66666667</c:v>
                </c:pt>
                <c:pt idx="36">
                  <c:v>12</c:v>
                </c:pt>
                <c:pt idx="37">
                  <c:v>12.33333333</c:v>
                </c:pt>
                <c:pt idx="38">
                  <c:v>12.66666667</c:v>
                </c:pt>
                <c:pt idx="39">
                  <c:v>13</c:v>
                </c:pt>
                <c:pt idx="40">
                  <c:v>13.33333333</c:v>
                </c:pt>
                <c:pt idx="41">
                  <c:v>13.66666667</c:v>
                </c:pt>
                <c:pt idx="42">
                  <c:v>14</c:v>
                </c:pt>
                <c:pt idx="43">
                  <c:v>14.33333333</c:v>
                </c:pt>
                <c:pt idx="44">
                  <c:v>14.66666667</c:v>
                </c:pt>
                <c:pt idx="45">
                  <c:v>15</c:v>
                </c:pt>
                <c:pt idx="46">
                  <c:v>15.33333333</c:v>
                </c:pt>
                <c:pt idx="47">
                  <c:v>15.66666667</c:v>
                </c:pt>
                <c:pt idx="48">
                  <c:v>16</c:v>
                </c:pt>
                <c:pt idx="49">
                  <c:v>16.33333333</c:v>
                </c:pt>
                <c:pt idx="50">
                  <c:v>16.66666667</c:v>
                </c:pt>
                <c:pt idx="51">
                  <c:v>17</c:v>
                </c:pt>
                <c:pt idx="52">
                  <c:v>17.33333333</c:v>
                </c:pt>
                <c:pt idx="53">
                  <c:v>17.66666667</c:v>
                </c:pt>
                <c:pt idx="54">
                  <c:v>18</c:v>
                </c:pt>
                <c:pt idx="55">
                  <c:v>18.33333333</c:v>
                </c:pt>
                <c:pt idx="56">
                  <c:v>18.66666667</c:v>
                </c:pt>
                <c:pt idx="57">
                  <c:v>19</c:v>
                </c:pt>
                <c:pt idx="58">
                  <c:v>19.33333333</c:v>
                </c:pt>
                <c:pt idx="59">
                  <c:v>19.66666667</c:v>
                </c:pt>
                <c:pt idx="60">
                  <c:v>20</c:v>
                </c:pt>
                <c:pt idx="61">
                  <c:v>20.33333333</c:v>
                </c:pt>
                <c:pt idx="62">
                  <c:v>20.66666667</c:v>
                </c:pt>
                <c:pt idx="63">
                  <c:v>21</c:v>
                </c:pt>
                <c:pt idx="64">
                  <c:v>21.33333333</c:v>
                </c:pt>
                <c:pt idx="65">
                  <c:v>21.66666667</c:v>
                </c:pt>
                <c:pt idx="66">
                  <c:v>22</c:v>
                </c:pt>
                <c:pt idx="67">
                  <c:v>22.33333333</c:v>
                </c:pt>
                <c:pt idx="68">
                  <c:v>22.66666667</c:v>
                </c:pt>
                <c:pt idx="69">
                  <c:v>23</c:v>
                </c:pt>
                <c:pt idx="70">
                  <c:v>23.33333333</c:v>
                </c:pt>
                <c:pt idx="71">
                  <c:v>23.66666667</c:v>
                </c:pt>
                <c:pt idx="72">
                  <c:v>24</c:v>
                </c:pt>
                <c:pt idx="73">
                  <c:v>24.33333333</c:v>
                </c:pt>
                <c:pt idx="74">
                  <c:v>24.66666667</c:v>
                </c:pt>
                <c:pt idx="75">
                  <c:v>25</c:v>
                </c:pt>
                <c:pt idx="76">
                  <c:v>25.33333333</c:v>
                </c:pt>
                <c:pt idx="77">
                  <c:v>25.66666667</c:v>
                </c:pt>
                <c:pt idx="78">
                  <c:v>26</c:v>
                </c:pt>
                <c:pt idx="79">
                  <c:v>26.33333333</c:v>
                </c:pt>
                <c:pt idx="80">
                  <c:v>26.66666667</c:v>
                </c:pt>
                <c:pt idx="81">
                  <c:v>27</c:v>
                </c:pt>
                <c:pt idx="82">
                  <c:v>27.33333333</c:v>
                </c:pt>
                <c:pt idx="83">
                  <c:v>27.66666667</c:v>
                </c:pt>
                <c:pt idx="84">
                  <c:v>28</c:v>
                </c:pt>
                <c:pt idx="85">
                  <c:v>28.33333333</c:v>
                </c:pt>
                <c:pt idx="86">
                  <c:v>28.66666667</c:v>
                </c:pt>
                <c:pt idx="87">
                  <c:v>29</c:v>
                </c:pt>
                <c:pt idx="88">
                  <c:v>29.33333333</c:v>
                </c:pt>
                <c:pt idx="89">
                  <c:v>29.66666667</c:v>
                </c:pt>
                <c:pt idx="90">
                  <c:v>30</c:v>
                </c:pt>
                <c:pt idx="91">
                  <c:v>30.33333333</c:v>
                </c:pt>
                <c:pt idx="92">
                  <c:v>30.66666667</c:v>
                </c:pt>
                <c:pt idx="93">
                  <c:v>31</c:v>
                </c:pt>
                <c:pt idx="94">
                  <c:v>31.33333333</c:v>
                </c:pt>
                <c:pt idx="95">
                  <c:v>31.66666667</c:v>
                </c:pt>
                <c:pt idx="96">
                  <c:v>32</c:v>
                </c:pt>
                <c:pt idx="97">
                  <c:v>32.33333333</c:v>
                </c:pt>
                <c:pt idx="98">
                  <c:v>32.66666667</c:v>
                </c:pt>
                <c:pt idx="99">
                  <c:v>33</c:v>
                </c:pt>
                <c:pt idx="100">
                  <c:v>33.33333333</c:v>
                </c:pt>
                <c:pt idx="101">
                  <c:v>33.66666667</c:v>
                </c:pt>
                <c:pt idx="102">
                  <c:v>34</c:v>
                </c:pt>
                <c:pt idx="103">
                  <c:v>34.33333333</c:v>
                </c:pt>
                <c:pt idx="104">
                  <c:v>34.66666667</c:v>
                </c:pt>
                <c:pt idx="105">
                  <c:v>35</c:v>
                </c:pt>
                <c:pt idx="106">
                  <c:v>35.33333333</c:v>
                </c:pt>
                <c:pt idx="107">
                  <c:v>35.66666667</c:v>
                </c:pt>
                <c:pt idx="108">
                  <c:v>36</c:v>
                </c:pt>
                <c:pt idx="109">
                  <c:v>36.33333333</c:v>
                </c:pt>
                <c:pt idx="110">
                  <c:v>36.66666667</c:v>
                </c:pt>
                <c:pt idx="111">
                  <c:v>37</c:v>
                </c:pt>
                <c:pt idx="112">
                  <c:v>37.33333333</c:v>
                </c:pt>
                <c:pt idx="113">
                  <c:v>37.66666667</c:v>
                </c:pt>
                <c:pt idx="114">
                  <c:v>38</c:v>
                </c:pt>
                <c:pt idx="115">
                  <c:v>38.33333333</c:v>
                </c:pt>
                <c:pt idx="116">
                  <c:v>38.66666667</c:v>
                </c:pt>
                <c:pt idx="117">
                  <c:v>39</c:v>
                </c:pt>
                <c:pt idx="118">
                  <c:v>39.33333333</c:v>
                </c:pt>
                <c:pt idx="119">
                  <c:v>39.66666667</c:v>
                </c:pt>
                <c:pt idx="120">
                  <c:v>40</c:v>
                </c:pt>
                <c:pt idx="121">
                  <c:v>40.33333333</c:v>
                </c:pt>
                <c:pt idx="122">
                  <c:v>40.66666667</c:v>
                </c:pt>
                <c:pt idx="123">
                  <c:v>41</c:v>
                </c:pt>
                <c:pt idx="124">
                  <c:v>41.33333333</c:v>
                </c:pt>
                <c:pt idx="125">
                  <c:v>41.66666667</c:v>
                </c:pt>
                <c:pt idx="126">
                  <c:v>42</c:v>
                </c:pt>
                <c:pt idx="127">
                  <c:v>42.33333333</c:v>
                </c:pt>
                <c:pt idx="128">
                  <c:v>42.66666667</c:v>
                </c:pt>
                <c:pt idx="129">
                  <c:v>43</c:v>
                </c:pt>
                <c:pt idx="130">
                  <c:v>43.33333333</c:v>
                </c:pt>
                <c:pt idx="131">
                  <c:v>43.66666667</c:v>
                </c:pt>
                <c:pt idx="132">
                  <c:v>44</c:v>
                </c:pt>
                <c:pt idx="133">
                  <c:v>44.33333333</c:v>
                </c:pt>
                <c:pt idx="134">
                  <c:v>44.66666667</c:v>
                </c:pt>
                <c:pt idx="135">
                  <c:v>45</c:v>
                </c:pt>
                <c:pt idx="136">
                  <c:v>45.33333333</c:v>
                </c:pt>
                <c:pt idx="137">
                  <c:v>45.66666667</c:v>
                </c:pt>
                <c:pt idx="138">
                  <c:v>46</c:v>
                </c:pt>
                <c:pt idx="139">
                  <c:v>46.33333333</c:v>
                </c:pt>
                <c:pt idx="140">
                  <c:v>46.66666667</c:v>
                </c:pt>
                <c:pt idx="141">
                  <c:v>47</c:v>
                </c:pt>
                <c:pt idx="142">
                  <c:v>47.33333333</c:v>
                </c:pt>
                <c:pt idx="143">
                  <c:v>47.66666667</c:v>
                </c:pt>
                <c:pt idx="144">
                  <c:v>48</c:v>
                </c:pt>
                <c:pt idx="145">
                  <c:v>48.33333333</c:v>
                </c:pt>
                <c:pt idx="146">
                  <c:v>48.66666667</c:v>
                </c:pt>
                <c:pt idx="147">
                  <c:v>49</c:v>
                </c:pt>
                <c:pt idx="148">
                  <c:v>49.33333333</c:v>
                </c:pt>
                <c:pt idx="149">
                  <c:v>49.66666667</c:v>
                </c:pt>
                <c:pt idx="150">
                  <c:v>50</c:v>
                </c:pt>
                <c:pt idx="151">
                  <c:v>50.33333333</c:v>
                </c:pt>
                <c:pt idx="152">
                  <c:v>50.66666667</c:v>
                </c:pt>
                <c:pt idx="153">
                  <c:v>51</c:v>
                </c:pt>
                <c:pt idx="154">
                  <c:v>51.33333333</c:v>
                </c:pt>
                <c:pt idx="155">
                  <c:v>51.66666667</c:v>
                </c:pt>
                <c:pt idx="156">
                  <c:v>52</c:v>
                </c:pt>
                <c:pt idx="157">
                  <c:v>52.33333333</c:v>
                </c:pt>
                <c:pt idx="158">
                  <c:v>52.66666667</c:v>
                </c:pt>
                <c:pt idx="159">
                  <c:v>53</c:v>
                </c:pt>
                <c:pt idx="160">
                  <c:v>53.33333333</c:v>
                </c:pt>
                <c:pt idx="161">
                  <c:v>53.66666667</c:v>
                </c:pt>
                <c:pt idx="162">
                  <c:v>54</c:v>
                </c:pt>
                <c:pt idx="163">
                  <c:v>54.33333333</c:v>
                </c:pt>
                <c:pt idx="164">
                  <c:v>54.66666667</c:v>
                </c:pt>
                <c:pt idx="165">
                  <c:v>55</c:v>
                </c:pt>
                <c:pt idx="166">
                  <c:v>55.33333333</c:v>
                </c:pt>
                <c:pt idx="167">
                  <c:v>55.66666667</c:v>
                </c:pt>
                <c:pt idx="168">
                  <c:v>56</c:v>
                </c:pt>
                <c:pt idx="169">
                  <c:v>56.33333333</c:v>
                </c:pt>
                <c:pt idx="170">
                  <c:v>56.66666667</c:v>
                </c:pt>
                <c:pt idx="171">
                  <c:v>57</c:v>
                </c:pt>
                <c:pt idx="172">
                  <c:v>57.33333333</c:v>
                </c:pt>
                <c:pt idx="173">
                  <c:v>57.66666667</c:v>
                </c:pt>
                <c:pt idx="174">
                  <c:v>58</c:v>
                </c:pt>
                <c:pt idx="175">
                  <c:v>58.33333333</c:v>
                </c:pt>
                <c:pt idx="176">
                  <c:v>58.66666667</c:v>
                </c:pt>
                <c:pt idx="177">
                  <c:v>59</c:v>
                </c:pt>
                <c:pt idx="178">
                  <c:v>59.33333333</c:v>
                </c:pt>
                <c:pt idx="179">
                  <c:v>59.66666667</c:v>
                </c:pt>
                <c:pt idx="180">
                  <c:v>60</c:v>
                </c:pt>
                <c:pt idx="181">
                  <c:v>60.33333333</c:v>
                </c:pt>
                <c:pt idx="182">
                  <c:v>60.66666667</c:v>
                </c:pt>
                <c:pt idx="183">
                  <c:v>61</c:v>
                </c:pt>
                <c:pt idx="184">
                  <c:v>61.33333333</c:v>
                </c:pt>
                <c:pt idx="185">
                  <c:v>61.66666667</c:v>
                </c:pt>
                <c:pt idx="186">
                  <c:v>62</c:v>
                </c:pt>
                <c:pt idx="187">
                  <c:v>62.33333333</c:v>
                </c:pt>
                <c:pt idx="188">
                  <c:v>62.66666667</c:v>
                </c:pt>
                <c:pt idx="189">
                  <c:v>63</c:v>
                </c:pt>
                <c:pt idx="190">
                  <c:v>63.33333333</c:v>
                </c:pt>
                <c:pt idx="191">
                  <c:v>63.66666667</c:v>
                </c:pt>
                <c:pt idx="192">
                  <c:v>64</c:v>
                </c:pt>
                <c:pt idx="193">
                  <c:v>64.33333333</c:v>
                </c:pt>
                <c:pt idx="194">
                  <c:v>64.66666667</c:v>
                </c:pt>
                <c:pt idx="195">
                  <c:v>65</c:v>
                </c:pt>
                <c:pt idx="196">
                  <c:v>65.33333333</c:v>
                </c:pt>
                <c:pt idx="197">
                  <c:v>65.66666667</c:v>
                </c:pt>
                <c:pt idx="198">
                  <c:v>66</c:v>
                </c:pt>
                <c:pt idx="199">
                  <c:v>66.33333333</c:v>
                </c:pt>
                <c:pt idx="200">
                  <c:v>66.66666667</c:v>
                </c:pt>
                <c:pt idx="201">
                  <c:v>67</c:v>
                </c:pt>
                <c:pt idx="202">
                  <c:v>67.33333333</c:v>
                </c:pt>
                <c:pt idx="203">
                  <c:v>67.66666667</c:v>
                </c:pt>
                <c:pt idx="204">
                  <c:v>68</c:v>
                </c:pt>
                <c:pt idx="205">
                  <c:v>68.33333333</c:v>
                </c:pt>
                <c:pt idx="206">
                  <c:v>68.66666667</c:v>
                </c:pt>
                <c:pt idx="207">
                  <c:v>69</c:v>
                </c:pt>
                <c:pt idx="208">
                  <c:v>69.33333333</c:v>
                </c:pt>
                <c:pt idx="209">
                  <c:v>69.66666667</c:v>
                </c:pt>
                <c:pt idx="210">
                  <c:v>70</c:v>
                </c:pt>
                <c:pt idx="211">
                  <c:v>70.33333333</c:v>
                </c:pt>
                <c:pt idx="212">
                  <c:v>70.66666667</c:v>
                </c:pt>
                <c:pt idx="213">
                  <c:v>71</c:v>
                </c:pt>
                <c:pt idx="214">
                  <c:v>71.33333333</c:v>
                </c:pt>
                <c:pt idx="215">
                  <c:v>71.66666667</c:v>
                </c:pt>
                <c:pt idx="216">
                  <c:v>72</c:v>
                </c:pt>
                <c:pt idx="217">
                  <c:v>72.33333333</c:v>
                </c:pt>
                <c:pt idx="218">
                  <c:v>72.66666667</c:v>
                </c:pt>
                <c:pt idx="219">
                  <c:v>73</c:v>
                </c:pt>
                <c:pt idx="220">
                  <c:v>73.33333333</c:v>
                </c:pt>
                <c:pt idx="221">
                  <c:v>73.66666667</c:v>
                </c:pt>
                <c:pt idx="222">
                  <c:v>74</c:v>
                </c:pt>
                <c:pt idx="223">
                  <c:v>74.33333333</c:v>
                </c:pt>
                <c:pt idx="224">
                  <c:v>74.66666667</c:v>
                </c:pt>
                <c:pt idx="225">
                  <c:v>75</c:v>
                </c:pt>
                <c:pt idx="226">
                  <c:v>75.33333333</c:v>
                </c:pt>
                <c:pt idx="227">
                  <c:v>75.66666667</c:v>
                </c:pt>
                <c:pt idx="228">
                  <c:v>76</c:v>
                </c:pt>
                <c:pt idx="229">
                  <c:v>76.33333333</c:v>
                </c:pt>
                <c:pt idx="230">
                  <c:v>76.66666667</c:v>
                </c:pt>
                <c:pt idx="231">
                  <c:v>77</c:v>
                </c:pt>
                <c:pt idx="232">
                  <c:v>77.33333333</c:v>
                </c:pt>
                <c:pt idx="233">
                  <c:v>77.66666667</c:v>
                </c:pt>
                <c:pt idx="234">
                  <c:v>78</c:v>
                </c:pt>
                <c:pt idx="235">
                  <c:v>78.33333333</c:v>
                </c:pt>
                <c:pt idx="236">
                  <c:v>78.66666667</c:v>
                </c:pt>
                <c:pt idx="237">
                  <c:v>79</c:v>
                </c:pt>
                <c:pt idx="238">
                  <c:v>79.33333333</c:v>
                </c:pt>
                <c:pt idx="239">
                  <c:v>79.66666667</c:v>
                </c:pt>
                <c:pt idx="240">
                  <c:v>80</c:v>
                </c:pt>
                <c:pt idx="241">
                  <c:v>80.33333333</c:v>
                </c:pt>
                <c:pt idx="242">
                  <c:v>80.66666667</c:v>
                </c:pt>
                <c:pt idx="243">
                  <c:v>81</c:v>
                </c:pt>
                <c:pt idx="244">
                  <c:v>81.33333333</c:v>
                </c:pt>
                <c:pt idx="245">
                  <c:v>81.66666667</c:v>
                </c:pt>
                <c:pt idx="246">
                  <c:v>82</c:v>
                </c:pt>
                <c:pt idx="247">
                  <c:v>82.33333333</c:v>
                </c:pt>
                <c:pt idx="248">
                  <c:v>82.66666667</c:v>
                </c:pt>
                <c:pt idx="249">
                  <c:v>83</c:v>
                </c:pt>
                <c:pt idx="250">
                  <c:v>83.33333333</c:v>
                </c:pt>
                <c:pt idx="251">
                  <c:v>83.66666667</c:v>
                </c:pt>
                <c:pt idx="252">
                  <c:v>84</c:v>
                </c:pt>
                <c:pt idx="253">
                  <c:v>84.33333333</c:v>
                </c:pt>
                <c:pt idx="254">
                  <c:v>84.66666667</c:v>
                </c:pt>
                <c:pt idx="255">
                  <c:v>85</c:v>
                </c:pt>
                <c:pt idx="256">
                  <c:v>85.33333333</c:v>
                </c:pt>
                <c:pt idx="257">
                  <c:v>85.66666667</c:v>
                </c:pt>
                <c:pt idx="258">
                  <c:v>86</c:v>
                </c:pt>
                <c:pt idx="259">
                  <c:v>86.33333333</c:v>
                </c:pt>
                <c:pt idx="260">
                  <c:v>86.66666667</c:v>
                </c:pt>
                <c:pt idx="261">
                  <c:v>87</c:v>
                </c:pt>
                <c:pt idx="262">
                  <c:v>87.33333333</c:v>
                </c:pt>
                <c:pt idx="263">
                  <c:v>87.66666667</c:v>
                </c:pt>
                <c:pt idx="264">
                  <c:v>88</c:v>
                </c:pt>
                <c:pt idx="265">
                  <c:v>88.33333333</c:v>
                </c:pt>
                <c:pt idx="266">
                  <c:v>88.66666667</c:v>
                </c:pt>
                <c:pt idx="267">
                  <c:v>89</c:v>
                </c:pt>
                <c:pt idx="268">
                  <c:v>89.33333333</c:v>
                </c:pt>
                <c:pt idx="269">
                  <c:v>89.66666667</c:v>
                </c:pt>
                <c:pt idx="270">
                  <c:v>90</c:v>
                </c:pt>
                <c:pt idx="271">
                  <c:v>90.33333333</c:v>
                </c:pt>
                <c:pt idx="272">
                  <c:v>90.66666667</c:v>
                </c:pt>
                <c:pt idx="273">
                  <c:v>91</c:v>
                </c:pt>
                <c:pt idx="274">
                  <c:v>91.33333333</c:v>
                </c:pt>
                <c:pt idx="275">
                  <c:v>91.66666667</c:v>
                </c:pt>
                <c:pt idx="276">
                  <c:v>92</c:v>
                </c:pt>
                <c:pt idx="277">
                  <c:v>92.33333333</c:v>
                </c:pt>
                <c:pt idx="278">
                  <c:v>92.66666667</c:v>
                </c:pt>
                <c:pt idx="279">
                  <c:v>93</c:v>
                </c:pt>
                <c:pt idx="280">
                  <c:v>93.33333333</c:v>
                </c:pt>
                <c:pt idx="281">
                  <c:v>93.66666667</c:v>
                </c:pt>
                <c:pt idx="282">
                  <c:v>94</c:v>
                </c:pt>
                <c:pt idx="283">
                  <c:v>94.33333333</c:v>
                </c:pt>
                <c:pt idx="284">
                  <c:v>94.66666667</c:v>
                </c:pt>
                <c:pt idx="285">
                  <c:v>95</c:v>
                </c:pt>
                <c:pt idx="286">
                  <c:v>95.33333333</c:v>
                </c:pt>
                <c:pt idx="287">
                  <c:v>95.66666667</c:v>
                </c:pt>
                <c:pt idx="288">
                  <c:v>96</c:v>
                </c:pt>
                <c:pt idx="289">
                  <c:v>96.33333333</c:v>
                </c:pt>
                <c:pt idx="290">
                  <c:v>96.66666667</c:v>
                </c:pt>
                <c:pt idx="291">
                  <c:v>97</c:v>
                </c:pt>
                <c:pt idx="292">
                  <c:v>97.33333333</c:v>
                </c:pt>
                <c:pt idx="293">
                  <c:v>97.66666667</c:v>
                </c:pt>
                <c:pt idx="294">
                  <c:v>98</c:v>
                </c:pt>
                <c:pt idx="295">
                  <c:v>98.33333333</c:v>
                </c:pt>
                <c:pt idx="296">
                  <c:v>98.66666667</c:v>
                </c:pt>
                <c:pt idx="297">
                  <c:v>99</c:v>
                </c:pt>
                <c:pt idx="298">
                  <c:v>99.33333333</c:v>
                </c:pt>
                <c:pt idx="299">
                  <c:v>99.66666667</c:v>
                </c:pt>
                <c:pt idx="300">
                  <c:v>100</c:v>
                </c:pt>
                <c:pt idx="301">
                  <c:v>100.33333333</c:v>
                </c:pt>
                <c:pt idx="302">
                  <c:v>100.66666667</c:v>
                </c:pt>
                <c:pt idx="303">
                  <c:v>101</c:v>
                </c:pt>
                <c:pt idx="304">
                  <c:v>101.33333333</c:v>
                </c:pt>
                <c:pt idx="305">
                  <c:v>101.66666667</c:v>
                </c:pt>
                <c:pt idx="306">
                  <c:v>102</c:v>
                </c:pt>
                <c:pt idx="307">
                  <c:v>102.33333333</c:v>
                </c:pt>
                <c:pt idx="308">
                  <c:v>102.66666667</c:v>
                </c:pt>
                <c:pt idx="309">
                  <c:v>103</c:v>
                </c:pt>
                <c:pt idx="310">
                  <c:v>103.33333333</c:v>
                </c:pt>
                <c:pt idx="311">
                  <c:v>103.66666667</c:v>
                </c:pt>
                <c:pt idx="312">
                  <c:v>104</c:v>
                </c:pt>
                <c:pt idx="313">
                  <c:v>104.33333333</c:v>
                </c:pt>
                <c:pt idx="314">
                  <c:v>104.66666667</c:v>
                </c:pt>
                <c:pt idx="315">
                  <c:v>105</c:v>
                </c:pt>
                <c:pt idx="316">
                  <c:v>105.33333333</c:v>
                </c:pt>
                <c:pt idx="317">
                  <c:v>105.66666667</c:v>
                </c:pt>
                <c:pt idx="318">
                  <c:v>106</c:v>
                </c:pt>
                <c:pt idx="319">
                  <c:v>106.33333333</c:v>
                </c:pt>
                <c:pt idx="320">
                  <c:v>106.66666667</c:v>
                </c:pt>
                <c:pt idx="321">
                  <c:v>107</c:v>
                </c:pt>
                <c:pt idx="322">
                  <c:v>107.33333333</c:v>
                </c:pt>
                <c:pt idx="323">
                  <c:v>107.66666667</c:v>
                </c:pt>
                <c:pt idx="324">
                  <c:v>108</c:v>
                </c:pt>
                <c:pt idx="325">
                  <c:v>108.33333333</c:v>
                </c:pt>
                <c:pt idx="326">
                  <c:v>108.66666667</c:v>
                </c:pt>
                <c:pt idx="327">
                  <c:v>109</c:v>
                </c:pt>
                <c:pt idx="328">
                  <c:v>109.33333333</c:v>
                </c:pt>
                <c:pt idx="329">
                  <c:v>109.66666667</c:v>
                </c:pt>
                <c:pt idx="330">
                  <c:v>110</c:v>
                </c:pt>
                <c:pt idx="331">
                  <c:v>110.33333333</c:v>
                </c:pt>
                <c:pt idx="332">
                  <c:v>110.66666667</c:v>
                </c:pt>
                <c:pt idx="333">
                  <c:v>111</c:v>
                </c:pt>
                <c:pt idx="334">
                  <c:v>111.33333333</c:v>
                </c:pt>
                <c:pt idx="335">
                  <c:v>111.66666667</c:v>
                </c:pt>
                <c:pt idx="336">
                  <c:v>112</c:v>
                </c:pt>
                <c:pt idx="337">
                  <c:v>112.33333333</c:v>
                </c:pt>
                <c:pt idx="338">
                  <c:v>112.66666667</c:v>
                </c:pt>
                <c:pt idx="339">
                  <c:v>113</c:v>
                </c:pt>
                <c:pt idx="340">
                  <c:v>113.33333333</c:v>
                </c:pt>
                <c:pt idx="341">
                  <c:v>113.66666667</c:v>
                </c:pt>
                <c:pt idx="342">
                  <c:v>114</c:v>
                </c:pt>
                <c:pt idx="343">
                  <c:v>114.33333333</c:v>
                </c:pt>
                <c:pt idx="344">
                  <c:v>114.66666667</c:v>
                </c:pt>
                <c:pt idx="345">
                  <c:v>115</c:v>
                </c:pt>
                <c:pt idx="346">
                  <c:v>115.33333333</c:v>
                </c:pt>
                <c:pt idx="347">
                  <c:v>115.66666667</c:v>
                </c:pt>
                <c:pt idx="348">
                  <c:v>116</c:v>
                </c:pt>
                <c:pt idx="349">
                  <c:v>116.33333333</c:v>
                </c:pt>
                <c:pt idx="350">
                  <c:v>116.66666667</c:v>
                </c:pt>
                <c:pt idx="351">
                  <c:v>117</c:v>
                </c:pt>
                <c:pt idx="352">
                  <c:v>117.33333333</c:v>
                </c:pt>
                <c:pt idx="353">
                  <c:v>117.66666667</c:v>
                </c:pt>
                <c:pt idx="354">
                  <c:v>118</c:v>
                </c:pt>
                <c:pt idx="355">
                  <c:v>118.33333333</c:v>
                </c:pt>
                <c:pt idx="356">
                  <c:v>118.66666667</c:v>
                </c:pt>
                <c:pt idx="357">
                  <c:v>119</c:v>
                </c:pt>
                <c:pt idx="358">
                  <c:v>119.33333333</c:v>
                </c:pt>
                <c:pt idx="359">
                  <c:v>119.66666667</c:v>
                </c:pt>
                <c:pt idx="360">
                  <c:v>120</c:v>
                </c:pt>
                <c:pt idx="361">
                  <c:v>120.33333333</c:v>
                </c:pt>
                <c:pt idx="362">
                  <c:v>120.66666667</c:v>
                </c:pt>
                <c:pt idx="363">
                  <c:v>121</c:v>
                </c:pt>
                <c:pt idx="364">
                  <c:v>121.33333333</c:v>
                </c:pt>
                <c:pt idx="365">
                  <c:v>121.66666667</c:v>
                </c:pt>
                <c:pt idx="366">
                  <c:v>122</c:v>
                </c:pt>
                <c:pt idx="367">
                  <c:v>122.33333333</c:v>
                </c:pt>
                <c:pt idx="368">
                  <c:v>122.66666667</c:v>
                </c:pt>
                <c:pt idx="369">
                  <c:v>123</c:v>
                </c:pt>
                <c:pt idx="370">
                  <c:v>123.33333333</c:v>
                </c:pt>
                <c:pt idx="371">
                  <c:v>123.66666667</c:v>
                </c:pt>
                <c:pt idx="372">
                  <c:v>124</c:v>
                </c:pt>
                <c:pt idx="373">
                  <c:v>124.33333333</c:v>
                </c:pt>
                <c:pt idx="374">
                  <c:v>124.66666667</c:v>
                </c:pt>
                <c:pt idx="375">
                  <c:v>125</c:v>
                </c:pt>
                <c:pt idx="376">
                  <c:v>125.33333333</c:v>
                </c:pt>
                <c:pt idx="377">
                  <c:v>125.66666667</c:v>
                </c:pt>
                <c:pt idx="378">
                  <c:v>126</c:v>
                </c:pt>
                <c:pt idx="379">
                  <c:v>126.33333333</c:v>
                </c:pt>
                <c:pt idx="380">
                  <c:v>126.66666667</c:v>
                </c:pt>
                <c:pt idx="381">
                  <c:v>127</c:v>
                </c:pt>
                <c:pt idx="382">
                  <c:v>127.33333333</c:v>
                </c:pt>
                <c:pt idx="383">
                  <c:v>127.66666667</c:v>
                </c:pt>
                <c:pt idx="384">
                  <c:v>128</c:v>
                </c:pt>
                <c:pt idx="385">
                  <c:v>128.33333333</c:v>
                </c:pt>
                <c:pt idx="386">
                  <c:v>128.66666667</c:v>
                </c:pt>
                <c:pt idx="387">
                  <c:v>129</c:v>
                </c:pt>
                <c:pt idx="388">
                  <c:v>129.33333333</c:v>
                </c:pt>
                <c:pt idx="389">
                  <c:v>129.66666667</c:v>
                </c:pt>
                <c:pt idx="390">
                  <c:v>130</c:v>
                </c:pt>
                <c:pt idx="391">
                  <c:v>130.33333333</c:v>
                </c:pt>
                <c:pt idx="392">
                  <c:v>130.66666667</c:v>
                </c:pt>
                <c:pt idx="393">
                  <c:v>131</c:v>
                </c:pt>
                <c:pt idx="394">
                  <c:v>131.33333333</c:v>
                </c:pt>
                <c:pt idx="395">
                  <c:v>131.66666667</c:v>
                </c:pt>
                <c:pt idx="396">
                  <c:v>132</c:v>
                </c:pt>
                <c:pt idx="397">
                  <c:v>132.33333333</c:v>
                </c:pt>
                <c:pt idx="398">
                  <c:v>132.66666667</c:v>
                </c:pt>
                <c:pt idx="399">
                  <c:v>133</c:v>
                </c:pt>
                <c:pt idx="400">
                  <c:v>133.33333333</c:v>
                </c:pt>
                <c:pt idx="401">
                  <c:v>133.66666667</c:v>
                </c:pt>
                <c:pt idx="402">
                  <c:v>134</c:v>
                </c:pt>
                <c:pt idx="403">
                  <c:v>134.33333333</c:v>
                </c:pt>
                <c:pt idx="404">
                  <c:v>134.66666667</c:v>
                </c:pt>
                <c:pt idx="405">
                  <c:v>135</c:v>
                </c:pt>
                <c:pt idx="406">
                  <c:v>135.33333333</c:v>
                </c:pt>
                <c:pt idx="407">
                  <c:v>135.66666667</c:v>
                </c:pt>
                <c:pt idx="408">
                  <c:v>136</c:v>
                </c:pt>
                <c:pt idx="409">
                  <c:v>136.33333333</c:v>
                </c:pt>
                <c:pt idx="410">
                  <c:v>136.66666667</c:v>
                </c:pt>
                <c:pt idx="411">
                  <c:v>137</c:v>
                </c:pt>
                <c:pt idx="412">
                  <c:v>137.33333333</c:v>
                </c:pt>
                <c:pt idx="413">
                  <c:v>137.66666667</c:v>
                </c:pt>
                <c:pt idx="414">
                  <c:v>138</c:v>
                </c:pt>
                <c:pt idx="415">
                  <c:v>138.33333333</c:v>
                </c:pt>
                <c:pt idx="416">
                  <c:v>138.66666667</c:v>
                </c:pt>
                <c:pt idx="417">
                  <c:v>139</c:v>
                </c:pt>
                <c:pt idx="418">
                  <c:v>139.33333333</c:v>
                </c:pt>
                <c:pt idx="419">
                  <c:v>139.66666667</c:v>
                </c:pt>
                <c:pt idx="420">
                  <c:v>140</c:v>
                </c:pt>
                <c:pt idx="421">
                  <c:v>140.33333333</c:v>
                </c:pt>
                <c:pt idx="422">
                  <c:v>140.66666667</c:v>
                </c:pt>
                <c:pt idx="423">
                  <c:v>141</c:v>
                </c:pt>
                <c:pt idx="424">
                  <c:v>141.33333333</c:v>
                </c:pt>
                <c:pt idx="425">
                  <c:v>141.66666667</c:v>
                </c:pt>
                <c:pt idx="426">
                  <c:v>142</c:v>
                </c:pt>
                <c:pt idx="427">
                  <c:v>142.33333333</c:v>
                </c:pt>
                <c:pt idx="428">
                  <c:v>142.66666667</c:v>
                </c:pt>
                <c:pt idx="429">
                  <c:v>143</c:v>
                </c:pt>
                <c:pt idx="430">
                  <c:v>143.33333333</c:v>
                </c:pt>
                <c:pt idx="431">
                  <c:v>143.66666667</c:v>
                </c:pt>
                <c:pt idx="432">
                  <c:v>144</c:v>
                </c:pt>
                <c:pt idx="433">
                  <c:v>144.33333333</c:v>
                </c:pt>
                <c:pt idx="434">
                  <c:v>144.66666667</c:v>
                </c:pt>
                <c:pt idx="435">
                  <c:v>145</c:v>
                </c:pt>
                <c:pt idx="436">
                  <c:v>145.33333333</c:v>
                </c:pt>
                <c:pt idx="437">
                  <c:v>145.66666667</c:v>
                </c:pt>
                <c:pt idx="438">
                  <c:v>146</c:v>
                </c:pt>
                <c:pt idx="439">
                  <c:v>146.33333333</c:v>
                </c:pt>
                <c:pt idx="440">
                  <c:v>146.66666667</c:v>
                </c:pt>
                <c:pt idx="441">
                  <c:v>147</c:v>
                </c:pt>
                <c:pt idx="442">
                  <c:v>147.33333333</c:v>
                </c:pt>
                <c:pt idx="443">
                  <c:v>147.66666667</c:v>
                </c:pt>
                <c:pt idx="444">
                  <c:v>148</c:v>
                </c:pt>
                <c:pt idx="445">
                  <c:v>148.33333333</c:v>
                </c:pt>
                <c:pt idx="446">
                  <c:v>148.66666667</c:v>
                </c:pt>
                <c:pt idx="447">
                  <c:v>149</c:v>
                </c:pt>
                <c:pt idx="448">
                  <c:v>149.33333333</c:v>
                </c:pt>
                <c:pt idx="449">
                  <c:v>149.66666667</c:v>
                </c:pt>
                <c:pt idx="450">
                  <c:v>150</c:v>
                </c:pt>
                <c:pt idx="451">
                  <c:v>150.33333333</c:v>
                </c:pt>
                <c:pt idx="452">
                  <c:v>150.66666667</c:v>
                </c:pt>
                <c:pt idx="453">
                  <c:v>151</c:v>
                </c:pt>
                <c:pt idx="454">
                  <c:v>151.33333333</c:v>
                </c:pt>
                <c:pt idx="455">
                  <c:v>151.66666667</c:v>
                </c:pt>
                <c:pt idx="456">
                  <c:v>152</c:v>
                </c:pt>
                <c:pt idx="457">
                  <c:v>152.33333333</c:v>
                </c:pt>
                <c:pt idx="458">
                  <c:v>152.66666667</c:v>
                </c:pt>
                <c:pt idx="459">
                  <c:v>153</c:v>
                </c:pt>
                <c:pt idx="460">
                  <c:v>153.33333333</c:v>
                </c:pt>
                <c:pt idx="461">
                  <c:v>153.66666667</c:v>
                </c:pt>
                <c:pt idx="462">
                  <c:v>154</c:v>
                </c:pt>
                <c:pt idx="463">
                  <c:v>154.33333333</c:v>
                </c:pt>
                <c:pt idx="464">
                  <c:v>154.66666667</c:v>
                </c:pt>
                <c:pt idx="465">
                  <c:v>155</c:v>
                </c:pt>
                <c:pt idx="466">
                  <c:v>155.33333333</c:v>
                </c:pt>
                <c:pt idx="467">
                  <c:v>155.66666667</c:v>
                </c:pt>
                <c:pt idx="468">
                  <c:v>156</c:v>
                </c:pt>
                <c:pt idx="469">
                  <c:v>156.33333333</c:v>
                </c:pt>
                <c:pt idx="470">
                  <c:v>156.66666667</c:v>
                </c:pt>
                <c:pt idx="471">
                  <c:v>157</c:v>
                </c:pt>
                <c:pt idx="472">
                  <c:v>157.33333333</c:v>
                </c:pt>
                <c:pt idx="473">
                  <c:v>157.66666667</c:v>
                </c:pt>
                <c:pt idx="474">
                  <c:v>158</c:v>
                </c:pt>
                <c:pt idx="475">
                  <c:v>158.33333333</c:v>
                </c:pt>
                <c:pt idx="476">
                  <c:v>158.66666667</c:v>
                </c:pt>
                <c:pt idx="477">
                  <c:v>159</c:v>
                </c:pt>
                <c:pt idx="478">
                  <c:v>159.33333333</c:v>
                </c:pt>
                <c:pt idx="479">
                  <c:v>159.66666667</c:v>
                </c:pt>
                <c:pt idx="480">
                  <c:v>160</c:v>
                </c:pt>
                <c:pt idx="481">
                  <c:v>160.33333333</c:v>
                </c:pt>
                <c:pt idx="482">
                  <c:v>160.66666667</c:v>
                </c:pt>
                <c:pt idx="483">
                  <c:v>161</c:v>
                </c:pt>
                <c:pt idx="484">
                  <c:v>161.33333333</c:v>
                </c:pt>
                <c:pt idx="485">
                  <c:v>161.66666667</c:v>
                </c:pt>
                <c:pt idx="486">
                  <c:v>162</c:v>
                </c:pt>
                <c:pt idx="487">
                  <c:v>162.33333333</c:v>
                </c:pt>
                <c:pt idx="488">
                  <c:v>162.66666667</c:v>
                </c:pt>
                <c:pt idx="489">
                  <c:v>163</c:v>
                </c:pt>
                <c:pt idx="490">
                  <c:v>163.33333333</c:v>
                </c:pt>
                <c:pt idx="491">
                  <c:v>163.66666667</c:v>
                </c:pt>
                <c:pt idx="492">
                  <c:v>164</c:v>
                </c:pt>
                <c:pt idx="493">
                  <c:v>164.33333333</c:v>
                </c:pt>
                <c:pt idx="494">
                  <c:v>164.66666667</c:v>
                </c:pt>
                <c:pt idx="495">
                  <c:v>165</c:v>
                </c:pt>
                <c:pt idx="496">
                  <c:v>165.33333333</c:v>
                </c:pt>
                <c:pt idx="497">
                  <c:v>165.66666667</c:v>
                </c:pt>
                <c:pt idx="498">
                  <c:v>166</c:v>
                </c:pt>
                <c:pt idx="499">
                  <c:v>166.33333333</c:v>
                </c:pt>
                <c:pt idx="500">
                  <c:v>166.66666667</c:v>
                </c:pt>
                <c:pt idx="501">
                  <c:v>167</c:v>
                </c:pt>
                <c:pt idx="502">
                  <c:v>167.33333333</c:v>
                </c:pt>
                <c:pt idx="503">
                  <c:v>167.66666667</c:v>
                </c:pt>
                <c:pt idx="504">
                  <c:v>168</c:v>
                </c:pt>
                <c:pt idx="505">
                  <c:v>168.33333333</c:v>
                </c:pt>
                <c:pt idx="506">
                  <c:v>168.66666667</c:v>
                </c:pt>
                <c:pt idx="507">
                  <c:v>169</c:v>
                </c:pt>
                <c:pt idx="508">
                  <c:v>169.33333333</c:v>
                </c:pt>
                <c:pt idx="509">
                  <c:v>169.66666667</c:v>
                </c:pt>
                <c:pt idx="510">
                  <c:v>170</c:v>
                </c:pt>
                <c:pt idx="511">
                  <c:v>170.33333333</c:v>
                </c:pt>
                <c:pt idx="512">
                  <c:v>170.66666667</c:v>
                </c:pt>
                <c:pt idx="513">
                  <c:v>171</c:v>
                </c:pt>
                <c:pt idx="514">
                  <c:v>171.33333333</c:v>
                </c:pt>
                <c:pt idx="515">
                  <c:v>171.66666667</c:v>
                </c:pt>
                <c:pt idx="516">
                  <c:v>172</c:v>
                </c:pt>
                <c:pt idx="517">
                  <c:v>172.33333333</c:v>
                </c:pt>
                <c:pt idx="518">
                  <c:v>172.66666667</c:v>
                </c:pt>
                <c:pt idx="519">
                  <c:v>173</c:v>
                </c:pt>
                <c:pt idx="520">
                  <c:v>173.33333333</c:v>
                </c:pt>
                <c:pt idx="521">
                  <c:v>173.66666667</c:v>
                </c:pt>
                <c:pt idx="522">
                  <c:v>174</c:v>
                </c:pt>
                <c:pt idx="523">
                  <c:v>174.33333333</c:v>
                </c:pt>
                <c:pt idx="524">
                  <c:v>174.66666667</c:v>
                </c:pt>
                <c:pt idx="525">
                  <c:v>175</c:v>
                </c:pt>
                <c:pt idx="526">
                  <c:v>175.33333333</c:v>
                </c:pt>
                <c:pt idx="527">
                  <c:v>175.66666667</c:v>
                </c:pt>
                <c:pt idx="528">
                  <c:v>176</c:v>
                </c:pt>
                <c:pt idx="529">
                  <c:v>176.33333333</c:v>
                </c:pt>
                <c:pt idx="530">
                  <c:v>176.66666667</c:v>
                </c:pt>
                <c:pt idx="531">
                  <c:v>177</c:v>
                </c:pt>
                <c:pt idx="532">
                  <c:v>177.33333333</c:v>
                </c:pt>
                <c:pt idx="533">
                  <c:v>177.66666667</c:v>
                </c:pt>
                <c:pt idx="534">
                  <c:v>178</c:v>
                </c:pt>
                <c:pt idx="535">
                  <c:v>178.33333333</c:v>
                </c:pt>
                <c:pt idx="536">
                  <c:v>178.66666667</c:v>
                </c:pt>
                <c:pt idx="537">
                  <c:v>179</c:v>
                </c:pt>
                <c:pt idx="538">
                  <c:v>179.33333333</c:v>
                </c:pt>
                <c:pt idx="539">
                  <c:v>179.66666667</c:v>
                </c:pt>
                <c:pt idx="540">
                  <c:v>180</c:v>
                </c:pt>
                <c:pt idx="541">
                  <c:v>180.33333333</c:v>
                </c:pt>
                <c:pt idx="542">
                  <c:v>180.66666667</c:v>
                </c:pt>
                <c:pt idx="543">
                  <c:v>181</c:v>
                </c:pt>
                <c:pt idx="544">
                  <c:v>181.33333333</c:v>
                </c:pt>
                <c:pt idx="545">
                  <c:v>181.66666667</c:v>
                </c:pt>
                <c:pt idx="546">
                  <c:v>182</c:v>
                </c:pt>
                <c:pt idx="547">
                  <c:v>182.33333333</c:v>
                </c:pt>
                <c:pt idx="548">
                  <c:v>182.66666667</c:v>
                </c:pt>
                <c:pt idx="549">
                  <c:v>183</c:v>
                </c:pt>
                <c:pt idx="550">
                  <c:v>183.33333333</c:v>
                </c:pt>
                <c:pt idx="551">
                  <c:v>183.66666667</c:v>
                </c:pt>
                <c:pt idx="552">
                  <c:v>184</c:v>
                </c:pt>
                <c:pt idx="553">
                  <c:v>184.33333333</c:v>
                </c:pt>
                <c:pt idx="554">
                  <c:v>184.66666667</c:v>
                </c:pt>
                <c:pt idx="555">
                  <c:v>185</c:v>
                </c:pt>
                <c:pt idx="556">
                  <c:v>185.33333333</c:v>
                </c:pt>
                <c:pt idx="557">
                  <c:v>185.66666667</c:v>
                </c:pt>
                <c:pt idx="558">
                  <c:v>186</c:v>
                </c:pt>
                <c:pt idx="559">
                  <c:v>186.33333333</c:v>
                </c:pt>
                <c:pt idx="560">
                  <c:v>186.66666667</c:v>
                </c:pt>
                <c:pt idx="561">
                  <c:v>187</c:v>
                </c:pt>
                <c:pt idx="562">
                  <c:v>187.33333333</c:v>
                </c:pt>
                <c:pt idx="563">
                  <c:v>187.66666667</c:v>
                </c:pt>
                <c:pt idx="564">
                  <c:v>188</c:v>
                </c:pt>
                <c:pt idx="565">
                  <c:v>188.33333333</c:v>
                </c:pt>
                <c:pt idx="566">
                  <c:v>188.66666667</c:v>
                </c:pt>
                <c:pt idx="567">
                  <c:v>189</c:v>
                </c:pt>
                <c:pt idx="568">
                  <c:v>189.33333333</c:v>
                </c:pt>
                <c:pt idx="569">
                  <c:v>189.66666667</c:v>
                </c:pt>
                <c:pt idx="570">
                  <c:v>190</c:v>
                </c:pt>
                <c:pt idx="571">
                  <c:v>190.33333333</c:v>
                </c:pt>
                <c:pt idx="572">
                  <c:v>190.66666667</c:v>
                </c:pt>
                <c:pt idx="573">
                  <c:v>191</c:v>
                </c:pt>
                <c:pt idx="574">
                  <c:v>191.33333333</c:v>
                </c:pt>
                <c:pt idx="575">
                  <c:v>191.66666667</c:v>
                </c:pt>
                <c:pt idx="576">
                  <c:v>192</c:v>
                </c:pt>
                <c:pt idx="577">
                  <c:v>192.33333333</c:v>
                </c:pt>
                <c:pt idx="578">
                  <c:v>192.66666667</c:v>
                </c:pt>
                <c:pt idx="579">
                  <c:v>193</c:v>
                </c:pt>
                <c:pt idx="580">
                  <c:v>193.33333333</c:v>
                </c:pt>
                <c:pt idx="581">
                  <c:v>193.66666667</c:v>
                </c:pt>
                <c:pt idx="582">
                  <c:v>194</c:v>
                </c:pt>
                <c:pt idx="583">
                  <c:v>194.33333333</c:v>
                </c:pt>
                <c:pt idx="584">
                  <c:v>194.66666667</c:v>
                </c:pt>
                <c:pt idx="585">
                  <c:v>195</c:v>
                </c:pt>
                <c:pt idx="586">
                  <c:v>195.33333333</c:v>
                </c:pt>
                <c:pt idx="587">
                  <c:v>195.66666667</c:v>
                </c:pt>
                <c:pt idx="588">
                  <c:v>196</c:v>
                </c:pt>
                <c:pt idx="589">
                  <c:v>196.33333333</c:v>
                </c:pt>
                <c:pt idx="590">
                  <c:v>196.66666667</c:v>
                </c:pt>
                <c:pt idx="591">
                  <c:v>197</c:v>
                </c:pt>
                <c:pt idx="592">
                  <c:v>197.33333333</c:v>
                </c:pt>
                <c:pt idx="593">
                  <c:v>197.66666667</c:v>
                </c:pt>
                <c:pt idx="594">
                  <c:v>198</c:v>
                </c:pt>
                <c:pt idx="595">
                  <c:v>198.33333333</c:v>
                </c:pt>
                <c:pt idx="596">
                  <c:v>198.66666667</c:v>
                </c:pt>
                <c:pt idx="597">
                  <c:v>199</c:v>
                </c:pt>
                <c:pt idx="598">
                  <c:v>199.33333333</c:v>
                </c:pt>
                <c:pt idx="599">
                  <c:v>199.66666667</c:v>
                </c:pt>
                <c:pt idx="600">
                  <c:v>200</c:v>
                </c:pt>
              </c:numCache>
            </c:numRef>
          </c:xVal>
          <c:yVal>
            <c:numRef>
              <c:f>'Chart Data'!$D$2:$D$602</c:f>
              <c:numCache>
                <c:formatCode>0.0</c:formatCode>
                <c:ptCount val="601"/>
                <c:pt idx="0">
                  <c:v>0.43466662</c:v>
                </c:pt>
                <c:pt idx="1">
                  <c:v>0.43316875</c:v>
                </c:pt>
                <c:pt idx="2">
                  <c:v>0.43160248</c:v>
                </c:pt>
                <c:pt idx="3">
                  <c:v>0.42996806</c:v>
                </c:pt>
                <c:pt idx="4">
                  <c:v>0.42826574</c:v>
                </c:pt>
                <c:pt idx="5">
                  <c:v>0.42649578</c:v>
                </c:pt>
                <c:pt idx="6">
                  <c:v>0.42465849</c:v>
                </c:pt>
                <c:pt idx="7">
                  <c:v>0.42275413</c:v>
                </c:pt>
                <c:pt idx="8">
                  <c:v>0.42078301</c:v>
                </c:pt>
                <c:pt idx="9">
                  <c:v>0.41874545</c:v>
                </c:pt>
                <c:pt idx="10">
                  <c:v>0.41664176</c:v>
                </c:pt>
                <c:pt idx="11">
                  <c:v>0.41447228</c:v>
                </c:pt>
                <c:pt idx="12">
                  <c:v>0.41223735</c:v>
                </c:pt>
                <c:pt idx="13">
                  <c:v>0.40993733</c:v>
                </c:pt>
                <c:pt idx="14">
                  <c:v>0.40757257</c:v>
                </c:pt>
                <c:pt idx="15">
                  <c:v>0.40514345</c:v>
                </c:pt>
                <c:pt idx="16">
                  <c:v>0.40265035</c:v>
                </c:pt>
                <c:pt idx="17">
                  <c:v>0.40009367</c:v>
                </c:pt>
                <c:pt idx="18">
                  <c:v>0.39747381</c:v>
                </c:pt>
                <c:pt idx="19">
                  <c:v>0.39479118</c:v>
                </c:pt>
                <c:pt idx="20">
                  <c:v>0.39204622</c:v>
                </c:pt>
                <c:pt idx="21">
                  <c:v>0.38923934</c:v>
                </c:pt>
                <c:pt idx="22">
                  <c:v>0.386371</c:v>
                </c:pt>
                <c:pt idx="23">
                  <c:v>0.38344164</c:v>
                </c:pt>
                <c:pt idx="24">
                  <c:v>0.38045174</c:v>
                </c:pt>
                <c:pt idx="25">
                  <c:v>0.37740176</c:v>
                </c:pt>
                <c:pt idx="26">
                  <c:v>0.37429218</c:v>
                </c:pt>
                <c:pt idx="27">
                  <c:v>0.37112349</c:v>
                </c:pt>
                <c:pt idx="28">
                  <c:v>0.36789621</c:v>
                </c:pt>
                <c:pt idx="29">
                  <c:v>0.36461082</c:v>
                </c:pt>
                <c:pt idx="30">
                  <c:v>0.36126786</c:v>
                </c:pt>
                <c:pt idx="31">
                  <c:v>0.35786786</c:v>
                </c:pt>
                <c:pt idx="32">
                  <c:v>0.35441134</c:v>
                </c:pt>
                <c:pt idx="33">
                  <c:v>0.35089885</c:v>
                </c:pt>
                <c:pt idx="34">
                  <c:v>0.34733096</c:v>
                </c:pt>
                <c:pt idx="35">
                  <c:v>0.34370821</c:v>
                </c:pt>
                <c:pt idx="36">
                  <c:v>0.34003119</c:v>
                </c:pt>
                <c:pt idx="37">
                  <c:v>0.33630048</c:v>
                </c:pt>
                <c:pt idx="38">
                  <c:v>0.33251666</c:v>
                </c:pt>
                <c:pt idx="39">
                  <c:v>0.32868033</c:v>
                </c:pt>
                <c:pt idx="40">
                  <c:v>0.3247921</c:v>
                </c:pt>
                <c:pt idx="41">
                  <c:v>0.32085258</c:v>
                </c:pt>
                <c:pt idx="42">
                  <c:v>0.3168624</c:v>
                </c:pt>
                <c:pt idx="43">
                  <c:v>0.31282218</c:v>
                </c:pt>
                <c:pt idx="44">
                  <c:v>0.30873256</c:v>
                </c:pt>
                <c:pt idx="45">
                  <c:v>0.30459419</c:v>
                </c:pt>
                <c:pt idx="46">
                  <c:v>0.30040772</c:v>
                </c:pt>
                <c:pt idx="47">
                  <c:v>0.29617381</c:v>
                </c:pt>
                <c:pt idx="48">
                  <c:v>0.29189313</c:v>
                </c:pt>
                <c:pt idx="49">
                  <c:v>0.28756636</c:v>
                </c:pt>
                <c:pt idx="50">
                  <c:v>0.28319418</c:v>
                </c:pt>
                <c:pt idx="51">
                  <c:v>0.27877727</c:v>
                </c:pt>
                <c:pt idx="52">
                  <c:v>0.27431635</c:v>
                </c:pt>
                <c:pt idx="53">
                  <c:v>0.26981211</c:v>
                </c:pt>
                <c:pt idx="54">
                  <c:v>0.26526526</c:v>
                </c:pt>
                <c:pt idx="55">
                  <c:v>0.26067653</c:v>
                </c:pt>
                <c:pt idx="56">
                  <c:v>0.25604663</c:v>
                </c:pt>
                <c:pt idx="57">
                  <c:v>0.2513763</c:v>
                </c:pt>
                <c:pt idx="58">
                  <c:v>0.24666627</c:v>
                </c:pt>
                <c:pt idx="59">
                  <c:v>0.24191729</c:v>
                </c:pt>
                <c:pt idx="60">
                  <c:v>0.23713011</c:v>
                </c:pt>
                <c:pt idx="61">
                  <c:v>0.23230548</c:v>
                </c:pt>
                <c:pt idx="62">
                  <c:v>0.22744417</c:v>
                </c:pt>
                <c:pt idx="63">
                  <c:v>0.22254695</c:v>
                </c:pt>
                <c:pt idx="64">
                  <c:v>0.21761458</c:v>
                </c:pt>
                <c:pt idx="65">
                  <c:v>0.21264784</c:v>
                </c:pt>
                <c:pt idx="66">
                  <c:v>0.20764753</c:v>
                </c:pt>
                <c:pt idx="67">
                  <c:v>0.20261443</c:v>
                </c:pt>
                <c:pt idx="68">
                  <c:v>0.19754933</c:v>
                </c:pt>
                <c:pt idx="69">
                  <c:v>0.19245304</c:v>
                </c:pt>
                <c:pt idx="70">
                  <c:v>0.18732636</c:v>
                </c:pt>
                <c:pt idx="71">
                  <c:v>0.18217009</c:v>
                </c:pt>
                <c:pt idx="72">
                  <c:v>0.17698506</c:v>
                </c:pt>
                <c:pt idx="73">
                  <c:v>0.17177208</c:v>
                </c:pt>
                <c:pt idx="74">
                  <c:v>0.16653198</c:v>
                </c:pt>
                <c:pt idx="75">
                  <c:v>0.16126558</c:v>
                </c:pt>
                <c:pt idx="76">
                  <c:v>0.15597371</c:v>
                </c:pt>
                <c:pt idx="77">
                  <c:v>0.15065721</c:v>
                </c:pt>
                <c:pt idx="78">
                  <c:v>0.14531693</c:v>
                </c:pt>
                <c:pt idx="79">
                  <c:v>0.13995369</c:v>
                </c:pt>
                <c:pt idx="80">
                  <c:v>0.13456836</c:v>
                </c:pt>
                <c:pt idx="81">
                  <c:v>0.12916177</c:v>
                </c:pt>
                <c:pt idx="82">
                  <c:v>0.12373479</c:v>
                </c:pt>
                <c:pt idx="83">
                  <c:v>0.11828827</c:v>
                </c:pt>
                <c:pt idx="84">
                  <c:v>0.11282307</c:v>
                </c:pt>
                <c:pt idx="85">
                  <c:v>0.10734006</c:v>
                </c:pt>
                <c:pt idx="86">
                  <c:v>0.10184009</c:v>
                </c:pt>
                <c:pt idx="87">
                  <c:v>0.09632404</c:v>
                </c:pt>
                <c:pt idx="88">
                  <c:v>0.09079279</c:v>
                </c:pt>
                <c:pt idx="89">
                  <c:v>0.08524719</c:v>
                </c:pt>
                <c:pt idx="90">
                  <c:v>0.07968813</c:v>
                </c:pt>
                <c:pt idx="91">
                  <c:v>0.07411649</c:v>
                </c:pt>
                <c:pt idx="92">
                  <c:v>0.06853315</c:v>
                </c:pt>
                <c:pt idx="93">
                  <c:v>0.06293898</c:v>
                </c:pt>
                <c:pt idx="94">
                  <c:v>0.05733488</c:v>
                </c:pt>
                <c:pt idx="95">
                  <c:v>0.05172172</c:v>
                </c:pt>
                <c:pt idx="96">
                  <c:v>0.04610039</c:v>
                </c:pt>
                <c:pt idx="97">
                  <c:v>0.04047178</c:v>
                </c:pt>
                <c:pt idx="98">
                  <c:v>0.03483679</c:v>
                </c:pt>
                <c:pt idx="99">
                  <c:v>0.02919629</c:v>
                </c:pt>
                <c:pt idx="100">
                  <c:v>0.02355118</c:v>
                </c:pt>
                <c:pt idx="101">
                  <c:v>0.01790235</c:v>
                </c:pt>
                <c:pt idx="102">
                  <c:v>0.0122507</c:v>
                </c:pt>
                <c:pt idx="103">
                  <c:v>0.00659711</c:v>
                </c:pt>
                <c:pt idx="104">
                  <c:v>0.00094248</c:v>
                </c:pt>
                <c:pt idx="105">
                  <c:v>-0.0047123</c:v>
                </c:pt>
                <c:pt idx="106">
                  <c:v>-0.01036634</c:v>
                </c:pt>
                <c:pt idx="107">
                  <c:v>-0.01601874</c:v>
                </c:pt>
                <c:pt idx="108">
                  <c:v>-0.02166861</c:v>
                </c:pt>
                <c:pt idx="109">
                  <c:v>-0.02731505</c:v>
                </c:pt>
                <c:pt idx="110">
                  <c:v>-0.03295719</c:v>
                </c:pt>
                <c:pt idx="111">
                  <c:v>-0.03859412</c:v>
                </c:pt>
                <c:pt idx="112">
                  <c:v>-0.04422495</c:v>
                </c:pt>
                <c:pt idx="113">
                  <c:v>-0.04984881</c:v>
                </c:pt>
                <c:pt idx="114">
                  <c:v>-0.05546479</c:v>
                </c:pt>
                <c:pt idx="115">
                  <c:v>-0.06107201</c:v>
                </c:pt>
                <c:pt idx="116">
                  <c:v>-0.06666959</c:v>
                </c:pt>
                <c:pt idx="117">
                  <c:v>-0.07225663</c:v>
                </c:pt>
                <c:pt idx="118">
                  <c:v>-0.07783227</c:v>
                </c:pt>
                <c:pt idx="119">
                  <c:v>-0.08339562</c:v>
                </c:pt>
                <c:pt idx="120">
                  <c:v>-0.0889458</c:v>
                </c:pt>
                <c:pt idx="121">
                  <c:v>-0.09448194</c:v>
                </c:pt>
                <c:pt idx="122">
                  <c:v>-0.10000315</c:v>
                </c:pt>
                <c:pt idx="123">
                  <c:v>-0.10550857</c:v>
                </c:pt>
                <c:pt idx="124">
                  <c:v>-0.11099734</c:v>
                </c:pt>
                <c:pt idx="125">
                  <c:v>-0.11646857</c:v>
                </c:pt>
                <c:pt idx="126">
                  <c:v>-0.12192141</c:v>
                </c:pt>
                <c:pt idx="127">
                  <c:v>-0.127355</c:v>
                </c:pt>
                <c:pt idx="128">
                  <c:v>-0.13276848</c:v>
                </c:pt>
                <c:pt idx="129">
                  <c:v>-0.13816099</c:v>
                </c:pt>
                <c:pt idx="130">
                  <c:v>-0.14353169</c:v>
                </c:pt>
                <c:pt idx="131">
                  <c:v>-0.14887972</c:v>
                </c:pt>
                <c:pt idx="132">
                  <c:v>-0.15420424</c:v>
                </c:pt>
                <c:pt idx="133">
                  <c:v>-0.15950441</c:v>
                </c:pt>
                <c:pt idx="134">
                  <c:v>-0.16477939</c:v>
                </c:pt>
                <c:pt idx="135">
                  <c:v>-0.17002835</c:v>
                </c:pt>
                <c:pt idx="136">
                  <c:v>-0.17525047</c:v>
                </c:pt>
                <c:pt idx="137">
                  <c:v>-0.1804449</c:v>
                </c:pt>
                <c:pt idx="138">
                  <c:v>-0.18561085</c:v>
                </c:pt>
                <c:pt idx="139">
                  <c:v>-0.19074748</c:v>
                </c:pt>
                <c:pt idx="140">
                  <c:v>-0.19585399</c:v>
                </c:pt>
                <c:pt idx="141">
                  <c:v>-0.20092958</c:v>
                </c:pt>
                <c:pt idx="142">
                  <c:v>-0.20597344</c:v>
                </c:pt>
                <c:pt idx="143">
                  <c:v>-0.21098477</c:v>
                </c:pt>
                <c:pt idx="144">
                  <c:v>-0.21596278</c:v>
                </c:pt>
                <c:pt idx="145">
                  <c:v>-0.22090669</c:v>
                </c:pt>
                <c:pt idx="146">
                  <c:v>-0.22581572</c:v>
                </c:pt>
                <c:pt idx="147">
                  <c:v>-0.23068908</c:v>
                </c:pt>
                <c:pt idx="148">
                  <c:v>-0.23552602</c:v>
                </c:pt>
                <c:pt idx="149">
                  <c:v>-0.24032577</c:v>
                </c:pt>
                <c:pt idx="150">
                  <c:v>-0.24508757</c:v>
                </c:pt>
                <c:pt idx="151">
                  <c:v>-0.24981066</c:v>
                </c:pt>
                <c:pt idx="152">
                  <c:v>-0.25449431</c:v>
                </c:pt>
                <c:pt idx="153">
                  <c:v>-0.25913777</c:v>
                </c:pt>
                <c:pt idx="154">
                  <c:v>-0.2637403</c:v>
                </c:pt>
                <c:pt idx="155">
                  <c:v>-0.26830119</c:v>
                </c:pt>
                <c:pt idx="156">
                  <c:v>-0.27281972</c:v>
                </c:pt>
                <c:pt idx="157">
                  <c:v>-0.27729516</c:v>
                </c:pt>
                <c:pt idx="158">
                  <c:v>-0.28172681</c:v>
                </c:pt>
                <c:pt idx="159">
                  <c:v>-0.28611398</c:v>
                </c:pt>
                <c:pt idx="160">
                  <c:v>-0.29045596</c:v>
                </c:pt>
                <c:pt idx="161">
                  <c:v>-0.29475208</c:v>
                </c:pt>
                <c:pt idx="162">
                  <c:v>-0.29900165</c:v>
                </c:pt>
                <c:pt idx="163">
                  <c:v>-0.30320401</c:v>
                </c:pt>
                <c:pt idx="164">
                  <c:v>-0.30735849</c:v>
                </c:pt>
                <c:pt idx="165">
                  <c:v>-0.31146443</c:v>
                </c:pt>
                <c:pt idx="166">
                  <c:v>-0.31552119</c:v>
                </c:pt>
                <c:pt idx="167">
                  <c:v>-0.31952812</c:v>
                </c:pt>
                <c:pt idx="168">
                  <c:v>-0.3234846</c:v>
                </c:pt>
                <c:pt idx="169">
                  <c:v>-0.32738999</c:v>
                </c:pt>
                <c:pt idx="170">
                  <c:v>-0.33124369</c:v>
                </c:pt>
                <c:pt idx="171">
                  <c:v>-0.33504508</c:v>
                </c:pt>
                <c:pt idx="172">
                  <c:v>-0.33879356</c:v>
                </c:pt>
                <c:pt idx="173">
                  <c:v>-0.34248854</c:v>
                </c:pt>
                <c:pt idx="174">
                  <c:v>-0.34612944</c:v>
                </c:pt>
                <c:pt idx="175">
                  <c:v>-0.34971568</c:v>
                </c:pt>
                <c:pt idx="176">
                  <c:v>-0.3532467</c:v>
                </c:pt>
                <c:pt idx="177">
                  <c:v>-0.35672194</c:v>
                </c:pt>
                <c:pt idx="178">
                  <c:v>-0.36014084</c:v>
                </c:pt>
                <c:pt idx="179">
                  <c:v>-0.36350287</c:v>
                </c:pt>
                <c:pt idx="180">
                  <c:v>-0.36680751</c:v>
                </c:pt>
                <c:pt idx="181">
                  <c:v>-0.37005422</c:v>
                </c:pt>
                <c:pt idx="182">
                  <c:v>-0.37324249</c:v>
                </c:pt>
                <c:pt idx="183">
                  <c:v>-0.37637183</c:v>
                </c:pt>
                <c:pt idx="184">
                  <c:v>-0.37944173</c:v>
                </c:pt>
                <c:pt idx="185">
                  <c:v>-0.38245171</c:v>
                </c:pt>
                <c:pt idx="186">
                  <c:v>-0.3854013</c:v>
                </c:pt>
                <c:pt idx="187">
                  <c:v>-0.38829003</c:v>
                </c:pt>
                <c:pt idx="188">
                  <c:v>-0.39111745</c:v>
                </c:pt>
                <c:pt idx="189">
                  <c:v>-0.3938831</c:v>
                </c:pt>
                <c:pt idx="190">
                  <c:v>-0.39658655</c:v>
                </c:pt>
                <c:pt idx="191">
                  <c:v>-0.39922738</c:v>
                </c:pt>
                <c:pt idx="192">
                  <c:v>-0.40180517</c:v>
                </c:pt>
                <c:pt idx="193">
                  <c:v>-0.4043195</c:v>
                </c:pt>
                <c:pt idx="194">
                  <c:v>-0.40676999</c:v>
                </c:pt>
                <c:pt idx="195">
                  <c:v>-0.40915625</c:v>
                </c:pt>
                <c:pt idx="196">
                  <c:v>-0.41147789</c:v>
                </c:pt>
                <c:pt idx="197">
                  <c:v>-0.41373456</c:v>
                </c:pt>
                <c:pt idx="198">
                  <c:v>-0.4159259</c:v>
                </c:pt>
                <c:pt idx="199">
                  <c:v>-0.41805155</c:v>
                </c:pt>
                <c:pt idx="200">
                  <c:v>-0.42011119</c:v>
                </c:pt>
                <c:pt idx="201">
                  <c:v>-0.42210449</c:v>
                </c:pt>
                <c:pt idx="202">
                  <c:v>-0.42403114</c:v>
                </c:pt>
                <c:pt idx="203">
                  <c:v>-0.42589082</c:v>
                </c:pt>
                <c:pt idx="204">
                  <c:v>-0.42768325</c:v>
                </c:pt>
                <c:pt idx="205">
                  <c:v>-0.42940815</c:v>
                </c:pt>
                <c:pt idx="206">
                  <c:v>-0.43106523</c:v>
                </c:pt>
                <c:pt idx="207">
                  <c:v>-0.43265425</c:v>
                </c:pt>
                <c:pt idx="208">
                  <c:v>-0.43417495</c:v>
                </c:pt>
                <c:pt idx="209">
                  <c:v>-0.43562708</c:v>
                </c:pt>
                <c:pt idx="210">
                  <c:v>-0.43701043</c:v>
                </c:pt>
                <c:pt idx="211">
                  <c:v>-0.43832476</c:v>
                </c:pt>
                <c:pt idx="212">
                  <c:v>-0.43956988</c:v>
                </c:pt>
                <c:pt idx="213">
                  <c:v>-0.44074558</c:v>
                </c:pt>
                <c:pt idx="214">
                  <c:v>-0.44185169</c:v>
                </c:pt>
                <c:pt idx="215">
                  <c:v>-0.44288802</c:v>
                </c:pt>
                <c:pt idx="216">
                  <c:v>-0.44385442</c:v>
                </c:pt>
                <c:pt idx="217">
                  <c:v>-0.44475073</c:v>
                </c:pt>
                <c:pt idx="218">
                  <c:v>-0.4455768</c:v>
                </c:pt>
                <c:pt idx="219">
                  <c:v>-0.44633251</c:v>
                </c:pt>
                <c:pt idx="220">
                  <c:v>-0.44701774</c:v>
                </c:pt>
                <c:pt idx="221">
                  <c:v>-0.44763239</c:v>
                </c:pt>
                <c:pt idx="222">
                  <c:v>-0.44817634</c:v>
                </c:pt>
                <c:pt idx="223">
                  <c:v>-0.44864953</c:v>
                </c:pt>
                <c:pt idx="224">
                  <c:v>-0.44905186</c:v>
                </c:pt>
                <c:pt idx="225">
                  <c:v>-0.44938329</c:v>
                </c:pt>
                <c:pt idx="226">
                  <c:v>-0.44964375</c:v>
                </c:pt>
                <c:pt idx="227">
                  <c:v>-0.44983321</c:v>
                </c:pt>
                <c:pt idx="228">
                  <c:v>-0.44995164</c:v>
                </c:pt>
                <c:pt idx="229">
                  <c:v>-0.44999901</c:v>
                </c:pt>
                <c:pt idx="230">
                  <c:v>-0.44997533</c:v>
                </c:pt>
                <c:pt idx="231">
                  <c:v>-0.44988058</c:v>
                </c:pt>
                <c:pt idx="232">
                  <c:v>-0.4497148</c:v>
                </c:pt>
                <c:pt idx="233">
                  <c:v>-0.449478</c:v>
                </c:pt>
                <c:pt idx="234">
                  <c:v>-0.44917022</c:v>
                </c:pt>
                <c:pt idx="235">
                  <c:v>-0.44879151</c:v>
                </c:pt>
                <c:pt idx="236">
                  <c:v>-0.44834194</c:v>
                </c:pt>
                <c:pt idx="237">
                  <c:v>-0.44782156</c:v>
                </c:pt>
                <c:pt idx="238">
                  <c:v>-0.44723047</c:v>
                </c:pt>
                <c:pt idx="239">
                  <c:v>-0.44656876</c:v>
                </c:pt>
                <c:pt idx="240">
                  <c:v>-0.44583653</c:v>
                </c:pt>
                <c:pt idx="241">
                  <c:v>-0.44503389</c:v>
                </c:pt>
                <c:pt idx="242">
                  <c:v>-0.44416098</c:v>
                </c:pt>
                <c:pt idx="243">
                  <c:v>-0.44321793</c:v>
                </c:pt>
                <c:pt idx="244">
                  <c:v>-0.4422049</c:v>
                </c:pt>
                <c:pt idx="245">
                  <c:v>-0.44112203</c:v>
                </c:pt>
                <c:pt idx="246">
                  <c:v>-0.4399695</c:v>
                </c:pt>
                <c:pt idx="247">
                  <c:v>-0.4387475</c:v>
                </c:pt>
                <c:pt idx="248">
                  <c:v>-0.43745622</c:v>
                </c:pt>
                <c:pt idx="249">
                  <c:v>-0.43609585</c:v>
                </c:pt>
                <c:pt idx="250">
                  <c:v>-0.43466662</c:v>
                </c:pt>
                <c:pt idx="251">
                  <c:v>-0.43316875</c:v>
                </c:pt>
                <c:pt idx="252">
                  <c:v>-0.43160248</c:v>
                </c:pt>
                <c:pt idx="253">
                  <c:v>-0.42996806</c:v>
                </c:pt>
                <c:pt idx="254">
                  <c:v>-0.42826574</c:v>
                </c:pt>
                <c:pt idx="255">
                  <c:v>-0.42649578</c:v>
                </c:pt>
                <c:pt idx="256">
                  <c:v>-0.42465849</c:v>
                </c:pt>
                <c:pt idx="257">
                  <c:v>-0.42275413</c:v>
                </c:pt>
                <c:pt idx="258">
                  <c:v>-0.42078301</c:v>
                </c:pt>
                <c:pt idx="259">
                  <c:v>-0.41874545</c:v>
                </c:pt>
                <c:pt idx="260">
                  <c:v>-0.41664176</c:v>
                </c:pt>
                <c:pt idx="261">
                  <c:v>-0.41447228</c:v>
                </c:pt>
                <c:pt idx="262">
                  <c:v>-0.41223735</c:v>
                </c:pt>
                <c:pt idx="263">
                  <c:v>-0.40993733</c:v>
                </c:pt>
                <c:pt idx="264">
                  <c:v>-0.40757257</c:v>
                </c:pt>
                <c:pt idx="265">
                  <c:v>-0.40514345</c:v>
                </c:pt>
                <c:pt idx="266">
                  <c:v>-0.40265035</c:v>
                </c:pt>
                <c:pt idx="267">
                  <c:v>-0.40009367</c:v>
                </c:pt>
                <c:pt idx="268">
                  <c:v>-0.39747381</c:v>
                </c:pt>
                <c:pt idx="269">
                  <c:v>-0.39479118</c:v>
                </c:pt>
                <c:pt idx="270">
                  <c:v>-0.39204622</c:v>
                </c:pt>
                <c:pt idx="271">
                  <c:v>-0.38923934</c:v>
                </c:pt>
                <c:pt idx="272">
                  <c:v>-0.386371</c:v>
                </c:pt>
                <c:pt idx="273">
                  <c:v>-0.38344164</c:v>
                </c:pt>
                <c:pt idx="274">
                  <c:v>-0.38045174</c:v>
                </c:pt>
                <c:pt idx="275">
                  <c:v>-0.37740176</c:v>
                </c:pt>
                <c:pt idx="276">
                  <c:v>-0.37429218</c:v>
                </c:pt>
                <c:pt idx="277">
                  <c:v>-0.37112349</c:v>
                </c:pt>
                <c:pt idx="278">
                  <c:v>-0.36789621</c:v>
                </c:pt>
                <c:pt idx="279">
                  <c:v>-0.36461082</c:v>
                </c:pt>
                <c:pt idx="280">
                  <c:v>-0.36126786</c:v>
                </c:pt>
                <c:pt idx="281">
                  <c:v>-0.35786786</c:v>
                </c:pt>
                <c:pt idx="282">
                  <c:v>-0.35441134</c:v>
                </c:pt>
                <c:pt idx="283">
                  <c:v>-0.35089885</c:v>
                </c:pt>
                <c:pt idx="284">
                  <c:v>-0.34733096</c:v>
                </c:pt>
                <c:pt idx="285">
                  <c:v>-0.34370821</c:v>
                </c:pt>
                <c:pt idx="286">
                  <c:v>-0.34003119</c:v>
                </c:pt>
                <c:pt idx="287">
                  <c:v>-0.33630048</c:v>
                </c:pt>
                <c:pt idx="288">
                  <c:v>-0.33251666</c:v>
                </c:pt>
                <c:pt idx="289">
                  <c:v>-0.32868033</c:v>
                </c:pt>
                <c:pt idx="290">
                  <c:v>-0.3247921</c:v>
                </c:pt>
                <c:pt idx="291">
                  <c:v>-0.32085258</c:v>
                </c:pt>
                <c:pt idx="292">
                  <c:v>-0.3168624</c:v>
                </c:pt>
                <c:pt idx="293">
                  <c:v>-0.31282218</c:v>
                </c:pt>
                <c:pt idx="294">
                  <c:v>-0.30873256</c:v>
                </c:pt>
                <c:pt idx="295">
                  <c:v>-0.30459419</c:v>
                </c:pt>
                <c:pt idx="296">
                  <c:v>-0.30040772</c:v>
                </c:pt>
                <c:pt idx="297">
                  <c:v>-0.29617381</c:v>
                </c:pt>
                <c:pt idx="298">
                  <c:v>-0.29189313</c:v>
                </c:pt>
                <c:pt idx="299">
                  <c:v>-0.28756636</c:v>
                </c:pt>
                <c:pt idx="300">
                  <c:v>-0.28319418</c:v>
                </c:pt>
                <c:pt idx="301">
                  <c:v>-0.27877727</c:v>
                </c:pt>
                <c:pt idx="302">
                  <c:v>-0.27431635</c:v>
                </c:pt>
                <c:pt idx="303">
                  <c:v>-0.26981211</c:v>
                </c:pt>
                <c:pt idx="304">
                  <c:v>-0.26526526</c:v>
                </c:pt>
                <c:pt idx="305">
                  <c:v>-0.26067653</c:v>
                </c:pt>
                <c:pt idx="306">
                  <c:v>-0.25604663</c:v>
                </c:pt>
                <c:pt idx="307">
                  <c:v>-0.2513763</c:v>
                </c:pt>
                <c:pt idx="308">
                  <c:v>-0.24666627</c:v>
                </c:pt>
                <c:pt idx="309">
                  <c:v>-0.24191729</c:v>
                </c:pt>
                <c:pt idx="310">
                  <c:v>-0.23713011</c:v>
                </c:pt>
                <c:pt idx="311">
                  <c:v>-0.23230548</c:v>
                </c:pt>
                <c:pt idx="312">
                  <c:v>-0.22744417</c:v>
                </c:pt>
                <c:pt idx="313">
                  <c:v>-0.22254695</c:v>
                </c:pt>
                <c:pt idx="314">
                  <c:v>-0.21761458</c:v>
                </c:pt>
                <c:pt idx="315">
                  <c:v>-0.21264784</c:v>
                </c:pt>
                <c:pt idx="316">
                  <c:v>-0.20764753</c:v>
                </c:pt>
                <c:pt idx="317">
                  <c:v>-0.20261443</c:v>
                </c:pt>
                <c:pt idx="318">
                  <c:v>-0.19754933</c:v>
                </c:pt>
                <c:pt idx="319">
                  <c:v>-0.19245304</c:v>
                </c:pt>
                <c:pt idx="320">
                  <c:v>-0.18732636</c:v>
                </c:pt>
                <c:pt idx="321">
                  <c:v>-0.18217009</c:v>
                </c:pt>
                <c:pt idx="322">
                  <c:v>-0.17698506</c:v>
                </c:pt>
                <c:pt idx="323">
                  <c:v>-0.17177208</c:v>
                </c:pt>
                <c:pt idx="324">
                  <c:v>-0.16653198</c:v>
                </c:pt>
                <c:pt idx="325">
                  <c:v>-0.16126558</c:v>
                </c:pt>
                <c:pt idx="326">
                  <c:v>-0.15597371</c:v>
                </c:pt>
                <c:pt idx="327">
                  <c:v>-0.15065721</c:v>
                </c:pt>
                <c:pt idx="328">
                  <c:v>-0.14531693</c:v>
                </c:pt>
                <c:pt idx="329">
                  <c:v>-0.13995369</c:v>
                </c:pt>
                <c:pt idx="330">
                  <c:v>-0.13456836</c:v>
                </c:pt>
                <c:pt idx="331">
                  <c:v>-0.12916177</c:v>
                </c:pt>
                <c:pt idx="332">
                  <c:v>-0.12373479</c:v>
                </c:pt>
                <c:pt idx="333">
                  <c:v>-0.11828827</c:v>
                </c:pt>
                <c:pt idx="334">
                  <c:v>-0.11282307</c:v>
                </c:pt>
                <c:pt idx="335">
                  <c:v>-0.10734006</c:v>
                </c:pt>
                <c:pt idx="336">
                  <c:v>-0.10184009</c:v>
                </c:pt>
                <c:pt idx="337">
                  <c:v>-0.09632404</c:v>
                </c:pt>
                <c:pt idx="338">
                  <c:v>-0.09079279</c:v>
                </c:pt>
                <c:pt idx="339">
                  <c:v>-0.08524719</c:v>
                </c:pt>
                <c:pt idx="340">
                  <c:v>-0.07968813</c:v>
                </c:pt>
                <c:pt idx="341">
                  <c:v>-0.07411649</c:v>
                </c:pt>
                <c:pt idx="342">
                  <c:v>-0.06853315</c:v>
                </c:pt>
                <c:pt idx="343">
                  <c:v>-0.06293898</c:v>
                </c:pt>
                <c:pt idx="344">
                  <c:v>-0.05733488</c:v>
                </c:pt>
                <c:pt idx="345">
                  <c:v>-0.05172172</c:v>
                </c:pt>
                <c:pt idx="346">
                  <c:v>-0.04610039</c:v>
                </c:pt>
                <c:pt idx="347">
                  <c:v>-0.04047178</c:v>
                </c:pt>
                <c:pt idx="348">
                  <c:v>-0.03483679</c:v>
                </c:pt>
                <c:pt idx="349">
                  <c:v>-0.02919629</c:v>
                </c:pt>
                <c:pt idx="350">
                  <c:v>-0.02355118</c:v>
                </c:pt>
                <c:pt idx="351">
                  <c:v>-0.01790235</c:v>
                </c:pt>
                <c:pt idx="352">
                  <c:v>-0.0122507</c:v>
                </c:pt>
                <c:pt idx="353">
                  <c:v>-0.00659711</c:v>
                </c:pt>
                <c:pt idx="354">
                  <c:v>-0.00094248</c:v>
                </c:pt>
                <c:pt idx="355">
                  <c:v>0.0047123</c:v>
                </c:pt>
                <c:pt idx="356">
                  <c:v>0.01036634</c:v>
                </c:pt>
                <c:pt idx="357">
                  <c:v>0.01601874</c:v>
                </c:pt>
                <c:pt idx="358">
                  <c:v>0.02166861</c:v>
                </c:pt>
                <c:pt idx="359">
                  <c:v>0.02731505</c:v>
                </c:pt>
                <c:pt idx="360">
                  <c:v>0.03295719</c:v>
                </c:pt>
                <c:pt idx="361">
                  <c:v>0.03859412</c:v>
                </c:pt>
                <c:pt idx="362">
                  <c:v>0.04422495</c:v>
                </c:pt>
                <c:pt idx="363">
                  <c:v>0.04984881</c:v>
                </c:pt>
                <c:pt idx="364">
                  <c:v>0.05546479</c:v>
                </c:pt>
                <c:pt idx="365">
                  <c:v>0.06107201</c:v>
                </c:pt>
                <c:pt idx="366">
                  <c:v>0.06666959</c:v>
                </c:pt>
                <c:pt idx="367">
                  <c:v>0.07225663</c:v>
                </c:pt>
                <c:pt idx="368">
                  <c:v>0.07783227</c:v>
                </c:pt>
                <c:pt idx="369">
                  <c:v>0.08339562</c:v>
                </c:pt>
                <c:pt idx="370">
                  <c:v>0.0889458</c:v>
                </c:pt>
                <c:pt idx="371">
                  <c:v>0.09448194</c:v>
                </c:pt>
                <c:pt idx="372">
                  <c:v>0.10000315</c:v>
                </c:pt>
                <c:pt idx="373">
                  <c:v>0.10550857</c:v>
                </c:pt>
                <c:pt idx="374">
                  <c:v>0.11099734</c:v>
                </c:pt>
                <c:pt idx="375">
                  <c:v>0.11646857</c:v>
                </c:pt>
                <c:pt idx="376">
                  <c:v>0.12192141</c:v>
                </c:pt>
                <c:pt idx="377">
                  <c:v>0.127355</c:v>
                </c:pt>
                <c:pt idx="378">
                  <c:v>0.13276848</c:v>
                </c:pt>
                <c:pt idx="379">
                  <c:v>0.13816099</c:v>
                </c:pt>
                <c:pt idx="380">
                  <c:v>0.14353169</c:v>
                </c:pt>
                <c:pt idx="381">
                  <c:v>0.14887972</c:v>
                </c:pt>
                <c:pt idx="382">
                  <c:v>0.15420424</c:v>
                </c:pt>
                <c:pt idx="383">
                  <c:v>0.15950441</c:v>
                </c:pt>
                <c:pt idx="384">
                  <c:v>0.16477939</c:v>
                </c:pt>
                <c:pt idx="385">
                  <c:v>0.17002835</c:v>
                </c:pt>
                <c:pt idx="386">
                  <c:v>0.17525047</c:v>
                </c:pt>
                <c:pt idx="387">
                  <c:v>0.1804449</c:v>
                </c:pt>
                <c:pt idx="388">
                  <c:v>0.18561085</c:v>
                </c:pt>
                <c:pt idx="389">
                  <c:v>0.19074748</c:v>
                </c:pt>
                <c:pt idx="390">
                  <c:v>0.19585399</c:v>
                </c:pt>
                <c:pt idx="391">
                  <c:v>0.20092958</c:v>
                </c:pt>
                <c:pt idx="392">
                  <c:v>0.20597344</c:v>
                </c:pt>
                <c:pt idx="393">
                  <c:v>0.21098477</c:v>
                </c:pt>
                <c:pt idx="394">
                  <c:v>0.21596278</c:v>
                </c:pt>
                <c:pt idx="395">
                  <c:v>0.22090669</c:v>
                </c:pt>
                <c:pt idx="396">
                  <c:v>0.22581572</c:v>
                </c:pt>
                <c:pt idx="397">
                  <c:v>0.23068908</c:v>
                </c:pt>
                <c:pt idx="398">
                  <c:v>0.23552602</c:v>
                </c:pt>
                <c:pt idx="399">
                  <c:v>0.24032577</c:v>
                </c:pt>
                <c:pt idx="400">
                  <c:v>0.24508757</c:v>
                </c:pt>
                <c:pt idx="401">
                  <c:v>0.24981066</c:v>
                </c:pt>
                <c:pt idx="402">
                  <c:v>0.25449431</c:v>
                </c:pt>
                <c:pt idx="403">
                  <c:v>0.25913777</c:v>
                </c:pt>
                <c:pt idx="404">
                  <c:v>0.2637403</c:v>
                </c:pt>
                <c:pt idx="405">
                  <c:v>0.26830119</c:v>
                </c:pt>
                <c:pt idx="406">
                  <c:v>0.27281972</c:v>
                </c:pt>
                <c:pt idx="407">
                  <c:v>0.27729516</c:v>
                </c:pt>
                <c:pt idx="408">
                  <c:v>0.28172681</c:v>
                </c:pt>
                <c:pt idx="409">
                  <c:v>0.28611398</c:v>
                </c:pt>
                <c:pt idx="410">
                  <c:v>0.29045596</c:v>
                </c:pt>
                <c:pt idx="411">
                  <c:v>0.29475208</c:v>
                </c:pt>
                <c:pt idx="412">
                  <c:v>0.29900165</c:v>
                </c:pt>
                <c:pt idx="413">
                  <c:v>0.30320401</c:v>
                </c:pt>
                <c:pt idx="414">
                  <c:v>0.30735849</c:v>
                </c:pt>
                <c:pt idx="415">
                  <c:v>0.31146443</c:v>
                </c:pt>
                <c:pt idx="416">
                  <c:v>0.31552119</c:v>
                </c:pt>
                <c:pt idx="417">
                  <c:v>0.31952812</c:v>
                </c:pt>
                <c:pt idx="418">
                  <c:v>0.3234846</c:v>
                </c:pt>
                <c:pt idx="419">
                  <c:v>0.32738999</c:v>
                </c:pt>
                <c:pt idx="420">
                  <c:v>0.33124369</c:v>
                </c:pt>
                <c:pt idx="421">
                  <c:v>0.33504508</c:v>
                </c:pt>
                <c:pt idx="422">
                  <c:v>0.33879356</c:v>
                </c:pt>
                <c:pt idx="423">
                  <c:v>0.34248854</c:v>
                </c:pt>
                <c:pt idx="424">
                  <c:v>0.34612944</c:v>
                </c:pt>
                <c:pt idx="425">
                  <c:v>0.34971568</c:v>
                </c:pt>
                <c:pt idx="426">
                  <c:v>0.3532467</c:v>
                </c:pt>
                <c:pt idx="427">
                  <c:v>0.35672194</c:v>
                </c:pt>
                <c:pt idx="428">
                  <c:v>0.36014084</c:v>
                </c:pt>
                <c:pt idx="429">
                  <c:v>0.36350287</c:v>
                </c:pt>
                <c:pt idx="430">
                  <c:v>0.36680751</c:v>
                </c:pt>
                <c:pt idx="431">
                  <c:v>0.37005422</c:v>
                </c:pt>
                <c:pt idx="432">
                  <c:v>0.37324249</c:v>
                </c:pt>
                <c:pt idx="433">
                  <c:v>0.37637183</c:v>
                </c:pt>
                <c:pt idx="434">
                  <c:v>0.37944173</c:v>
                </c:pt>
                <c:pt idx="435">
                  <c:v>0.38245171</c:v>
                </c:pt>
                <c:pt idx="436">
                  <c:v>0.3854013</c:v>
                </c:pt>
                <c:pt idx="437">
                  <c:v>0.38829003</c:v>
                </c:pt>
                <c:pt idx="438">
                  <c:v>0.39111745</c:v>
                </c:pt>
                <c:pt idx="439">
                  <c:v>0.3938831</c:v>
                </c:pt>
                <c:pt idx="440">
                  <c:v>0.39658655</c:v>
                </c:pt>
                <c:pt idx="441">
                  <c:v>0.39922738</c:v>
                </c:pt>
                <c:pt idx="442">
                  <c:v>0.40180517</c:v>
                </c:pt>
                <c:pt idx="443">
                  <c:v>0.4043195</c:v>
                </c:pt>
                <c:pt idx="444">
                  <c:v>0.40676999</c:v>
                </c:pt>
                <c:pt idx="445">
                  <c:v>0.40915625</c:v>
                </c:pt>
                <c:pt idx="446">
                  <c:v>0.41147789</c:v>
                </c:pt>
                <c:pt idx="447">
                  <c:v>0.41373456</c:v>
                </c:pt>
                <c:pt idx="448">
                  <c:v>0.4159259</c:v>
                </c:pt>
                <c:pt idx="449">
                  <c:v>0.41805155</c:v>
                </c:pt>
                <c:pt idx="450">
                  <c:v>0.42011119</c:v>
                </c:pt>
                <c:pt idx="451">
                  <c:v>0.42210449</c:v>
                </c:pt>
                <c:pt idx="452">
                  <c:v>0.42403114</c:v>
                </c:pt>
                <c:pt idx="453">
                  <c:v>0.42589082</c:v>
                </c:pt>
                <c:pt idx="454">
                  <c:v>0.42768325</c:v>
                </c:pt>
                <c:pt idx="455">
                  <c:v>0.42940815</c:v>
                </c:pt>
                <c:pt idx="456">
                  <c:v>0.43106523</c:v>
                </c:pt>
                <c:pt idx="457">
                  <c:v>0.43265425</c:v>
                </c:pt>
                <c:pt idx="458">
                  <c:v>0.43417495</c:v>
                </c:pt>
                <c:pt idx="459">
                  <c:v>0.43562708</c:v>
                </c:pt>
                <c:pt idx="460">
                  <c:v>0.43701043</c:v>
                </c:pt>
                <c:pt idx="461">
                  <c:v>0.43832476</c:v>
                </c:pt>
                <c:pt idx="462">
                  <c:v>0.43956988</c:v>
                </c:pt>
                <c:pt idx="463">
                  <c:v>0.44074558</c:v>
                </c:pt>
                <c:pt idx="464">
                  <c:v>0.44185169</c:v>
                </c:pt>
                <c:pt idx="465">
                  <c:v>0.44288802</c:v>
                </c:pt>
                <c:pt idx="466">
                  <c:v>0.44385442</c:v>
                </c:pt>
                <c:pt idx="467">
                  <c:v>0.44475073</c:v>
                </c:pt>
                <c:pt idx="468">
                  <c:v>0.4455768</c:v>
                </c:pt>
                <c:pt idx="469">
                  <c:v>0.44633251</c:v>
                </c:pt>
                <c:pt idx="470">
                  <c:v>0.44701774</c:v>
                </c:pt>
                <c:pt idx="471">
                  <c:v>0.44763239</c:v>
                </c:pt>
                <c:pt idx="472">
                  <c:v>0.44817634</c:v>
                </c:pt>
                <c:pt idx="473">
                  <c:v>0.44864953</c:v>
                </c:pt>
                <c:pt idx="474">
                  <c:v>0.44905186</c:v>
                </c:pt>
                <c:pt idx="475">
                  <c:v>0.44938329</c:v>
                </c:pt>
                <c:pt idx="476">
                  <c:v>0.44964375</c:v>
                </c:pt>
                <c:pt idx="477">
                  <c:v>0.44983321</c:v>
                </c:pt>
                <c:pt idx="478">
                  <c:v>0.44995164</c:v>
                </c:pt>
                <c:pt idx="479">
                  <c:v>0.44999901</c:v>
                </c:pt>
                <c:pt idx="480">
                  <c:v>0.44997533</c:v>
                </c:pt>
                <c:pt idx="481">
                  <c:v>0.44988058</c:v>
                </c:pt>
                <c:pt idx="482">
                  <c:v>0.4497148</c:v>
                </c:pt>
                <c:pt idx="483">
                  <c:v>0.449478</c:v>
                </c:pt>
                <c:pt idx="484">
                  <c:v>0.44917022</c:v>
                </c:pt>
                <c:pt idx="485">
                  <c:v>0.44879151</c:v>
                </c:pt>
                <c:pt idx="486">
                  <c:v>0.44834194</c:v>
                </c:pt>
                <c:pt idx="487">
                  <c:v>0.44782156</c:v>
                </c:pt>
                <c:pt idx="488">
                  <c:v>0.44723047</c:v>
                </c:pt>
                <c:pt idx="489">
                  <c:v>0.44656876</c:v>
                </c:pt>
                <c:pt idx="490">
                  <c:v>0.44583653</c:v>
                </c:pt>
                <c:pt idx="491">
                  <c:v>0.44503389</c:v>
                </c:pt>
                <c:pt idx="492">
                  <c:v>0.44416098</c:v>
                </c:pt>
                <c:pt idx="493">
                  <c:v>0.44321793</c:v>
                </c:pt>
                <c:pt idx="494">
                  <c:v>0.4422049</c:v>
                </c:pt>
                <c:pt idx="495">
                  <c:v>0.44112203</c:v>
                </c:pt>
                <c:pt idx="496">
                  <c:v>0.4399695</c:v>
                </c:pt>
                <c:pt idx="497">
                  <c:v>0.4387475</c:v>
                </c:pt>
                <c:pt idx="498">
                  <c:v>0.43745622</c:v>
                </c:pt>
                <c:pt idx="499">
                  <c:v>0.43609585</c:v>
                </c:pt>
                <c:pt idx="500">
                  <c:v>0.43466662</c:v>
                </c:pt>
                <c:pt idx="501">
                  <c:v>0.43316875</c:v>
                </c:pt>
                <c:pt idx="502">
                  <c:v>0.43160248</c:v>
                </c:pt>
                <c:pt idx="503">
                  <c:v>0.42996806</c:v>
                </c:pt>
                <c:pt idx="504">
                  <c:v>0.42826574</c:v>
                </c:pt>
                <c:pt idx="505">
                  <c:v>0.42649578</c:v>
                </c:pt>
                <c:pt idx="506">
                  <c:v>0.42465849</c:v>
                </c:pt>
                <c:pt idx="507">
                  <c:v>0.42275413</c:v>
                </c:pt>
                <c:pt idx="508">
                  <c:v>0.42078301</c:v>
                </c:pt>
                <c:pt idx="509">
                  <c:v>0.41874545</c:v>
                </c:pt>
                <c:pt idx="510">
                  <c:v>0.41664176</c:v>
                </c:pt>
                <c:pt idx="511">
                  <c:v>0.41447228</c:v>
                </c:pt>
                <c:pt idx="512">
                  <c:v>0.41223735</c:v>
                </c:pt>
                <c:pt idx="513">
                  <c:v>0.40993733</c:v>
                </c:pt>
                <c:pt idx="514">
                  <c:v>0.40757257</c:v>
                </c:pt>
                <c:pt idx="515">
                  <c:v>0.40514345</c:v>
                </c:pt>
                <c:pt idx="516">
                  <c:v>0.40265035</c:v>
                </c:pt>
                <c:pt idx="517">
                  <c:v>0.40009367</c:v>
                </c:pt>
                <c:pt idx="518">
                  <c:v>0.39747381</c:v>
                </c:pt>
                <c:pt idx="519">
                  <c:v>0.39479118</c:v>
                </c:pt>
                <c:pt idx="520">
                  <c:v>0.39204622</c:v>
                </c:pt>
                <c:pt idx="521">
                  <c:v>0.38923934</c:v>
                </c:pt>
                <c:pt idx="522">
                  <c:v>0.386371</c:v>
                </c:pt>
                <c:pt idx="523">
                  <c:v>0.38344164</c:v>
                </c:pt>
                <c:pt idx="524">
                  <c:v>0.38045174</c:v>
                </c:pt>
                <c:pt idx="525">
                  <c:v>0.37740176</c:v>
                </c:pt>
                <c:pt idx="526">
                  <c:v>0.37429218</c:v>
                </c:pt>
                <c:pt idx="527">
                  <c:v>0.37112349</c:v>
                </c:pt>
                <c:pt idx="528">
                  <c:v>0.36789621</c:v>
                </c:pt>
                <c:pt idx="529">
                  <c:v>0.36461082</c:v>
                </c:pt>
                <c:pt idx="530">
                  <c:v>0.36126786</c:v>
                </c:pt>
                <c:pt idx="531">
                  <c:v>0.35786786</c:v>
                </c:pt>
                <c:pt idx="532">
                  <c:v>0.35441134</c:v>
                </c:pt>
                <c:pt idx="533">
                  <c:v>0.35089885</c:v>
                </c:pt>
                <c:pt idx="534">
                  <c:v>0.34733096</c:v>
                </c:pt>
                <c:pt idx="535">
                  <c:v>0.34370821</c:v>
                </c:pt>
                <c:pt idx="536">
                  <c:v>0.34003119</c:v>
                </c:pt>
                <c:pt idx="537">
                  <c:v>0.33630048</c:v>
                </c:pt>
                <c:pt idx="538">
                  <c:v>0.33251666</c:v>
                </c:pt>
                <c:pt idx="539">
                  <c:v>0.32868033</c:v>
                </c:pt>
                <c:pt idx="540">
                  <c:v>0.3247921</c:v>
                </c:pt>
                <c:pt idx="541">
                  <c:v>0.32085258</c:v>
                </c:pt>
                <c:pt idx="542">
                  <c:v>0.3168624</c:v>
                </c:pt>
                <c:pt idx="543">
                  <c:v>0.31282218</c:v>
                </c:pt>
                <c:pt idx="544">
                  <c:v>0.30873256</c:v>
                </c:pt>
                <c:pt idx="545">
                  <c:v>0.30459419</c:v>
                </c:pt>
                <c:pt idx="546">
                  <c:v>0.30040772</c:v>
                </c:pt>
                <c:pt idx="547">
                  <c:v>0.29617381</c:v>
                </c:pt>
                <c:pt idx="548">
                  <c:v>0.29189313</c:v>
                </c:pt>
                <c:pt idx="549">
                  <c:v>0.28756636</c:v>
                </c:pt>
                <c:pt idx="550">
                  <c:v>0.28319418</c:v>
                </c:pt>
                <c:pt idx="551">
                  <c:v>0.27877727</c:v>
                </c:pt>
                <c:pt idx="552">
                  <c:v>0.27431635</c:v>
                </c:pt>
                <c:pt idx="553">
                  <c:v>0.26981211</c:v>
                </c:pt>
                <c:pt idx="554">
                  <c:v>0.26526526</c:v>
                </c:pt>
                <c:pt idx="555">
                  <c:v>0.26067653</c:v>
                </c:pt>
                <c:pt idx="556">
                  <c:v>0.25604663</c:v>
                </c:pt>
                <c:pt idx="557">
                  <c:v>0.2513763</c:v>
                </c:pt>
                <c:pt idx="558">
                  <c:v>0.24666627</c:v>
                </c:pt>
                <c:pt idx="559">
                  <c:v>0.24191729</c:v>
                </c:pt>
                <c:pt idx="560">
                  <c:v>0.23713011</c:v>
                </c:pt>
                <c:pt idx="561">
                  <c:v>0.23230548</c:v>
                </c:pt>
                <c:pt idx="562">
                  <c:v>0.22744417</c:v>
                </c:pt>
                <c:pt idx="563">
                  <c:v>0.22254695</c:v>
                </c:pt>
                <c:pt idx="564">
                  <c:v>0.21761458</c:v>
                </c:pt>
                <c:pt idx="565">
                  <c:v>0.21264784</c:v>
                </c:pt>
                <c:pt idx="566">
                  <c:v>0.20764753</c:v>
                </c:pt>
                <c:pt idx="567">
                  <c:v>0.20261443</c:v>
                </c:pt>
                <c:pt idx="568">
                  <c:v>0.19754933</c:v>
                </c:pt>
                <c:pt idx="569">
                  <c:v>0.19245304</c:v>
                </c:pt>
                <c:pt idx="570">
                  <c:v>0.18732636</c:v>
                </c:pt>
                <c:pt idx="571">
                  <c:v>0.18217009</c:v>
                </c:pt>
                <c:pt idx="572">
                  <c:v>0.17698506</c:v>
                </c:pt>
                <c:pt idx="573">
                  <c:v>0.17177208</c:v>
                </c:pt>
                <c:pt idx="574">
                  <c:v>0.16653198</c:v>
                </c:pt>
                <c:pt idx="575">
                  <c:v>0.16126558</c:v>
                </c:pt>
                <c:pt idx="576">
                  <c:v>0.15597371</c:v>
                </c:pt>
                <c:pt idx="577">
                  <c:v>0.15065721</c:v>
                </c:pt>
                <c:pt idx="578">
                  <c:v>0.14531693</c:v>
                </c:pt>
                <c:pt idx="579">
                  <c:v>0.13995369</c:v>
                </c:pt>
                <c:pt idx="580">
                  <c:v>0.13456836</c:v>
                </c:pt>
                <c:pt idx="581">
                  <c:v>0.12916177</c:v>
                </c:pt>
                <c:pt idx="582">
                  <c:v>0.12373479</c:v>
                </c:pt>
                <c:pt idx="583">
                  <c:v>0.11828827</c:v>
                </c:pt>
                <c:pt idx="584">
                  <c:v>0.11282307</c:v>
                </c:pt>
                <c:pt idx="585">
                  <c:v>0.10734006</c:v>
                </c:pt>
                <c:pt idx="586">
                  <c:v>0.10184009</c:v>
                </c:pt>
                <c:pt idx="587">
                  <c:v>0.09632404</c:v>
                </c:pt>
                <c:pt idx="588">
                  <c:v>0.09079279</c:v>
                </c:pt>
                <c:pt idx="589">
                  <c:v>0.08524719</c:v>
                </c:pt>
                <c:pt idx="590">
                  <c:v>0.07968813</c:v>
                </c:pt>
                <c:pt idx="591">
                  <c:v>0.07411649</c:v>
                </c:pt>
                <c:pt idx="592">
                  <c:v>0.06853315</c:v>
                </c:pt>
                <c:pt idx="593">
                  <c:v>0.06293898</c:v>
                </c:pt>
                <c:pt idx="594">
                  <c:v>0.05733488</c:v>
                </c:pt>
                <c:pt idx="595">
                  <c:v>0.05172172</c:v>
                </c:pt>
                <c:pt idx="596">
                  <c:v>0.04610039</c:v>
                </c:pt>
                <c:pt idx="597">
                  <c:v>0.04047178</c:v>
                </c:pt>
                <c:pt idx="598">
                  <c:v>0.03483679</c:v>
                </c:pt>
                <c:pt idx="599">
                  <c:v>0.02919629</c:v>
                </c:pt>
                <c:pt idx="600">
                  <c:v>0.02355118</c:v>
                </c:pt>
              </c:numCache>
            </c:numRef>
          </c:yVal>
        </c:ser>
        <c:ser>
          <c:idx val="2"/>
          <c:order val="2"/>
          <c:tx>
            <c:v>Samples at 48 Hz</c:v>
          </c:tx>
          <c:spPr>
            <a:ln xmlns:a="http://schemas.openxmlformats.org/drawingml/2006/main" w="0">
              <a:solidFill>
                <a:srgbClr val="881C1C"/>
              </a:solidFill>
            </a:ln>
          </c:spPr>
          <c:marker>
            <c:symbol val="circle"/>
            <c:size val="7"/>
            <c:spPr>
              <a:solidFill xmlns:a="http://schemas.openxmlformats.org/drawingml/2006/main">
                <a:srgbClr val="881C1C"/>
              </a:solidFill>
            </c:spPr>
          </c:marker>
          <c:xVal>
            <c:numRef>
              <c:f>'Chart Data'!$E$2:$E$11</c:f>
              <c:numCache>
                <c:formatCode>General</c:formatCode>
                <c:ptCount val="10"/>
                <c:pt idx="0">
                  <c:v>0</c:v>
                </c:pt>
                <c:pt idx="1">
                  <c:v>20.83333333</c:v>
                </c:pt>
                <c:pt idx="2">
                  <c:v>41.66666667</c:v>
                </c:pt>
                <c:pt idx="3">
                  <c:v>62.5</c:v>
                </c:pt>
                <c:pt idx="4">
                  <c:v>83.33333333</c:v>
                </c:pt>
                <c:pt idx="5">
                  <c:v>104.16666667</c:v>
                </c:pt>
                <c:pt idx="6">
                  <c:v>125</c:v>
                </c:pt>
                <c:pt idx="7">
                  <c:v>145.83333333</c:v>
                </c:pt>
                <c:pt idx="8">
                  <c:v>166.66666667</c:v>
                </c:pt>
                <c:pt idx="9">
                  <c:v>187.5</c:v>
                </c:pt>
              </c:numCache>
            </c:numRef>
          </c:xVal>
          <c:yVal>
            <c:numRef>
              <c:f>'Chart Data'!$F$2:$F$11</c:f>
              <c:numCache>
                <c:formatCode>0.0</c:formatCode>
                <c:ptCount val="10"/>
                <c:pt idx="0">
                  <c:v>0.43466662</c:v>
                </c:pt>
                <c:pt idx="1">
                  <c:v>0.225</c:v>
                </c:pt>
                <c:pt idx="2">
                  <c:v>-0.11646857</c:v>
                </c:pt>
                <c:pt idx="3">
                  <c:v>-0.38971143</c:v>
                </c:pt>
                <c:pt idx="4">
                  <c:v>-0.43466662</c:v>
                </c:pt>
                <c:pt idx="5">
                  <c:v>-0.225</c:v>
                </c:pt>
                <c:pt idx="6">
                  <c:v>0.11646857</c:v>
                </c:pt>
                <c:pt idx="7">
                  <c:v>0.38971143</c:v>
                </c:pt>
                <c:pt idx="8">
                  <c:v>0.43466662</c:v>
                </c:pt>
                <c:pt idx="9">
                  <c:v>0.225</c:v>
                </c:pt>
              </c:numCache>
            </c:numRef>
          </c:yVal>
        </c:ser>
        <c:dLbls>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showLegendKey val="0"/>
          <c:showVal val="0"/>
          <c:showCatName val="0"/>
          <c:showSerName val="0"/>
          <c:showPercent val="0"/>
          <c:showBubbleSize val="0"/>
          <c:showLeaderLines val="0"/>
        </c:dLbls>
        <c:axId val="48650112"/>
        <c:axId val="48672768"/>
      </c:scatterChart>
      <c:valAx>
        <c:axId val="48672768"/>
        <c:scaling>
          <c:orientation val="minMax"/>
          <c:max val="0.6"/>
          <c:min val="-0.6"/>
        </c:scaling>
        <c:delete val="0"/>
        <c:axPos val="l"/>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Voltage (V)</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50112"/>
        <c:majorUnit val="0.6"/>
      </c:valAx>
      <c:valAx>
        <c:axId val="48650112"/>
        <c:scaling>
          <c:orientation val="minMax"/>
          <c:max val="200"/>
          <c:min val="0"/>
        </c:scaling>
        <c:delete val="0"/>
        <c:axPos val="b"/>
        <c:title>
          <c:tx>
            <c:rich>
              <a:bodyPr xmlns:a="http://schemas.openxmlformats.org/drawingml/2006/main"/>
              <a:lstStyle xmlns:a="http://schemas.openxmlformats.org/drawingml/2006/main"/>
              <a:p xmlns:a="http://schemas.openxmlformats.org/drawingml/2006/main">
                <a:r>
                  <a:rPr sz="1500">
                    <a:latin typeface="Calibri"/>
                    <a:ea typeface="Calibri"/>
                    <a:cs typeface="Calibri"/>
                  </a:rPr>
                  <a:t>Time (ms)</a:t>
                </a:r>
              </a:p>
            </c:rich>
          </c:tx>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72768"/>
        <c:majorUnit val="40"/>
      </c:valAx>
      <c:spPr>
        <a:solidFill xmlns:a="http://schemas.openxmlformats.org/drawingml/2006/main">
          <a:srgbClr val="FFFFFF"/>
        </a:solidFill>
      </c:spPr>
    </c:plotArea>
    <c:legend>
      <c:legendPos val="t"/>
      <c:overlay val="0"/>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21EDF2BF-B052-4877-9A54-821A11755655}"/>
              </a:ext>
            </a:extLst>
          </p:cNvPr>
          <p:cNvSpPr>
            <a:spLocks xmlns:a="http://schemas.openxmlformats.org/drawingml/2006/main" noGrp="1"/>
          </p:cNvSpPr>
          <p:nvPr/>
        </p:nvSpPr>
        <p:spPr>
          <a:xfrm xmlns:a="http://schemas.openxmlformats.org/drawingml/2006/main">
            <a:off x="495300" y="400050"/>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881C1C"/>
                </a:solidFill>
                <a:latin typeface="Calibri"/>
                <a:ea typeface="Calibri"/>
                <a:cs typeface="Calibri"/>
              </a:defRPr>
            </a:pPr>
            <a:r>
              <a:rPr sz="1350" b="1">
                <a:solidFill>
                  <a:srgbClr val="881C1C"/>
                </a:solidFill>
                <a:latin typeface="Calibri"/>
                <a:ea typeface="Calibri"/>
                <a:cs typeface="Calibri"/>
              </a:rPr>
              <a:t>MIE 402  |  ME LAB II</a:t>
            </a:r>
          </a:p>
        </p:txBody>
      </p:sp>
      <p:sp>
        <p:nvSpPr>
          <p:cNvPr id="2" name="text">
            <a:extLst xmlns:a="http://schemas.openxmlformats.org/drawingml/2006/main">
              <a:ext uri="{FF2B5EF4-FFF2-40B4-BE49-F238E27FC236}">
                <a16:creationId xmlns:a16="http://schemas.microsoft.com/office/drawing/2014/main" id="{2C61B374-3496-41FD-9754-7401393DE29F}"/>
              </a:ext>
            </a:extLst>
          </p:cNvPr>
          <p:cNvSpPr>
            <a:spLocks xmlns:a="http://schemas.openxmlformats.org/drawingml/2006/main" noGrp="1"/>
          </p:cNvSpPr>
          <p:nvPr/>
        </p:nvSpPr>
        <p:spPr>
          <a:xfrm xmlns:a="http://schemas.openxmlformats.org/drawingml/2006/main">
            <a:off x="495300" y="1381125"/>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111111"/>
                </a:solidFill>
                <a:latin typeface="Calibri"/>
                <a:ea typeface="Calibri"/>
                <a:cs typeface="Calibri"/>
              </a:defRPr>
            </a:pPr>
            <a:r>
              <a:rPr sz="3900" b="1">
                <a:solidFill>
                  <a:srgbClr val="111111"/>
                </a:solidFill>
                <a:latin typeface="Calibri"/>
                <a:ea typeface="Calibri"/>
                <a:cs typeface="Calibri"/>
              </a:rPr>
              <a:t>Sampling, FFT, and</a:t>
            </a:r>
          </a:p>
          <a:p xmlns:a="http://schemas.openxmlformats.org/drawingml/2006/main">
            <a:pPr>
              <a:defRPr sz="3900" b="1">
                <a:solidFill>
                  <a:srgbClr val="111111"/>
                </a:solidFill>
                <a:latin typeface="Calibri"/>
                <a:ea typeface="Calibri"/>
                <a:cs typeface="Calibri"/>
              </a:defRPr>
            </a:pPr>
            <a:r>
              <a:rPr sz="3900" b="1">
                <a:solidFill>
                  <a:srgbClr val="111111"/>
                </a:solidFill>
                <a:latin typeface="Calibri"/>
                <a:ea typeface="Calibri"/>
                <a:cs typeface="Calibri"/>
              </a:rPr>
              <a:t>the Pre-Lab 1 notebook</a:t>
            </a:r>
          </a:p>
        </p:txBody>
      </p:sp>
      <p:sp>
        <p:nvSpPr>
          <p:cNvPr id="3" name="text">
            <a:extLst xmlns:a="http://schemas.openxmlformats.org/drawingml/2006/main">
              <a:ext uri="{FF2B5EF4-FFF2-40B4-BE49-F238E27FC236}">
                <a16:creationId xmlns:a16="http://schemas.microsoft.com/office/drawing/2014/main" id="{DE745D31-FB53-4E8E-8984-3EA4C3FD1C04}"/>
              </a:ext>
            </a:extLst>
          </p:cNvPr>
          <p:cNvSpPr>
            <a:spLocks xmlns:a="http://schemas.openxmlformats.org/drawingml/2006/main" noGrp="1"/>
          </p:cNvSpPr>
          <p:nvPr/>
        </p:nvSpPr>
        <p:spPr>
          <a:xfrm xmlns:a="http://schemas.openxmlformats.org/drawingml/2006/main">
            <a:off x="523875" y="3333750"/>
            <a:ext cx="666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F6368"/>
                </a:solidFill>
                <a:latin typeface="Calibri"/>
                <a:ea typeface="Calibri"/>
                <a:cs typeface="Calibri"/>
              </a:defRPr>
            </a:pPr>
            <a:r>
              <a:rPr sz="2025" b="0">
                <a:solidFill>
                  <a:srgbClr val="5F6368"/>
                </a:solidFill>
                <a:latin typeface="Calibri"/>
                <a:ea typeface="Calibri"/>
                <a:cs typeface="Calibri"/>
              </a:rPr>
              <a:t>Fall 2026 · Prof. Ehsan Roohi</a:t>
            </a:r>
          </a:p>
        </p:txBody>
      </p:sp>
      <p:sp>
        <p:nvSpPr>
          <p:cNvPr id="4" name="text">
            <a:extLst xmlns:a="http://schemas.openxmlformats.org/drawingml/2006/main">
              <a:ext uri="{FF2B5EF4-FFF2-40B4-BE49-F238E27FC236}">
                <a16:creationId xmlns:a16="http://schemas.microsoft.com/office/drawing/2014/main" id="{1BFD5499-E9F7-40CF-8AB4-AB91D6D735A8}"/>
              </a:ext>
            </a:extLst>
          </p:cNvPr>
          <p:cNvSpPr>
            <a:spLocks xmlns:a="http://schemas.openxmlformats.org/drawingml/2006/main" noGrp="1"/>
          </p:cNvSpPr>
          <p:nvPr/>
        </p:nvSpPr>
        <p:spPr>
          <a:xfrm xmlns:a="http://schemas.openxmlformats.org/drawingml/2006/main">
            <a:off x="523875" y="3952875"/>
            <a:ext cx="809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881C1C"/>
                </a:solidFill>
                <a:latin typeface="Calibri"/>
                <a:ea typeface="Calibri"/>
                <a:cs typeface="Calibri"/>
              </a:defRPr>
            </a:pPr>
            <a:r>
              <a:rPr sz="2100" b="1">
                <a:solidFill>
                  <a:srgbClr val="881C1C"/>
                </a:solidFill>
                <a:latin typeface="Calibri"/>
                <a:ea typeface="Calibri"/>
                <a:cs typeface="Calibri"/>
              </a:rPr>
              <a:t>Lecture and guided Jupyter walkthrough</a:t>
            </a:r>
          </a:p>
        </p:txBody>
      </p:sp>
      <p:sp>
        <p:nvSpPr>
          <p:cNvPr id="5" name="page">
            <a:extLst xmlns:a="http://schemas.openxmlformats.org/drawingml/2006/main">
              <a:ext uri="{FF2B5EF4-FFF2-40B4-BE49-F238E27FC236}">
                <a16:creationId xmlns:a16="http://schemas.microsoft.com/office/drawing/2014/main" id="{F462C6C2-B3A3-42A5-8343-B8D6ADC73D80}"/>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a:t>
            </a:r>
          </a:p>
        </p:txBody>
      </p:sp>
    </p:spTree>
    <p:extLst>
      <p:ext uri="{BB962C8B-B14F-4D97-AF65-F5344CB8AC3E}">
        <p14:creationId xmlns:p14="http://schemas.microsoft.com/office/powerpoint/2010/main" val="63626291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8605A5C3-7380-4373-86C2-DEEF5C5671CB}"/>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D159E173-ED83-4555-A1AE-D2A57F8B5633}"/>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Learning goals</a:t>
            </a:r>
          </a:p>
        </p:txBody>
      </p:sp>
      <p:sp>
        <p:nvSpPr>
          <p:cNvPr id="3" name="page">
            <a:extLst xmlns:a="http://schemas.openxmlformats.org/drawingml/2006/main">
              <a:ext uri="{FF2B5EF4-FFF2-40B4-BE49-F238E27FC236}">
                <a16:creationId xmlns:a16="http://schemas.microsoft.com/office/drawing/2014/main" id="{250A64E5-440C-477E-8253-560175A5737B}"/>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a:t>
            </a:r>
          </a:p>
        </p:txBody>
      </p:sp>
      <p:sp>
        <p:nvSpPr>
          <p:cNvPr id="4" name="text">
            <a:extLst xmlns:a="http://schemas.openxmlformats.org/drawingml/2006/main">
              <a:ext uri="{FF2B5EF4-FFF2-40B4-BE49-F238E27FC236}">
                <a16:creationId xmlns:a16="http://schemas.microsoft.com/office/drawing/2014/main" id="{8026096C-A402-4F32-9B8F-0544CB407EA7}"/>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83412A6A-E27C-4E32-AC75-CD097DB6EAE4}"/>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Explain sample rate, sample interval, record length, and Nyquist frequency</a:t>
            </a:r>
          </a:p>
        </p:txBody>
      </p:sp>
      <p:sp>
        <p:nvSpPr>
          <p:cNvPr id="6" name="text">
            <a:extLst xmlns:a="http://schemas.openxmlformats.org/drawingml/2006/main">
              <a:ext uri="{FF2B5EF4-FFF2-40B4-BE49-F238E27FC236}">
                <a16:creationId xmlns:a16="http://schemas.microsoft.com/office/drawing/2014/main" id="{057611F4-C5BF-4CAD-AB6A-DCF8BA63FC76}"/>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D4E83B28-136A-4B81-8C0E-9E064CE4CEAD}"/>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Run prepared analysis cells in a Jupyter notebook</a:t>
            </a:r>
          </a:p>
        </p:txBody>
      </p:sp>
      <p:sp>
        <p:nvSpPr>
          <p:cNvPr id="8" name="text">
            <a:extLst xmlns:a="http://schemas.openxmlformats.org/drawingml/2006/main">
              <a:ext uri="{FF2B5EF4-FFF2-40B4-BE49-F238E27FC236}">
                <a16:creationId xmlns:a16="http://schemas.microsoft.com/office/drawing/2014/main" id="{886A6201-F223-48F9-8169-02B0A1C258AA}"/>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3DF2FD39-3422-41C0-B13B-4A51EBDDEDF2}"/>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Interpret time histories, RMS values, and one-sided FFT spectra</a:t>
            </a:r>
          </a:p>
        </p:txBody>
      </p:sp>
      <p:sp>
        <p:nvSpPr>
          <p:cNvPr id="10" name="text">
            <a:extLst xmlns:a="http://schemas.openxmlformats.org/drawingml/2006/main">
              <a:ext uri="{FF2B5EF4-FFF2-40B4-BE49-F238E27FC236}">
                <a16:creationId xmlns:a16="http://schemas.microsoft.com/office/drawing/2014/main" id="{4761EA92-4031-48FC-B8CE-2A90A9056A91}"/>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64552742-6ABD-436A-9F30-82D5B042FA64}"/>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Recognize aliasing before collecting Lab 1 sound data</a:t>
            </a:r>
          </a:p>
        </p:txBody>
      </p:sp>
    </p:spTree>
    <p:extLst>
      <p:ext uri="{BB962C8B-B14F-4D97-AF65-F5344CB8AC3E}">
        <p14:creationId xmlns:p14="http://schemas.microsoft.com/office/powerpoint/2010/main" val="25600272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urse">
            <a:extLst xmlns:a="http://schemas.openxmlformats.org/drawingml/2006/main">
              <a:ext uri="{FF2B5EF4-FFF2-40B4-BE49-F238E27FC236}">
                <a16:creationId xmlns:a16="http://schemas.microsoft.com/office/drawing/2014/main" id="{27BC29AC-216C-49D5-8862-5E44BC038A1F}"/>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9EC1E2C5-CB21-4BDC-B47B-6314A26398CB}"/>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Connection to Lab 1</a:t>
            </a:r>
          </a:p>
        </p:txBody>
      </p:sp>
      <p:sp>
        <p:nvSpPr>
          <p:cNvPr id="3" name="page">
            <a:extLst xmlns:a="http://schemas.openxmlformats.org/drawingml/2006/main">
              <a:ext uri="{FF2B5EF4-FFF2-40B4-BE49-F238E27FC236}">
                <a16:creationId xmlns:a16="http://schemas.microsoft.com/office/drawing/2014/main" id="{ED4E4905-C62C-4C5E-86DF-3126FFD6CC7C}"/>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3</a:t>
            </a:r>
          </a:p>
        </p:txBody>
      </p:sp>
      <p:sp>
        <p:nvSpPr>
          <p:cNvPr id="4" name="text">
            <a:extLst xmlns:a="http://schemas.openxmlformats.org/drawingml/2006/main">
              <a:ext uri="{FF2B5EF4-FFF2-40B4-BE49-F238E27FC236}">
                <a16:creationId xmlns:a16="http://schemas.microsoft.com/office/drawing/2014/main" id="{1389E6B0-F1B3-4AAC-8AFF-B8E4857A058D}"/>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PRE-LAB</a:t>
            </a:r>
          </a:p>
        </p:txBody>
      </p:sp>
      <p:sp>
        <p:nvSpPr>
          <p:cNvPr id="5" name="text">
            <a:extLst xmlns:a="http://schemas.openxmlformats.org/drawingml/2006/main">
              <a:ext uri="{FF2B5EF4-FFF2-40B4-BE49-F238E27FC236}">
                <a16:creationId xmlns:a16="http://schemas.microsoft.com/office/drawing/2014/main" id="{9971397A-ABEB-43DA-9F74-38E8FA5D4209}"/>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LABORATORY</a:t>
            </a:r>
          </a:p>
        </p:txBody>
      </p:sp>
      <p:sp>
        <p:nvSpPr>
          <p:cNvPr id="6" name="text">
            <a:extLst xmlns:a="http://schemas.openxmlformats.org/drawingml/2006/main">
              <a:ext uri="{FF2B5EF4-FFF2-40B4-BE49-F238E27FC236}">
                <a16:creationId xmlns:a16="http://schemas.microsoft.com/office/drawing/2014/main" id="{11C7736A-C75C-4C8C-A155-2910BB5FBF9A}"/>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 known voltage signal contains two pure tones.</a:t>
            </a:r>
          </a:p>
        </p:txBody>
      </p:sp>
      <p:sp>
        <p:nvSpPr>
          <p:cNvPr id="7" name="text">
            <a:extLst xmlns:a="http://schemas.openxmlformats.org/drawingml/2006/main">
              <a:ext uri="{FF2B5EF4-FFF2-40B4-BE49-F238E27FC236}">
                <a16:creationId xmlns:a16="http://schemas.microsoft.com/office/drawing/2014/main" id="{762F1E93-DD28-4CCC-8CCB-C0C45E8EFCB4}"/>
              </a:ext>
            </a:extLst>
          </p:cNvPr>
          <p:cNvSpPr>
            <a:spLocks xmlns:a="http://schemas.openxmlformats.org/drawingml/2006/main" noGrp="1"/>
          </p:cNvSpPr>
          <p:nvPr/>
        </p:nvSpPr>
        <p:spPr>
          <a:xfrm xmlns:a="http://schemas.openxmlformats.org/drawingml/2006/main">
            <a:off x="1047750"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Amplitude describes signal size; frequency describes how fast it repeats; phase sets its starting position.</a:t>
            </a:r>
          </a:p>
        </p:txBody>
      </p:sp>
      <p:sp>
        <p:nvSpPr>
          <p:cNvPr id="8" name="text">
            <a:extLst xmlns:a="http://schemas.openxmlformats.org/drawingml/2006/main">
              <a:ext uri="{FF2B5EF4-FFF2-40B4-BE49-F238E27FC236}">
                <a16:creationId xmlns:a16="http://schemas.microsoft.com/office/drawing/2014/main" id="{B93DA0D8-6539-4A6E-B410-A155B615ABB5}"/>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 microphone converts changing sound pressure into changing voltage.</a:t>
            </a:r>
          </a:p>
        </p:txBody>
      </p:sp>
      <p:sp>
        <p:nvSpPr>
          <p:cNvPr id="9" name="text">
            <a:extLst xmlns:a="http://schemas.openxmlformats.org/drawingml/2006/main">
              <a:ext uri="{FF2B5EF4-FFF2-40B4-BE49-F238E27FC236}">
                <a16:creationId xmlns:a16="http://schemas.microsoft.com/office/drawing/2014/main" id="{45EC995E-C22D-4227-996C-3A4D19B6E051}"/>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Moku:Go stores voltage samples. The waveform shows change in time; the spectrum shows the frequencies present.</a:t>
            </a:r>
          </a:p>
        </p:txBody>
      </p:sp>
    </p:spTree>
    <p:extLst>
      <p:ext uri="{BB962C8B-B14F-4D97-AF65-F5344CB8AC3E}">
        <p14:creationId xmlns:p14="http://schemas.microsoft.com/office/powerpoint/2010/main" val="109744738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urse">
            <a:extLst xmlns:a="http://schemas.openxmlformats.org/drawingml/2006/main">
              <a:ext uri="{FF2B5EF4-FFF2-40B4-BE49-F238E27FC236}">
                <a16:creationId xmlns:a16="http://schemas.microsoft.com/office/drawing/2014/main" id="{1CBF0BEB-3418-4ECD-9806-67916DBF9E16}"/>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714267B4-A69E-4773-AE60-00C42B37ACD3}"/>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Jupyter notebook structure</a:t>
            </a:r>
          </a:p>
        </p:txBody>
      </p:sp>
      <p:sp>
        <p:nvSpPr>
          <p:cNvPr id="3" name="page">
            <a:extLst xmlns:a="http://schemas.openxmlformats.org/drawingml/2006/main">
              <a:ext uri="{FF2B5EF4-FFF2-40B4-BE49-F238E27FC236}">
                <a16:creationId xmlns:a16="http://schemas.microsoft.com/office/drawing/2014/main" id="{8C4FDCAE-6DA7-4918-9032-2C52A39C222C}"/>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4</a:t>
            </a:r>
          </a:p>
        </p:txBody>
      </p:sp>
      <p:sp>
        <p:nvSpPr>
          <p:cNvPr id="4" name="text">
            <a:extLst xmlns:a="http://schemas.openxmlformats.org/drawingml/2006/main">
              <a:ext uri="{FF2B5EF4-FFF2-40B4-BE49-F238E27FC236}">
                <a16:creationId xmlns:a16="http://schemas.microsoft.com/office/drawing/2014/main" id="{97061D44-5DF4-4FCC-A950-BC03BE30CF13}"/>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MARKDOWN CELLS</a:t>
            </a:r>
          </a:p>
        </p:txBody>
      </p:sp>
      <p:sp>
        <p:nvSpPr>
          <p:cNvPr id="5" name="text">
            <a:extLst xmlns:a="http://schemas.openxmlformats.org/drawingml/2006/main">
              <a:ext uri="{FF2B5EF4-FFF2-40B4-BE49-F238E27FC236}">
                <a16:creationId xmlns:a16="http://schemas.microsoft.com/office/drawing/2014/main" id="{D8306253-68DD-4D83-8B96-CC86A43C0F41}"/>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CODE CELLS</a:t>
            </a:r>
          </a:p>
        </p:txBody>
      </p:sp>
      <p:sp>
        <p:nvSpPr>
          <p:cNvPr id="6" name="text">
            <a:extLst xmlns:a="http://schemas.openxmlformats.org/drawingml/2006/main">
              <a:ext uri="{FF2B5EF4-FFF2-40B4-BE49-F238E27FC236}">
                <a16:creationId xmlns:a16="http://schemas.microsoft.com/office/drawing/2014/main" id="{E1663560-7436-4652-BDC9-C7873D33A8BC}"/>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Instructions, equations, and response areas.</a:t>
            </a:r>
          </a:p>
        </p:txBody>
      </p:sp>
      <p:sp>
        <p:nvSpPr>
          <p:cNvPr id="7" name="text">
            <a:extLst xmlns:a="http://schemas.openxmlformats.org/drawingml/2006/main">
              <a:ext uri="{FF2B5EF4-FFF2-40B4-BE49-F238E27FC236}">
                <a16:creationId xmlns:a16="http://schemas.microsoft.com/office/drawing/2014/main" id="{F691652F-69EE-4568-A0DA-9C74318E590C}"/>
              </a:ext>
            </a:extLst>
          </p:cNvPr>
          <p:cNvSpPr>
            <a:spLocks xmlns:a="http://schemas.openxmlformats.org/drawingml/2006/main" noGrp="1"/>
          </p:cNvSpPr>
          <p:nvPr/>
        </p:nvSpPr>
        <p:spPr>
          <a:xfrm xmlns:a="http://schemas.openxmlformats.org/drawingml/2006/main">
            <a:off x="1047750"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Double-click to edit. Use Shift+Enter to render and move forward.</a:t>
            </a:r>
          </a:p>
        </p:txBody>
      </p:sp>
      <p:sp>
        <p:nvSpPr>
          <p:cNvPr id="8" name="text">
            <a:extLst xmlns:a="http://schemas.openxmlformats.org/drawingml/2006/main">
              <a:ext uri="{FF2B5EF4-FFF2-40B4-BE49-F238E27FC236}">
                <a16:creationId xmlns:a16="http://schemas.microsoft.com/office/drawing/2014/main" id="{99FF93AC-6CA4-4397-9E6C-C76EB40DDFDB}"/>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Python commands that define variables, calculate results, and make figures.</a:t>
            </a:r>
          </a:p>
        </p:txBody>
      </p:sp>
      <p:sp>
        <p:nvSpPr>
          <p:cNvPr id="9" name="text">
            <a:extLst xmlns:a="http://schemas.openxmlformats.org/drawingml/2006/main">
              <a:ext uri="{FF2B5EF4-FFF2-40B4-BE49-F238E27FC236}">
                <a16:creationId xmlns:a16="http://schemas.microsoft.com/office/drawing/2014/main" id="{A4804A18-0305-4F80-8BA4-3804E8559743}"/>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Run from top to bottom with Shift+Enter.</a:t>
            </a:r>
          </a:p>
        </p:txBody>
      </p:sp>
    </p:spTree>
    <p:extLst>
      <p:ext uri="{BB962C8B-B14F-4D97-AF65-F5344CB8AC3E}">
        <p14:creationId xmlns:p14="http://schemas.microsoft.com/office/powerpoint/2010/main" val="7704898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E18AEB73-19E5-40A9-BCDE-B19BFAC4AE55}"/>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C86309E3-036A-4625-99A5-A0C66B43F135}"/>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Opening and saving the notebook</a:t>
            </a:r>
          </a:p>
        </p:txBody>
      </p:sp>
      <p:sp>
        <p:nvSpPr>
          <p:cNvPr id="3" name="page">
            <a:extLst xmlns:a="http://schemas.openxmlformats.org/drawingml/2006/main">
              <a:ext uri="{FF2B5EF4-FFF2-40B4-BE49-F238E27FC236}">
                <a16:creationId xmlns:a16="http://schemas.microsoft.com/office/drawing/2014/main" id="{A179B327-DB87-4343-9087-726B45E8D9FB}"/>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5</a:t>
            </a:r>
          </a:p>
        </p:txBody>
      </p:sp>
      <p:sp>
        <p:nvSpPr>
          <p:cNvPr id="4" name="text">
            <a:extLst xmlns:a="http://schemas.openxmlformats.org/drawingml/2006/main">
              <a:ext uri="{FF2B5EF4-FFF2-40B4-BE49-F238E27FC236}">
                <a16:creationId xmlns:a16="http://schemas.microsoft.com/office/drawing/2014/main" id="{17889639-1A5F-4A47-90CD-6BE913576900}"/>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A7BDDD4A-CD85-4671-9392-FAEFDD3F2C8C}"/>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Download the .ipynb file from Canvas or open it from the course website in Colab</a:t>
            </a:r>
          </a:p>
        </p:txBody>
      </p:sp>
      <p:sp>
        <p:nvSpPr>
          <p:cNvPr id="6" name="text">
            <a:extLst xmlns:a="http://schemas.openxmlformats.org/drawingml/2006/main">
              <a:ext uri="{FF2B5EF4-FFF2-40B4-BE49-F238E27FC236}">
                <a16:creationId xmlns:a16="http://schemas.microsoft.com/office/drawing/2014/main" id="{5B6B40F4-E80B-4CAF-9748-7D7EF14CE768}"/>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A06CF0C7-AFFD-4E8E-99F8-1107DF738FE6}"/>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Save a personal copy before editing</a:t>
            </a:r>
          </a:p>
        </p:txBody>
      </p:sp>
      <p:sp>
        <p:nvSpPr>
          <p:cNvPr id="8" name="text">
            <a:extLst xmlns:a="http://schemas.openxmlformats.org/drawingml/2006/main">
              <a:ext uri="{FF2B5EF4-FFF2-40B4-BE49-F238E27FC236}">
                <a16:creationId xmlns:a16="http://schemas.microsoft.com/office/drawing/2014/main" id="{CDC3A7D8-F5C9-45DF-BAE6-9100A575446B}"/>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95810352-4E26-4DFF-AB37-9E6B3F950D8F}"/>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Run cells from top to bottom</a:t>
            </a:r>
          </a:p>
        </p:txBody>
      </p:sp>
      <p:sp>
        <p:nvSpPr>
          <p:cNvPr id="10" name="text">
            <a:extLst xmlns:a="http://schemas.openxmlformats.org/drawingml/2006/main">
              <a:ext uri="{FF2B5EF4-FFF2-40B4-BE49-F238E27FC236}">
                <a16:creationId xmlns:a16="http://schemas.microsoft.com/office/drawing/2014/main" id="{0CB47001-0AF3-45EE-9CC4-7377AA6F8BBD}"/>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5B9FBC5B-02EC-4ADE-8CE3-D45848DB966F}"/>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Keep code outputs and figures in the submitted file</a:t>
            </a:r>
          </a:p>
        </p:txBody>
      </p:sp>
    </p:spTree>
    <p:extLst>
      <p:ext uri="{BB962C8B-B14F-4D97-AF65-F5344CB8AC3E}">
        <p14:creationId xmlns:p14="http://schemas.microsoft.com/office/powerpoint/2010/main" val="67124629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4A413590-724C-4472-BBA3-D6EB40D38B73}"/>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F373B731-3B48-4CDA-B17F-FDC127BF3F8E}"/>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Execution order matters</a:t>
            </a:r>
          </a:p>
        </p:txBody>
      </p:sp>
      <p:sp>
        <p:nvSpPr>
          <p:cNvPr id="3" name="page">
            <a:extLst xmlns:a="http://schemas.openxmlformats.org/drawingml/2006/main">
              <a:ext uri="{FF2B5EF4-FFF2-40B4-BE49-F238E27FC236}">
                <a16:creationId xmlns:a16="http://schemas.microsoft.com/office/drawing/2014/main" id="{FF2CC59E-F65F-4FDF-8CB6-A3E5ED215173}"/>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6</a:t>
            </a:r>
          </a:p>
        </p:txBody>
      </p:sp>
      <p:sp>
        <p:nvSpPr>
          <p:cNvPr id="4" name="code">
            <a:extLst xmlns:a="http://schemas.openxmlformats.org/drawingml/2006/main">
              <a:ext uri="{FF2B5EF4-FFF2-40B4-BE49-F238E27FC236}">
                <a16:creationId xmlns:a16="http://schemas.microsoft.com/office/drawing/2014/main" id="{035C8623-9595-489A-8893-8A944498A7B0}"/>
              </a:ext>
            </a:extLst>
          </p:cNvPr>
          <p:cNvSpPr>
            <a:spLocks xmlns:a="http://schemas.openxmlformats.org/drawingml/2006/main" noGrp="1"/>
          </p:cNvSpPr>
          <p:nvPr/>
        </p:nvSpPr>
        <p:spPr>
          <a:xfrm xmlns:a="http://schemas.openxmlformats.org/drawingml/2006/main">
            <a:off x="666750" y="1619250"/>
            <a:ext cx="10858500" cy="4000500"/>
          </a:xfrm>
          <a:prstGeom xmlns:a="http://schemas.openxmlformats.org/drawingml/2006/main" prst="rect">
            <a:avLst/>
          </a:prstGeom>
          <a:solidFill xmlns:a="http://schemas.openxmlformats.org/drawingml/2006/main">
            <a:srgbClr val="F2F3F5"/>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import numpy as np</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A = 1.20</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print(A)</a:t>
            </a:r>
          </a:p>
          <a:p xmlns:a="http://schemas.openxmlformats.org/drawingml/2006/main">
            <a:r>
              <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A later cell can use A only after this cell runs.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rms_component = A / np.sqrt(2)</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print(rms_component)</a:t>
            </a:r>
          </a:p>
        </p:txBody>
      </p:sp>
      <p:sp>
        <p:nvSpPr>
          <p:cNvPr id="5" name="text">
            <a:extLst xmlns:a="http://schemas.openxmlformats.org/drawingml/2006/main">
              <a:ext uri="{FF2B5EF4-FFF2-40B4-BE49-F238E27FC236}">
                <a16:creationId xmlns:a16="http://schemas.microsoft.com/office/drawing/2014/main" id="{0B9B7D2A-D6BC-4E7F-9FBF-177899B5DC01}"/>
              </a:ext>
            </a:extLst>
          </p:cNvPr>
          <p:cNvSpPr>
            <a:spLocks xmlns:a="http://schemas.openxmlformats.org/drawingml/2006/main" noGrp="1"/>
          </p:cNvSpPr>
          <p:nvPr/>
        </p:nvSpPr>
        <p:spPr>
          <a:xfrm xmlns:a="http://schemas.openxmlformats.org/drawingml/2006/main">
            <a:off x="714375" y="57912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A restart clears stored variables. Run All rebuilds the notebook state from the first cell.</a:t>
            </a:r>
          </a:p>
        </p:txBody>
      </p:sp>
    </p:spTree>
    <p:extLst>
      <p:ext uri="{BB962C8B-B14F-4D97-AF65-F5344CB8AC3E}">
        <p14:creationId xmlns:p14="http://schemas.microsoft.com/office/powerpoint/2010/main" val="149495677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course">
            <a:extLst xmlns:a="http://schemas.openxmlformats.org/drawingml/2006/main">
              <a:ext uri="{FF2B5EF4-FFF2-40B4-BE49-F238E27FC236}">
                <a16:creationId xmlns:a16="http://schemas.microsoft.com/office/drawing/2014/main" id="{0719E5D7-ED3F-4670-AAD0-67ECC99A140F}"/>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4B26DAF9-606E-40C7-A6FB-7267396ECEE2}"/>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A sinusoid: what the three parameters mean</a:t>
            </a:r>
          </a:p>
        </p:txBody>
      </p:sp>
      <p:sp>
        <p:nvSpPr>
          <p:cNvPr id="3" name="page">
            <a:extLst xmlns:a="http://schemas.openxmlformats.org/drawingml/2006/main">
              <a:ext uri="{FF2B5EF4-FFF2-40B4-BE49-F238E27FC236}">
                <a16:creationId xmlns:a16="http://schemas.microsoft.com/office/drawing/2014/main" id="{E5CFBE33-E944-4B23-B89C-CBBCBF8A5AF0}"/>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7</a:t>
            </a:r>
          </a:p>
        </p:txBody>
      </p:sp>
      <p:graphicFrame>
        <p:nvGraphicFramePr>
          <p:cNvPr id="10" name="Chart"/>
          <p:cNvGraphicFramePr/>
          <p:nvPr/>
        </p:nvGraphicFramePr>
        <p:xfrm>
          <a:off xmlns:a="http://schemas.openxmlformats.org/drawingml/2006/main" x="571500" y="1524000"/>
          <a:ext xmlns:a="http://schemas.openxmlformats.org/drawingml/2006/main" cx="10858500" cy="3905250"/>
        </p:xfrm>
        <a:graphic xmlns:a="http://schemas.openxmlformats.org/drawingml/2006/main">
          <a:graphicData uri="http://schemas.openxmlformats.org/drawingml/2006/chart">
            <c:chart xmlns:r="http://schemas.openxmlformats.org/officeDocument/2006/relationships" xmlns:c="http://schemas.openxmlformats.org/drawingml/2006/chart" r:id="Re220d187d8e84006"/>
          </a:graphicData>
        </a:graphic>
      </p:graphicFrame>
      <p:sp>
        <p:nvSpPr>
          <p:cNvPr id="5" name="text">
            <a:extLst xmlns:a="http://schemas.openxmlformats.org/drawingml/2006/main">
              <a:ext uri="{FF2B5EF4-FFF2-40B4-BE49-F238E27FC236}">
                <a16:creationId xmlns:a16="http://schemas.microsoft.com/office/drawing/2014/main" id="{2A99EC2C-4126-4C16-9B7A-065295548911}"/>
              </a:ext>
            </a:extLst>
          </p:cNvPr>
          <p:cNvSpPr>
            <a:spLocks xmlns:a="http://schemas.openxmlformats.org/drawingml/2006/main" noGrp="1"/>
          </p:cNvSpPr>
          <p:nvPr/>
        </p:nvSpPr>
        <p:spPr>
          <a:xfrm xmlns:a="http://schemas.openxmlformats.org/drawingml/2006/main">
            <a:off x="619125" y="5524500"/>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881C1C"/>
                </a:solidFill>
                <a:latin typeface="Calibri"/>
                <a:ea typeface="Calibri"/>
                <a:cs typeface="Calibri"/>
              </a:defRPr>
            </a:pPr>
            <a:r>
              <a:rPr sz="1950" b="1">
                <a:solidFill>
                  <a:srgbClr val="881C1C"/>
                </a:solidFill>
                <a:latin typeface="Calibri"/>
                <a:ea typeface="Calibri"/>
                <a:cs typeface="Calibri"/>
              </a:rPr>
              <a:t>A₁ = 1.20 V from zero to peak. T₁ = 55.56 ms between consecutive peaks.</a:t>
            </a:r>
          </a:p>
        </p:txBody>
      </p:sp>
      <p:sp>
        <p:nvSpPr>
          <p:cNvPr id="6" name="text">
            <a:extLst xmlns:a="http://schemas.openxmlformats.org/drawingml/2006/main">
              <a:ext uri="{FF2B5EF4-FFF2-40B4-BE49-F238E27FC236}">
                <a16:creationId xmlns:a16="http://schemas.microsoft.com/office/drawing/2014/main" id="{3949C063-2B6A-4A03-AE89-B3BCD6C12EBB}"/>
              </a:ext>
            </a:extLst>
          </p:cNvPr>
          <p:cNvSpPr>
            <a:spLocks xmlns:a="http://schemas.openxmlformats.org/drawingml/2006/main" noGrp="1"/>
          </p:cNvSpPr>
          <p:nvPr/>
        </p:nvSpPr>
        <p:spPr>
          <a:xfrm xmlns:a="http://schemas.openxmlformats.org/drawingml/2006/main">
            <a:off x="619125" y="6048375"/>
            <a:ext cx="1095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61616"/>
                </a:solidFill>
                <a:latin typeface="Calibri"/>
                <a:ea typeface="Calibri"/>
                <a:cs typeface="Calibri"/>
              </a:defRPr>
            </a:pPr>
            <a:r>
              <a:rPr sz="1875" b="0">
                <a:solidFill>
                  <a:srgbClr val="161616"/>
                </a:solidFill>
                <a:latin typeface="Calibri"/>
                <a:ea typeface="Calibri"/>
                <a:cs typeface="Calibri"/>
              </a:rPr>
              <a:t>x₁(t) = A₁ sin(2πf₁t + φ₁), with f₁ = 18 Hz and φ₁ = 25°</a:t>
            </a:r>
          </a:p>
        </p:txBody>
      </p:sp>
    </p:spTree>
    <p:extLst>
      <p:ext uri="{BB962C8B-B14F-4D97-AF65-F5344CB8AC3E}">
        <p14:creationId xmlns:p14="http://schemas.microsoft.com/office/powerpoint/2010/main" val="16246833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EC8CB319-64D6-4D10-8363-00DC2796F86B}"/>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1AF9B992-A8DE-4F99-9FE8-735AE69605EC}"/>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The new two-tone signal</a:t>
            </a:r>
          </a:p>
        </p:txBody>
      </p:sp>
      <p:sp>
        <p:nvSpPr>
          <p:cNvPr id="3" name="page">
            <a:extLst xmlns:a="http://schemas.openxmlformats.org/drawingml/2006/main">
              <a:ext uri="{FF2B5EF4-FFF2-40B4-BE49-F238E27FC236}">
                <a16:creationId xmlns:a16="http://schemas.microsoft.com/office/drawing/2014/main" id="{51F64818-8D86-42E1-AA86-ADCD365575F4}"/>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8</a:t>
            </a:r>
          </a:p>
        </p:txBody>
      </p:sp>
      <p:sp>
        <p:nvSpPr>
          <p:cNvPr id="4" name="code">
            <a:extLst xmlns:a="http://schemas.openxmlformats.org/drawingml/2006/main">
              <a:ext uri="{FF2B5EF4-FFF2-40B4-BE49-F238E27FC236}">
                <a16:creationId xmlns:a16="http://schemas.microsoft.com/office/drawing/2014/main" id="{0C2ABF6B-0462-4F88-AE74-DD54F7DA160D}"/>
              </a:ext>
            </a:extLst>
          </p:cNvPr>
          <p:cNvSpPr>
            <a:spLocks xmlns:a="http://schemas.openxmlformats.org/drawingml/2006/main" noGrp="1"/>
          </p:cNvSpPr>
          <p:nvPr/>
        </p:nvSpPr>
        <p:spPr>
          <a:xfrm xmlns:a="http://schemas.openxmlformats.org/drawingml/2006/main">
            <a:off x="666750" y="1619250"/>
            <a:ext cx="10858500" cy="4000500"/>
          </a:xfrm>
          <a:prstGeom xmlns:a="http://schemas.openxmlformats.org/drawingml/2006/main" prst="rect">
            <a:avLst/>
          </a:prstGeom>
          <a:solidFill xmlns:a="http://schemas.openxmlformats.org/drawingml/2006/main">
            <a:srgbClr val="F2F3F5"/>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A1, f1, phi1_deg = 1.20, 18.0, 25.0</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A2, f2, phi2_deg = 0.45, 42.0, -15.0</a:t>
            </a:r>
          </a:p>
          <a:p xmlns:a="http://schemas.openxmlformats.org/drawingml/2006/main">
            <a:r>
              <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def signal(t):</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return (A1*np.sin(2*np.pi*f1*t + np.deg2rad(phi1_deg))</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 A2*np.cos(2*np.pi*f2*t + np.deg2rad(phi2_deg)))</a:t>
            </a:r>
          </a:p>
        </p:txBody>
      </p:sp>
      <p:sp>
        <p:nvSpPr>
          <p:cNvPr id="5" name="text">
            <a:extLst xmlns:a="http://schemas.openxmlformats.org/drawingml/2006/main">
              <a:ext uri="{FF2B5EF4-FFF2-40B4-BE49-F238E27FC236}">
                <a16:creationId xmlns:a16="http://schemas.microsoft.com/office/drawing/2014/main" id="{11B70EFA-7D1C-4270-B21B-3CF66085CF27}"/>
              </a:ext>
            </a:extLst>
          </p:cNvPr>
          <p:cNvSpPr>
            <a:spLocks xmlns:a="http://schemas.openxmlformats.org/drawingml/2006/main" noGrp="1"/>
          </p:cNvSpPr>
          <p:nvPr/>
        </p:nvSpPr>
        <p:spPr>
          <a:xfrm xmlns:a="http://schemas.openxmlformats.org/drawingml/2006/main">
            <a:off x="714375" y="57912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Subscript 1 means tone 1; subscript 2 means tone 2. A is in volts, f is in hertz, and phi_deg is in degrees.</a:t>
            </a:r>
          </a:p>
        </p:txBody>
      </p:sp>
    </p:spTree>
    <p:extLst>
      <p:ext uri="{BB962C8B-B14F-4D97-AF65-F5344CB8AC3E}">
        <p14:creationId xmlns:p14="http://schemas.microsoft.com/office/powerpoint/2010/main" val="192519430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course">
            <a:extLst xmlns:a="http://schemas.openxmlformats.org/drawingml/2006/main">
              <a:ext uri="{FF2B5EF4-FFF2-40B4-BE49-F238E27FC236}">
                <a16:creationId xmlns:a16="http://schemas.microsoft.com/office/drawing/2014/main" id="{B268EBA9-8F49-403D-8B2F-53ACEE286536}"/>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6B981E16-6EFC-4B71-ADEB-0881FA8BDB86}"/>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Phase relative to a zero-phase sine wave</a:t>
            </a:r>
          </a:p>
        </p:txBody>
      </p:sp>
      <p:sp>
        <p:nvSpPr>
          <p:cNvPr id="3" name="page">
            <a:extLst xmlns:a="http://schemas.openxmlformats.org/drawingml/2006/main">
              <a:ext uri="{FF2B5EF4-FFF2-40B4-BE49-F238E27FC236}">
                <a16:creationId xmlns:a16="http://schemas.microsoft.com/office/drawing/2014/main" id="{19E90C50-9698-45E0-ABEF-BBC6F4B24A3F}"/>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9</a:t>
            </a:r>
          </a:p>
        </p:txBody>
      </p:sp>
      <p:graphicFrame>
        <p:nvGraphicFramePr>
          <p:cNvPr id="10" name="Chart"/>
          <p:cNvGraphicFramePr/>
          <p:nvPr/>
        </p:nvGraphicFramePr>
        <p:xfrm>
          <a:off xmlns:a="http://schemas.openxmlformats.org/drawingml/2006/main" x="571500" y="1524000"/>
          <a:ext xmlns:a="http://schemas.openxmlformats.org/drawingml/2006/main" cx="10858500" cy="3905250"/>
        </p:xfrm>
        <a:graphic xmlns:a="http://schemas.openxmlformats.org/drawingml/2006/main">
          <a:graphicData uri="http://schemas.openxmlformats.org/drawingml/2006/chart">
            <c:chart xmlns:r="http://schemas.openxmlformats.org/officeDocument/2006/relationships" xmlns:c="http://schemas.openxmlformats.org/drawingml/2006/chart" r:id="Rfff066aefc644349"/>
          </a:graphicData>
        </a:graphic>
      </p:graphicFrame>
      <p:sp>
        <p:nvSpPr>
          <p:cNvPr id="5" name="text">
            <a:extLst xmlns:a="http://schemas.openxmlformats.org/drawingml/2006/main">
              <a:ext uri="{FF2B5EF4-FFF2-40B4-BE49-F238E27FC236}">
                <a16:creationId xmlns:a16="http://schemas.microsoft.com/office/drawing/2014/main" id="{4ED7A8B4-DB80-4891-90D9-28530801D37B}"/>
              </a:ext>
            </a:extLst>
          </p:cNvPr>
          <p:cNvSpPr>
            <a:spLocks xmlns:a="http://schemas.openxmlformats.org/drawingml/2006/main" noGrp="1"/>
          </p:cNvSpPr>
          <p:nvPr/>
        </p:nvSpPr>
        <p:spPr>
          <a:xfrm xmlns:a="http://schemas.openxmlformats.org/drawingml/2006/main">
            <a:off x="666750" y="5524500"/>
            <a:ext cx="10763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φ₁ = +25°: the blue wave reaches its peak 3.86 ms earlier</a:t>
            </a:r>
          </a:p>
        </p:txBody>
      </p:sp>
      <p:sp>
        <p:nvSpPr>
          <p:cNvPr id="6" name="text">
            <a:extLst xmlns:a="http://schemas.openxmlformats.org/drawingml/2006/main">
              <a:ext uri="{FF2B5EF4-FFF2-40B4-BE49-F238E27FC236}">
                <a16:creationId xmlns:a16="http://schemas.microsoft.com/office/drawing/2014/main" id="{57B8DCFC-1F10-4204-829F-C0E9AE2C4624}"/>
              </a:ext>
            </a:extLst>
          </p:cNvPr>
          <p:cNvSpPr>
            <a:spLocks xmlns:a="http://schemas.openxmlformats.org/drawingml/2006/main" noGrp="1"/>
          </p:cNvSpPr>
          <p:nvPr/>
        </p:nvSpPr>
        <p:spPr>
          <a:xfrm xmlns:a="http://schemas.openxmlformats.org/drawingml/2006/main">
            <a:off x="666750" y="5991225"/>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61616"/>
                </a:solidFill>
                <a:latin typeface="Calibri"/>
                <a:ea typeface="Calibri"/>
                <a:cs typeface="Calibri"/>
              </a:defRPr>
            </a:pPr>
            <a:r>
              <a:rPr sz="1800" b="0">
                <a:solidFill>
                  <a:srgbClr val="161616"/>
                </a:solidFill>
                <a:latin typeface="Calibri"/>
                <a:ea typeface="Calibri"/>
                <a:cs typeface="Calibri"/>
              </a:rPr>
              <a:t>Time lead = φ₁ / (360° f₁). Positive phase shifts a sine wave to the left.</a:t>
            </a:r>
          </a:p>
        </p:txBody>
      </p:sp>
    </p:spTree>
    <p:extLst>
      <p:ext uri="{BB962C8B-B14F-4D97-AF65-F5344CB8AC3E}">
        <p14:creationId xmlns:p14="http://schemas.microsoft.com/office/powerpoint/2010/main" val="68437418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course">
            <a:extLst xmlns:a="http://schemas.openxmlformats.org/drawingml/2006/main">
              <a:ext uri="{FF2B5EF4-FFF2-40B4-BE49-F238E27FC236}">
                <a16:creationId xmlns:a16="http://schemas.microsoft.com/office/drawing/2014/main" id="{956E2001-F877-49D9-95A8-5F7DD44D2F41}"/>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F72175D8-62C0-49E7-BBBA-1AEC29B02B09}"/>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Mean and RMS</a:t>
            </a:r>
          </a:p>
        </p:txBody>
      </p:sp>
      <p:sp>
        <p:nvSpPr>
          <p:cNvPr id="3" name="page">
            <a:extLst xmlns:a="http://schemas.openxmlformats.org/drawingml/2006/main">
              <a:ext uri="{FF2B5EF4-FFF2-40B4-BE49-F238E27FC236}">
                <a16:creationId xmlns:a16="http://schemas.microsoft.com/office/drawing/2014/main" id="{D67E70C9-901C-4F02-8F19-F1A4B0AF3BBB}"/>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10</a:t>
            </a:r>
          </a:p>
        </p:txBody>
      </p:sp>
      <p:sp>
        <p:nvSpPr>
          <p:cNvPr id="4" name="text">
            <a:extLst xmlns:a="http://schemas.openxmlformats.org/drawingml/2006/main">
              <a:ext uri="{FF2B5EF4-FFF2-40B4-BE49-F238E27FC236}">
                <a16:creationId xmlns:a16="http://schemas.microsoft.com/office/drawing/2014/main" id="{CE0ADD8A-2363-44C7-AEF8-97CC53D7B8AB}"/>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MEAN</a:t>
            </a:r>
          </a:p>
        </p:txBody>
      </p:sp>
      <p:sp>
        <p:nvSpPr>
          <p:cNvPr id="5" name="text">
            <a:extLst xmlns:a="http://schemas.openxmlformats.org/drawingml/2006/main">
              <a:ext uri="{FF2B5EF4-FFF2-40B4-BE49-F238E27FC236}">
                <a16:creationId xmlns:a16="http://schemas.microsoft.com/office/drawing/2014/main" id="{97CC2091-AEA3-4A55-A3E4-00E1D3241D6A}"/>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RMS</a:t>
            </a:r>
          </a:p>
        </p:txBody>
      </p:sp>
      <p:sp>
        <p:nvSpPr>
          <p:cNvPr id="6" name="text">
            <a:extLst xmlns:a="http://schemas.openxmlformats.org/drawingml/2006/main">
              <a:ext uri="{FF2B5EF4-FFF2-40B4-BE49-F238E27FC236}">
                <a16:creationId xmlns:a16="http://schemas.microsoft.com/office/drawing/2014/main" id="{01E1F5C7-FC45-4613-B843-E8A1498DD034}"/>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Average signed level:</a:t>
            </a:r>
          </a:p>
        </p:txBody>
      </p:sp>
      <p:sp>
        <p:nvSpPr>
          <p:cNvPr id="7" name="text">
            <a:extLst xmlns:a="http://schemas.openxmlformats.org/drawingml/2006/main">
              <a:ext uri="{FF2B5EF4-FFF2-40B4-BE49-F238E27FC236}">
                <a16:creationId xmlns:a16="http://schemas.microsoft.com/office/drawing/2014/main" id="{658FA2EA-976E-4B49-86FE-39F9F924C0EE}"/>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mean = (1/N) Σ x[n]</a:t>
            </a:r>
          </a:p>
        </p:txBody>
      </p:sp>
      <p:sp>
        <p:nvSpPr>
          <p:cNvPr id="8" name="text">
            <a:extLst xmlns:a="http://schemas.openxmlformats.org/drawingml/2006/main">
              <a:ext uri="{FF2B5EF4-FFF2-40B4-BE49-F238E27FC236}">
                <a16:creationId xmlns:a16="http://schemas.microsoft.com/office/drawing/2014/main" id="{78C6ECBD-67E4-4554-8FDB-1E53E75834F5}"/>
              </a:ext>
            </a:extLst>
          </p:cNvPr>
          <p:cNvSpPr>
            <a:spLocks xmlns:a="http://schemas.openxmlformats.org/drawingml/2006/main" noGrp="1"/>
          </p:cNvSpPr>
          <p:nvPr/>
        </p:nvSpPr>
        <p:spPr>
          <a:xfrm xmlns:a="http://schemas.openxmlformats.org/drawingml/2006/main">
            <a:off x="1047750"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 is the sample count; x[n] is sample n.</a:t>
            </a:r>
          </a:p>
        </p:txBody>
      </p:sp>
      <p:sp>
        <p:nvSpPr>
          <p:cNvPr id="9" name="text">
            <a:extLst xmlns:a="http://schemas.openxmlformats.org/drawingml/2006/main">
              <a:ext uri="{FF2B5EF4-FFF2-40B4-BE49-F238E27FC236}">
                <a16:creationId xmlns:a16="http://schemas.microsoft.com/office/drawing/2014/main" id="{D06A3555-E663-4966-B296-2D3E1AE52579}"/>
              </a:ext>
            </a:extLst>
          </p:cNvPr>
          <p:cNvSpPr>
            <a:spLocks xmlns:a="http://schemas.openxmlformats.org/drawingml/2006/main" noGrp="1"/>
          </p:cNvSpPr>
          <p:nvPr/>
        </p:nvSpPr>
        <p:spPr>
          <a:xfrm xmlns:a="http://schemas.openxmlformats.org/drawingml/2006/main">
            <a:off x="1047750"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continuous one-second signal has zero mean.</a:t>
            </a:r>
          </a:p>
        </p:txBody>
      </p:sp>
      <p:sp>
        <p:nvSpPr>
          <p:cNvPr id="10" name="text">
            <a:extLst xmlns:a="http://schemas.openxmlformats.org/drawingml/2006/main">
              <a:ext uri="{FF2B5EF4-FFF2-40B4-BE49-F238E27FC236}">
                <a16:creationId xmlns:a16="http://schemas.microsoft.com/office/drawing/2014/main" id="{7ED02BA0-9ECE-4BBE-8B81-54BF7EEC7BE0}"/>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Typical signal size, independent of sign:</a:t>
            </a:r>
          </a:p>
        </p:txBody>
      </p:sp>
      <p:sp>
        <p:nvSpPr>
          <p:cNvPr id="11" name="text">
            <a:extLst xmlns:a="http://schemas.openxmlformats.org/drawingml/2006/main">
              <a:ext uri="{FF2B5EF4-FFF2-40B4-BE49-F238E27FC236}">
                <a16:creationId xmlns:a16="http://schemas.microsoft.com/office/drawing/2014/main" id="{6DE7FB26-D3C2-4992-ABAF-FB9974190D7C}"/>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RMS = sqrt((1/N) Σ x[n]²)</a:t>
            </a:r>
          </a:p>
        </p:txBody>
      </p:sp>
      <p:sp>
        <p:nvSpPr>
          <p:cNvPr id="12" name="text">
            <a:extLst xmlns:a="http://schemas.openxmlformats.org/drawingml/2006/main">
              <a:ext uri="{FF2B5EF4-FFF2-40B4-BE49-F238E27FC236}">
                <a16:creationId xmlns:a16="http://schemas.microsoft.com/office/drawing/2014/main" id="{6C67C8AC-CE0E-4B18-B4BA-A320C023A9BE}"/>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For these two distinct tones over complete cycles:</a:t>
            </a:r>
          </a:p>
        </p:txBody>
      </p:sp>
      <p:sp>
        <p:nvSpPr>
          <p:cNvPr id="13" name="text">
            <a:extLst xmlns:a="http://schemas.openxmlformats.org/drawingml/2006/main">
              <a:ext uri="{FF2B5EF4-FFF2-40B4-BE49-F238E27FC236}">
                <a16:creationId xmlns:a16="http://schemas.microsoft.com/office/drawing/2014/main" id="{5365ECD0-0C59-45DB-A27F-35A3479457D7}"/>
              </a:ext>
            </a:extLst>
          </p:cNvPr>
          <p:cNvSpPr>
            <a:spLocks xmlns:a="http://schemas.openxmlformats.org/drawingml/2006/main" noGrp="1"/>
          </p:cNvSpPr>
          <p:nvPr/>
        </p:nvSpPr>
        <p:spPr>
          <a:xfrm xmlns:a="http://schemas.openxmlformats.org/drawingml/2006/main">
            <a:off x="6238875"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RMS = sqrt((A₁² + A₂²)/2) = 0.9062 V</a:t>
            </a:r>
          </a:p>
        </p:txBody>
      </p:sp>
    </p:spTree>
    <p:extLst>
      <p:ext uri="{BB962C8B-B14F-4D97-AF65-F5344CB8AC3E}">
        <p14:creationId xmlns:p14="http://schemas.microsoft.com/office/powerpoint/2010/main" val="162425560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D92D67B3-E21B-4B5B-8F28-84F19372579C}"/>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D63791B8-B87E-465F-ACE6-AF6E0C744A70}"/>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Samples and the underlying waveform</a:t>
            </a:r>
          </a:p>
        </p:txBody>
      </p:sp>
      <p:sp>
        <p:nvSpPr>
          <p:cNvPr id="3" name="page">
            <a:extLst xmlns:a="http://schemas.openxmlformats.org/drawingml/2006/main">
              <a:ext uri="{FF2B5EF4-FFF2-40B4-BE49-F238E27FC236}">
                <a16:creationId xmlns:a16="http://schemas.microsoft.com/office/drawing/2014/main" id="{91C3B1BF-FDBE-43D6-AC31-39E3FF24EADF}"/>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11</a:t>
            </a:r>
          </a:p>
        </p:txBody>
      </p:sp>
      <p:graphicFrame>
        <p:nvGraphicFramePr>
          <p:cNvPr id="9" name="Chart"/>
          <p:cNvGraphicFramePr/>
          <p:nvPr/>
        </p:nvGraphicFramePr>
        <p:xfrm>
          <a:off xmlns:a="http://schemas.openxmlformats.org/drawingml/2006/main" x="619125" y="1571625"/>
          <a:ext xmlns:a="http://schemas.openxmlformats.org/drawingml/2006/main" cx="10858500" cy="4000500"/>
        </p:xfrm>
        <a:graphic xmlns:a="http://schemas.openxmlformats.org/drawingml/2006/main">
          <a:graphicData uri="http://schemas.openxmlformats.org/drawingml/2006/chart">
            <c:chart xmlns:r="http://schemas.openxmlformats.org/officeDocument/2006/relationships" xmlns:c="http://schemas.openxmlformats.org/drawingml/2006/chart" r:id="R72f5e413c2da4c67"/>
          </a:graphicData>
        </a:graphic>
      </p:graphicFrame>
      <p:sp>
        <p:nvSpPr>
          <p:cNvPr id="5" name="text">
            <a:extLst xmlns:a="http://schemas.openxmlformats.org/drawingml/2006/main">
              <a:ext uri="{FF2B5EF4-FFF2-40B4-BE49-F238E27FC236}">
                <a16:creationId xmlns:a16="http://schemas.microsoft.com/office/drawing/2014/main" id="{1A9A0050-6C4B-4C77-BF68-5E6C75BCC404}"/>
              </a:ext>
            </a:extLst>
          </p:cNvPr>
          <p:cNvSpPr>
            <a:spLocks xmlns:a="http://schemas.openxmlformats.org/drawingml/2006/main" noGrp="1"/>
          </p:cNvSpPr>
          <p:nvPr/>
        </p:nvSpPr>
        <p:spPr>
          <a:xfrm xmlns:a="http://schemas.openxmlformats.org/drawingml/2006/main">
            <a:off x="857250" y="5810250"/>
            <a:ext cx="1028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Markers are simulated samples of the known signal. Connecting lines add no measurements.</a:t>
            </a:r>
          </a:p>
        </p:txBody>
      </p:sp>
    </p:spTree>
    <p:extLst>
      <p:ext uri="{BB962C8B-B14F-4D97-AF65-F5344CB8AC3E}">
        <p14:creationId xmlns:p14="http://schemas.microsoft.com/office/powerpoint/2010/main" val="24414862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92D6B4BA-6CF0-4B14-B695-3765C46B838D}"/>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AEF696C2-E5AF-4319-ADBF-798E66C202A1}"/>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Sample rate, interval, and record length</a:t>
            </a:r>
          </a:p>
        </p:txBody>
      </p:sp>
      <p:sp>
        <p:nvSpPr>
          <p:cNvPr id="3" name="page">
            <a:extLst xmlns:a="http://schemas.openxmlformats.org/drawingml/2006/main">
              <a:ext uri="{FF2B5EF4-FFF2-40B4-BE49-F238E27FC236}">
                <a16:creationId xmlns:a16="http://schemas.microsoft.com/office/drawing/2014/main" id="{945E62AA-054B-42FC-8C57-398571DABB37}"/>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12</a:t>
            </a:r>
          </a:p>
        </p:txBody>
      </p:sp>
      <p:sp>
        <p:nvSpPr>
          <p:cNvPr id="4" name="code">
            <a:extLst xmlns:a="http://schemas.openxmlformats.org/drawingml/2006/main">
              <a:ext uri="{FF2B5EF4-FFF2-40B4-BE49-F238E27FC236}">
                <a16:creationId xmlns:a16="http://schemas.microsoft.com/office/drawing/2014/main" id="{BE85AC3C-9C8B-4F41-8F13-2B75A0630AE0}"/>
              </a:ext>
            </a:extLst>
          </p:cNvPr>
          <p:cNvSpPr>
            <a:spLocks xmlns:a="http://schemas.openxmlformats.org/drawingml/2006/main" noGrp="1"/>
          </p:cNvSpPr>
          <p:nvPr/>
        </p:nvSpPr>
        <p:spPr>
          <a:xfrm xmlns:a="http://schemas.openxmlformats.org/drawingml/2006/main">
            <a:off x="666750" y="1619250"/>
            <a:ext cx="10858500" cy="4000500"/>
          </a:xfrm>
          <a:prstGeom xmlns:a="http://schemas.openxmlformats.org/drawingml/2006/main" prst="rect">
            <a:avLst/>
          </a:prstGeom>
          <a:solidFill xmlns:a="http://schemas.openxmlformats.org/drawingml/2006/main">
            <a:srgbClr val="F2F3F5"/>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fs = 126.0                 # samples per second</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dt = 1/fs                  # seconds between samples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duration = 1.00            # seconds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n = int(round(duration*fs))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t = np.arange(n)/fs</a:t>
            </a:r>
          </a:p>
          <a:p xmlns:a="http://schemas.openxmlformats.org/drawingml/2006/main">
            <a:r>
              <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print(dt, n, t[-1])</a:t>
            </a:r>
          </a:p>
        </p:txBody>
      </p:sp>
      <p:sp>
        <p:nvSpPr>
          <p:cNvPr id="5" name="text">
            <a:extLst xmlns:a="http://schemas.openxmlformats.org/drawingml/2006/main">
              <a:ext uri="{FF2B5EF4-FFF2-40B4-BE49-F238E27FC236}">
                <a16:creationId xmlns:a16="http://schemas.microsoft.com/office/drawing/2014/main" id="{0671449E-EA93-4680-9581-96F103D2E548}"/>
              </a:ext>
            </a:extLst>
          </p:cNvPr>
          <p:cNvSpPr>
            <a:spLocks xmlns:a="http://schemas.openxmlformats.org/drawingml/2006/main" noGrp="1"/>
          </p:cNvSpPr>
          <p:nvPr/>
        </p:nvSpPr>
        <p:spPr>
          <a:xfrm xmlns:a="http://schemas.openxmlformats.org/drawingml/2006/main">
            <a:off x="714375" y="57912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Δt = 7.94 ms; N = 126; last sample = 0.9921 s. FFT record duration = N/fs = 1.00 s.</a:t>
            </a:r>
          </a:p>
        </p:txBody>
      </p:sp>
    </p:spTree>
    <p:extLst>
      <p:ext uri="{BB962C8B-B14F-4D97-AF65-F5344CB8AC3E}">
        <p14:creationId xmlns:p14="http://schemas.microsoft.com/office/powerpoint/2010/main" val="116968866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BCEC3CB2-3B27-4B5C-833E-BB8F5E1327D9}"/>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A4646E22-54E2-4385-98F2-6BB0BB3CD37C}"/>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Nyquist frequency</a:t>
            </a:r>
          </a:p>
        </p:txBody>
      </p:sp>
      <p:sp>
        <p:nvSpPr>
          <p:cNvPr id="3" name="page">
            <a:extLst xmlns:a="http://schemas.openxmlformats.org/drawingml/2006/main">
              <a:ext uri="{FF2B5EF4-FFF2-40B4-BE49-F238E27FC236}">
                <a16:creationId xmlns:a16="http://schemas.microsoft.com/office/drawing/2014/main" id="{34C569B1-3362-4ABE-B8E4-89DD2CABBE25}"/>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13</a:t>
            </a:r>
          </a:p>
        </p:txBody>
      </p:sp>
      <p:sp>
        <p:nvSpPr>
          <p:cNvPr id="4" name="text">
            <a:extLst xmlns:a="http://schemas.openxmlformats.org/drawingml/2006/main">
              <a:ext uri="{FF2B5EF4-FFF2-40B4-BE49-F238E27FC236}">
                <a16:creationId xmlns:a16="http://schemas.microsoft.com/office/drawing/2014/main" id="{F1AE0523-CEB3-448C-9618-9FA49DC4BC65}"/>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FAD00A85-4365-4842-9DB0-DCE9FD846F6D}"/>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Samples per cycle = fs / fsignal</a:t>
            </a:r>
          </a:p>
        </p:txBody>
      </p:sp>
      <p:sp>
        <p:nvSpPr>
          <p:cNvPr id="6" name="text">
            <a:extLst xmlns:a="http://schemas.openxmlformats.org/drawingml/2006/main">
              <a:ext uri="{FF2B5EF4-FFF2-40B4-BE49-F238E27FC236}">
                <a16:creationId xmlns:a16="http://schemas.microsoft.com/office/drawing/2014/main" id="{DC18033B-75E0-41B8-8A71-475E57962357}"/>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D079734E-2BB5-4F62-B1FD-0F2138E22C0D}"/>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For a baseband signal, fN = fs/2 is the highest unaliased frequency boundary</a:t>
            </a:r>
          </a:p>
        </p:txBody>
      </p:sp>
      <p:sp>
        <p:nvSpPr>
          <p:cNvPr id="8" name="text">
            <a:extLst xmlns:a="http://schemas.openxmlformats.org/drawingml/2006/main">
              <a:ext uri="{FF2B5EF4-FFF2-40B4-BE49-F238E27FC236}">
                <a16:creationId xmlns:a16="http://schemas.microsoft.com/office/drawing/2014/main" id="{F7AA4E58-F01D-4A89-B5B3-EA90A5BCB7B1}"/>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DE1E95BC-B44D-4ECB-9D1C-376DE3393531}"/>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For the 42 Hz tone, fs must be greater than 84 Hz</a:t>
            </a:r>
          </a:p>
        </p:txBody>
      </p:sp>
      <p:sp>
        <p:nvSpPr>
          <p:cNvPr id="10" name="text">
            <a:extLst xmlns:a="http://schemas.openxmlformats.org/drawingml/2006/main">
              <a:ext uri="{FF2B5EF4-FFF2-40B4-BE49-F238E27FC236}">
                <a16:creationId xmlns:a16="http://schemas.microsoft.com/office/drawing/2014/main" id="{33EC5799-73BA-4C47-A222-7904C338DEB0}"/>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128A54CB-365C-48A0-963F-47D04A33465D}"/>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336 and 126 Hz satisfy fs &gt; 2 fmax. Real acquisition also needs anti-alias filtering</a:t>
            </a:r>
          </a:p>
        </p:txBody>
      </p:sp>
    </p:spTree>
    <p:extLst>
      <p:ext uri="{BB962C8B-B14F-4D97-AF65-F5344CB8AC3E}">
        <p14:creationId xmlns:p14="http://schemas.microsoft.com/office/powerpoint/2010/main" val="66342575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course">
            <a:extLst xmlns:a="http://schemas.openxmlformats.org/drawingml/2006/main">
              <a:ext uri="{FF2B5EF4-FFF2-40B4-BE49-F238E27FC236}">
                <a16:creationId xmlns:a16="http://schemas.microsoft.com/office/drawing/2014/main" id="{47FBDB57-C17B-43CC-95F1-2FE634D2D9A0}"/>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A41C7A86-FCE9-4E71-B2E8-4878675E143D}"/>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Aliasing changes the measured frequency</a:t>
            </a:r>
          </a:p>
        </p:txBody>
      </p:sp>
      <p:sp>
        <p:nvSpPr>
          <p:cNvPr id="3" name="page">
            <a:extLst xmlns:a="http://schemas.openxmlformats.org/drawingml/2006/main">
              <a:ext uri="{FF2B5EF4-FFF2-40B4-BE49-F238E27FC236}">
                <a16:creationId xmlns:a16="http://schemas.microsoft.com/office/drawing/2014/main" id="{CFFF9E20-9B86-4AFB-982F-6ADB79B3FEF1}"/>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14</a:t>
            </a:r>
          </a:p>
        </p:txBody>
      </p:sp>
      <p:graphicFrame>
        <p:nvGraphicFramePr>
          <p:cNvPr id="10" name="Chart"/>
          <p:cNvGraphicFramePr/>
          <p:nvPr/>
        </p:nvGraphicFramePr>
        <p:xfrm>
          <a:off xmlns:a="http://schemas.openxmlformats.org/drawingml/2006/main" x="571500" y="1524000"/>
          <a:ext xmlns:a="http://schemas.openxmlformats.org/drawingml/2006/main" cx="10858500" cy="3905250"/>
        </p:xfrm>
        <a:graphic xmlns:a="http://schemas.openxmlformats.org/drawingml/2006/main">
          <a:graphicData uri="http://schemas.openxmlformats.org/drawingml/2006/chart">
            <c:chart xmlns:r="http://schemas.openxmlformats.org/officeDocument/2006/relationships" xmlns:c="http://schemas.openxmlformats.org/drawingml/2006/chart" r:id="R497a009e07054718"/>
          </a:graphicData>
        </a:graphic>
      </p:graphicFrame>
      <p:sp>
        <p:nvSpPr>
          <p:cNvPr id="5" name="text">
            <a:extLst xmlns:a="http://schemas.openxmlformats.org/drawingml/2006/main">
              <a:ext uri="{FF2B5EF4-FFF2-40B4-BE49-F238E27FC236}">
                <a16:creationId xmlns:a16="http://schemas.microsoft.com/office/drawing/2014/main" id="{83E1FA1B-9542-458F-A826-7647A297B7E6}"/>
              </a:ext>
            </a:extLst>
          </p:cNvPr>
          <p:cNvSpPr>
            <a:spLocks xmlns:a="http://schemas.openxmlformats.org/drawingml/2006/main" noGrp="1"/>
          </p:cNvSpPr>
          <p:nvPr/>
        </p:nvSpPr>
        <p:spPr>
          <a:xfrm xmlns:a="http://schemas.openxmlformats.org/drawingml/2006/main">
            <a:off x="666750" y="552450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881C1C"/>
                </a:solidFill>
                <a:latin typeface="Calibri"/>
                <a:ea typeface="Calibri"/>
                <a:cs typeface="Calibri"/>
              </a:defRPr>
            </a:pPr>
            <a:r>
              <a:rPr sz="2100" b="1">
                <a:solidFill>
                  <a:srgbClr val="881C1C"/>
                </a:solidFill>
                <a:latin typeface="Calibri"/>
                <a:ea typeface="Calibri"/>
                <a:cs typeface="Calibri"/>
              </a:rPr>
              <a:t>Both waves give the same sample values at fs = 48 Hz</a:t>
            </a:r>
          </a:p>
        </p:txBody>
      </p:sp>
      <p:sp>
        <p:nvSpPr>
          <p:cNvPr id="6" name="text">
            <a:extLst xmlns:a="http://schemas.openxmlformats.org/drawingml/2006/main">
              <a:ext uri="{FF2B5EF4-FFF2-40B4-BE49-F238E27FC236}">
                <a16:creationId xmlns:a16="http://schemas.microsoft.com/office/drawing/2014/main" id="{5E363718-FF0E-4124-BEF1-6BA16C7C18EB}"/>
              </a:ext>
            </a:extLst>
          </p:cNvPr>
          <p:cNvSpPr>
            <a:spLocks xmlns:a="http://schemas.openxmlformats.org/drawingml/2006/main" noGrp="1"/>
          </p:cNvSpPr>
          <p:nvPr/>
        </p:nvSpPr>
        <p:spPr>
          <a:xfrm xmlns:a="http://schemas.openxmlformats.org/drawingml/2006/main">
            <a:off x="666750" y="600075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61616"/>
                </a:solidFill>
                <a:latin typeface="Calibri"/>
                <a:ea typeface="Calibri"/>
                <a:cs typeface="Calibri"/>
              </a:defRPr>
            </a:pPr>
            <a:r>
              <a:rPr sz="1800" b="0">
                <a:solidFill>
                  <a:srgbClr val="161616"/>
                </a:solidFill>
                <a:latin typeface="Calibri"/>
                <a:ea typeface="Calibri"/>
                <a:cs typeface="Calibri"/>
              </a:rPr>
              <a:t>42 Hz folds to |42 − 48| = 6 Hz. The signal itself has not changed.</a:t>
            </a:r>
          </a:p>
        </p:txBody>
      </p:sp>
    </p:spTree>
    <p:extLst>
      <p:ext uri="{BB962C8B-B14F-4D97-AF65-F5344CB8AC3E}">
        <p14:creationId xmlns:p14="http://schemas.microsoft.com/office/powerpoint/2010/main" val="157508467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36003F0E-5369-411D-96C3-34B270013A84}"/>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BB75E4EC-C24F-469D-B5FC-14D853602445}"/>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The prepared sampling analysis</a:t>
            </a:r>
          </a:p>
        </p:txBody>
      </p:sp>
      <p:sp>
        <p:nvSpPr>
          <p:cNvPr id="3" name="page">
            <a:extLst xmlns:a="http://schemas.openxmlformats.org/drawingml/2006/main">
              <a:ext uri="{FF2B5EF4-FFF2-40B4-BE49-F238E27FC236}">
                <a16:creationId xmlns:a16="http://schemas.microsoft.com/office/drawing/2014/main" id="{013A5F7A-3318-47C2-B1D9-005482BBFFAF}"/>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15</a:t>
            </a:r>
          </a:p>
        </p:txBody>
      </p:sp>
      <p:sp>
        <p:nvSpPr>
          <p:cNvPr id="4" name="code">
            <a:extLst xmlns:a="http://schemas.openxmlformats.org/drawingml/2006/main">
              <a:ext uri="{FF2B5EF4-FFF2-40B4-BE49-F238E27FC236}">
                <a16:creationId xmlns:a16="http://schemas.microsoft.com/office/drawing/2014/main" id="{B30861D9-A69B-4069-9334-9C501B37E0C1}"/>
              </a:ext>
            </a:extLst>
          </p:cNvPr>
          <p:cNvSpPr>
            <a:spLocks xmlns:a="http://schemas.openxmlformats.org/drawingml/2006/main" noGrp="1"/>
          </p:cNvSpPr>
          <p:nvPr/>
        </p:nvSpPr>
        <p:spPr>
          <a:xfrm xmlns:a="http://schemas.openxmlformats.org/drawingml/2006/main">
            <a:off x="666750" y="1619250"/>
            <a:ext cx="10858500" cy="4000500"/>
          </a:xfrm>
          <a:prstGeom xmlns:a="http://schemas.openxmlformats.org/drawingml/2006/main" prst="rect">
            <a:avLst/>
          </a:prstGeom>
          <a:solidFill xmlns:a="http://schemas.openxmlformats.org/drawingml/2006/main">
            <a:srgbClr val="F2F3F5"/>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for fs in sample_rates: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n = int(round(duration*fs))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t = np.arange(n)/fs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x = signal(t)</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records[fs] = (t, x)</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sample_mean, sample_rms = mean_and_rms(x)</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print(fs, sample_mean, sample_rms)</a:t>
            </a:r>
          </a:p>
        </p:txBody>
      </p:sp>
      <p:sp>
        <p:nvSpPr>
          <p:cNvPr id="5" name="text">
            <a:extLst xmlns:a="http://schemas.openxmlformats.org/drawingml/2006/main">
              <a:ext uri="{FF2B5EF4-FFF2-40B4-BE49-F238E27FC236}">
                <a16:creationId xmlns:a16="http://schemas.microsoft.com/office/drawing/2014/main" id="{2E429E65-DE8C-4361-9CAA-929705BB82CA}"/>
              </a:ext>
            </a:extLst>
          </p:cNvPr>
          <p:cNvSpPr>
            <a:spLocks xmlns:a="http://schemas.openxmlformats.org/drawingml/2006/main" noGrp="1"/>
          </p:cNvSpPr>
          <p:nvPr/>
        </p:nvSpPr>
        <p:spPr>
          <a:xfrm xmlns:a="http://schemas.openxmlformats.org/drawingml/2006/main">
            <a:off x="714375" y="57912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Students transfer the printed values to an analysis table and calculate RMS percent error.</a:t>
            </a:r>
          </a:p>
        </p:txBody>
      </p:sp>
    </p:spTree>
    <p:extLst>
      <p:ext uri="{BB962C8B-B14F-4D97-AF65-F5344CB8AC3E}">
        <p14:creationId xmlns:p14="http://schemas.microsoft.com/office/powerpoint/2010/main" val="86581646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D0EA52D5-E4C9-42EF-A565-D549D0386FE1}"/>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86C48743-F411-4800-8FA2-B1A6A34259D2}"/>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Reading the time-domain figures</a:t>
            </a:r>
          </a:p>
        </p:txBody>
      </p:sp>
      <p:sp>
        <p:nvSpPr>
          <p:cNvPr id="3" name="page">
            <a:extLst xmlns:a="http://schemas.openxmlformats.org/drawingml/2006/main">
              <a:ext uri="{FF2B5EF4-FFF2-40B4-BE49-F238E27FC236}">
                <a16:creationId xmlns:a16="http://schemas.microsoft.com/office/drawing/2014/main" id="{08721B69-A2D1-4E18-90B8-D63084602221}"/>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16</a:t>
            </a:r>
          </a:p>
        </p:txBody>
      </p:sp>
      <p:sp>
        <p:nvSpPr>
          <p:cNvPr id="4" name="text">
            <a:extLst xmlns:a="http://schemas.openxmlformats.org/drawingml/2006/main">
              <a:ext uri="{FF2B5EF4-FFF2-40B4-BE49-F238E27FC236}">
                <a16:creationId xmlns:a16="http://schemas.microsoft.com/office/drawing/2014/main" id="{35D58D64-1B46-480F-A48D-BA7EA8DFF678}"/>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2CF1EFE4-08F3-4E00-B0B9-A0908DFDC6AC}"/>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Compare sample markers with the dense reference over the same time window</a:t>
            </a:r>
          </a:p>
        </p:txBody>
      </p:sp>
      <p:sp>
        <p:nvSpPr>
          <p:cNvPr id="6" name="text">
            <a:extLst xmlns:a="http://schemas.openxmlformats.org/drawingml/2006/main">
              <a:ext uri="{FF2B5EF4-FFF2-40B4-BE49-F238E27FC236}">
                <a16:creationId xmlns:a16="http://schemas.microsoft.com/office/drawing/2014/main" id="{4B620B85-0846-4160-BF09-BB41D98D0A47}"/>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B1C2171D-4629-4964-B89D-C2B8980F50AE}"/>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Look for too few points per cycle and apparent changes in shape</a:t>
            </a:r>
          </a:p>
        </p:txBody>
      </p:sp>
      <p:sp>
        <p:nvSpPr>
          <p:cNvPr id="8" name="text">
            <a:extLst xmlns:a="http://schemas.openxmlformats.org/drawingml/2006/main">
              <a:ext uri="{FF2B5EF4-FFF2-40B4-BE49-F238E27FC236}">
                <a16:creationId xmlns:a16="http://schemas.microsoft.com/office/drawing/2014/main" id="{FAA2834D-9989-4C50-A1B6-B7032CD5385A}"/>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8DA78334-109B-4218-932B-1EBA28FF39AC}"/>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Read the printed mean and RMS values</a:t>
            </a:r>
          </a:p>
        </p:txBody>
      </p:sp>
      <p:sp>
        <p:nvSpPr>
          <p:cNvPr id="10" name="text">
            <a:extLst xmlns:a="http://schemas.openxmlformats.org/drawingml/2006/main">
              <a:ext uri="{FF2B5EF4-FFF2-40B4-BE49-F238E27FC236}">
                <a16:creationId xmlns:a16="http://schemas.microsoft.com/office/drawing/2014/main" id="{2B4DD0F7-5BE4-4DA3-92F3-7AFA4B2ADE42}"/>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BA0B0CC9-B452-4DB0-83D1-0F1F9F2557E4}"/>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Avoid judging sample quality from smooth connecting lines</a:t>
            </a:r>
          </a:p>
        </p:txBody>
      </p:sp>
    </p:spTree>
    <p:extLst>
      <p:ext uri="{BB962C8B-B14F-4D97-AF65-F5344CB8AC3E}">
        <p14:creationId xmlns:p14="http://schemas.microsoft.com/office/powerpoint/2010/main" val="99733564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9124EAAE-5934-43B5-8555-1616485B4824}"/>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44BF4CA0-70F8-4BFA-A38D-A9A173B842E1}"/>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FFT peaks, windowing, and amplitude</a:t>
            </a:r>
          </a:p>
        </p:txBody>
      </p:sp>
      <p:sp>
        <p:nvSpPr>
          <p:cNvPr id="3" name="page">
            <a:extLst xmlns:a="http://schemas.openxmlformats.org/drawingml/2006/main">
              <a:ext uri="{FF2B5EF4-FFF2-40B4-BE49-F238E27FC236}">
                <a16:creationId xmlns:a16="http://schemas.microsoft.com/office/drawing/2014/main" id="{903A29F8-E7E1-45C1-A1F4-1DF0651B1613}"/>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17</a:t>
            </a:r>
          </a:p>
        </p:txBody>
      </p:sp>
      <p:sp>
        <p:nvSpPr>
          <p:cNvPr id="4" name="text">
            <a:extLst xmlns:a="http://schemas.openxmlformats.org/drawingml/2006/main">
              <a:ext uri="{FF2B5EF4-FFF2-40B4-BE49-F238E27FC236}">
                <a16:creationId xmlns:a16="http://schemas.microsoft.com/office/drawing/2014/main" id="{0F10089A-C08C-4427-B5F0-B985883A0A17}"/>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READING THE SPECTRUM</a:t>
            </a:r>
          </a:p>
        </p:txBody>
      </p:sp>
      <p:sp>
        <p:nvSpPr>
          <p:cNvPr id="5" name="text">
            <a:extLst xmlns:a="http://schemas.openxmlformats.org/drawingml/2006/main">
              <a:ext uri="{FF2B5EF4-FFF2-40B4-BE49-F238E27FC236}">
                <a16:creationId xmlns:a16="http://schemas.microsoft.com/office/drawing/2014/main" id="{56BB46C8-D5DB-4826-8BC2-5CF68E7D1230}"/>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WHY USE A WINDOW?</a:t>
            </a:r>
          </a:p>
        </p:txBody>
      </p:sp>
      <p:sp>
        <p:nvSpPr>
          <p:cNvPr id="6" name="text">
            <a:extLst xmlns:a="http://schemas.openxmlformats.org/drawingml/2006/main">
              <a:ext uri="{FF2B5EF4-FFF2-40B4-BE49-F238E27FC236}">
                <a16:creationId xmlns:a16="http://schemas.microsoft.com/office/drawing/2014/main" id="{D7258540-5F6E-4E25-A0CB-6C02370B33DC}"/>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Horizontal axis: frequency (Hz).</a:t>
            </a:r>
          </a:p>
        </p:txBody>
      </p:sp>
      <p:sp>
        <p:nvSpPr>
          <p:cNvPr id="7" name="text">
            <a:extLst xmlns:a="http://schemas.openxmlformats.org/drawingml/2006/main">
              <a:ext uri="{FF2B5EF4-FFF2-40B4-BE49-F238E27FC236}">
                <a16:creationId xmlns:a16="http://schemas.microsoft.com/office/drawing/2014/main" id="{1343F7C9-6388-4217-BEA7-5FB2F9C9B14E}"/>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Peak location identifies a tone.</a:t>
            </a:r>
          </a:p>
        </p:txBody>
      </p:sp>
      <p:sp>
        <p:nvSpPr>
          <p:cNvPr id="8" name="text">
            <a:extLst xmlns:a="http://schemas.openxmlformats.org/drawingml/2006/main">
              <a:ext uri="{FF2B5EF4-FFF2-40B4-BE49-F238E27FC236}">
                <a16:creationId xmlns:a16="http://schemas.microsoft.com/office/drawing/2014/main" id="{4FB48F63-29BE-4E73-9D81-F38F15D8E924}"/>
              </a:ext>
            </a:extLst>
          </p:cNvPr>
          <p:cNvSpPr>
            <a:spLocks xmlns:a="http://schemas.openxmlformats.org/drawingml/2006/main" noGrp="1"/>
          </p:cNvSpPr>
          <p:nvPr/>
        </p:nvSpPr>
        <p:spPr>
          <a:xfrm xmlns:a="http://schemas.openxmlformats.org/drawingml/2006/main">
            <a:off x="1047750"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Peak height estimates amplitude (V).</a:t>
            </a:r>
          </a:p>
        </p:txBody>
      </p:sp>
      <p:sp>
        <p:nvSpPr>
          <p:cNvPr id="9" name="text">
            <a:extLst xmlns:a="http://schemas.openxmlformats.org/drawingml/2006/main">
              <a:ext uri="{FF2B5EF4-FFF2-40B4-BE49-F238E27FC236}">
                <a16:creationId xmlns:a16="http://schemas.microsoft.com/office/drawing/2014/main" id="{06BD3AF4-9F51-4556-A0E8-5C22AB0849D4}"/>
              </a:ext>
            </a:extLst>
          </p:cNvPr>
          <p:cNvSpPr>
            <a:spLocks xmlns:a="http://schemas.openxmlformats.org/drawingml/2006/main" noGrp="1"/>
          </p:cNvSpPr>
          <p:nvPr/>
        </p:nvSpPr>
        <p:spPr>
          <a:xfrm xmlns:a="http://schemas.openxmlformats.org/drawingml/2006/main">
            <a:off x="1047750" y="40195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One-sided means nonnegative frequencies for a real-valued signal.</a:t>
            </a:r>
          </a:p>
        </p:txBody>
      </p:sp>
      <p:sp>
        <p:nvSpPr>
          <p:cNvPr id="10" name="text">
            <a:extLst xmlns:a="http://schemas.openxmlformats.org/drawingml/2006/main">
              <a:ext uri="{FF2B5EF4-FFF2-40B4-BE49-F238E27FC236}">
                <a16:creationId xmlns:a16="http://schemas.microsoft.com/office/drawing/2014/main" id="{A162D348-AAE2-45CF-B1E2-4110821E372A}"/>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 finite record may end mid-cycle.</a:t>
            </a:r>
          </a:p>
        </p:txBody>
      </p:sp>
      <p:sp>
        <p:nvSpPr>
          <p:cNvPr id="11" name="text">
            <a:extLst xmlns:a="http://schemas.openxmlformats.org/drawingml/2006/main">
              <a:ext uri="{FF2B5EF4-FFF2-40B4-BE49-F238E27FC236}">
                <a16:creationId xmlns:a16="http://schemas.microsoft.com/office/drawing/2014/main" id="{B70FE5B5-8734-41F3-9C5D-BB7C75AF519C}"/>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This spreads a tone across FFT bins (leakage).</a:t>
            </a:r>
          </a:p>
        </p:txBody>
      </p:sp>
      <p:sp>
        <p:nvSpPr>
          <p:cNvPr id="12" name="text">
            <a:extLst xmlns:a="http://schemas.openxmlformats.org/drawingml/2006/main">
              <a:ext uri="{FF2B5EF4-FFF2-40B4-BE49-F238E27FC236}">
                <a16:creationId xmlns:a16="http://schemas.microsoft.com/office/drawing/2014/main" id="{3B80E3F4-89A0-4E85-AA6F-4C2A683F4EE3}"/>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 Hann window reduces leakage but widens peaks. Gain correction adjusts amplitude scaling.</a:t>
            </a:r>
          </a:p>
        </p:txBody>
      </p:sp>
    </p:spTree>
    <p:extLst>
      <p:ext uri="{BB962C8B-B14F-4D97-AF65-F5344CB8AC3E}">
        <p14:creationId xmlns:p14="http://schemas.microsoft.com/office/powerpoint/2010/main" val="185937624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6B0B181C-134D-4037-B81A-22E951B227B6}"/>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45A2E38F-8D33-4FC1-81A1-DD08DB1A561E}"/>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Record duration and FFT-bin spacing</a:t>
            </a:r>
          </a:p>
        </p:txBody>
      </p:sp>
      <p:sp>
        <p:nvSpPr>
          <p:cNvPr id="3" name="page">
            <a:extLst xmlns:a="http://schemas.openxmlformats.org/drawingml/2006/main">
              <a:ext uri="{FF2B5EF4-FFF2-40B4-BE49-F238E27FC236}">
                <a16:creationId xmlns:a16="http://schemas.microsoft.com/office/drawing/2014/main" id="{7CC8BDE3-FA4C-4DEB-A69C-777CB5026A0F}"/>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18</a:t>
            </a:r>
          </a:p>
        </p:txBody>
      </p:sp>
      <p:sp>
        <p:nvSpPr>
          <p:cNvPr id="4" name="text">
            <a:extLst xmlns:a="http://schemas.openxmlformats.org/drawingml/2006/main">
              <a:ext uri="{FF2B5EF4-FFF2-40B4-BE49-F238E27FC236}">
                <a16:creationId xmlns:a16="http://schemas.microsoft.com/office/drawing/2014/main" id="{C99BF508-24AC-401D-A4D8-1D38B3CCEE94}"/>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SHORT RECORD: T = 0.25 s</a:t>
            </a:r>
          </a:p>
        </p:txBody>
      </p:sp>
      <p:sp>
        <p:nvSpPr>
          <p:cNvPr id="5" name="text">
            <a:extLst xmlns:a="http://schemas.openxmlformats.org/drawingml/2006/main">
              <a:ext uri="{FF2B5EF4-FFF2-40B4-BE49-F238E27FC236}">
                <a16:creationId xmlns:a16="http://schemas.microsoft.com/office/drawing/2014/main" id="{194CDF57-E4B6-4924-BD81-7ADF2BEDDA97}"/>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LONGER RECORD: T = 1.00 s</a:t>
            </a:r>
          </a:p>
        </p:txBody>
      </p:sp>
      <p:sp>
        <p:nvSpPr>
          <p:cNvPr id="6" name="text">
            <a:extLst xmlns:a="http://schemas.openxmlformats.org/drawingml/2006/main">
              <a:ext uri="{FF2B5EF4-FFF2-40B4-BE49-F238E27FC236}">
                <a16:creationId xmlns:a16="http://schemas.microsoft.com/office/drawing/2014/main" id="{B8C75CEE-914D-4312-B397-C7ABBD8730F0}"/>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Bin spacing Δf = 1/T = 4 Hz</a:t>
            </a:r>
          </a:p>
        </p:txBody>
      </p:sp>
      <p:sp>
        <p:nvSpPr>
          <p:cNvPr id="7" name="text">
            <a:extLst xmlns:a="http://schemas.openxmlformats.org/drawingml/2006/main">
              <a:ext uri="{FF2B5EF4-FFF2-40B4-BE49-F238E27FC236}">
                <a16:creationId xmlns:a16="http://schemas.microsoft.com/office/drawing/2014/main" id="{40D51857-BA54-40DE-9367-AEE6C118AA90}"/>
              </a:ext>
            </a:extLst>
          </p:cNvPr>
          <p:cNvSpPr>
            <a:spLocks xmlns:a="http://schemas.openxmlformats.org/drawingml/2006/main" noGrp="1"/>
          </p:cNvSpPr>
          <p:nvPr/>
        </p:nvSpPr>
        <p:spPr>
          <a:xfrm xmlns:a="http://schemas.openxmlformats.org/drawingml/2006/main">
            <a:off x="1047750"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For N = 84 at fs = 336 Hz.</a:t>
            </a:r>
          </a:p>
        </p:txBody>
      </p:sp>
      <p:sp>
        <p:nvSpPr>
          <p:cNvPr id="8" name="text">
            <a:extLst xmlns:a="http://schemas.openxmlformats.org/drawingml/2006/main">
              <a:ext uri="{FF2B5EF4-FFF2-40B4-BE49-F238E27FC236}">
                <a16:creationId xmlns:a16="http://schemas.microsoft.com/office/drawing/2014/main" id="{BCA5DB65-4B8C-4B48-8CC1-44C52378D9BF}"/>
              </a:ext>
            </a:extLst>
          </p:cNvPr>
          <p:cNvSpPr>
            <a:spLocks xmlns:a="http://schemas.openxmlformats.org/drawingml/2006/main" noGrp="1"/>
          </p:cNvSpPr>
          <p:nvPr/>
        </p:nvSpPr>
        <p:spPr>
          <a:xfrm xmlns:a="http://schemas.openxmlformats.org/drawingml/2006/main">
            <a:off x="1047750"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18 Hz and 42 Hz lie between bins, so their peaks spread.</a:t>
            </a:r>
          </a:p>
        </p:txBody>
      </p:sp>
      <p:sp>
        <p:nvSpPr>
          <p:cNvPr id="9" name="text">
            <a:extLst xmlns:a="http://schemas.openxmlformats.org/drawingml/2006/main">
              <a:ext uri="{FF2B5EF4-FFF2-40B4-BE49-F238E27FC236}">
                <a16:creationId xmlns:a16="http://schemas.microsoft.com/office/drawing/2014/main" id="{0F721C4C-AD88-41DD-AC5F-D01DF98FB2AA}"/>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Bin spacing Δf = 1/T = 1 Hz</a:t>
            </a:r>
          </a:p>
        </p:txBody>
      </p:sp>
      <p:sp>
        <p:nvSpPr>
          <p:cNvPr id="10" name="text">
            <a:extLst xmlns:a="http://schemas.openxmlformats.org/drawingml/2006/main">
              <a:ext uri="{FF2B5EF4-FFF2-40B4-BE49-F238E27FC236}">
                <a16:creationId xmlns:a16="http://schemas.microsoft.com/office/drawing/2014/main" id="{E575AA70-837E-4798-8040-80313AA6B996}"/>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For N = 336 at fs = 336 Hz.</a:t>
            </a:r>
          </a:p>
        </p:txBody>
      </p:sp>
      <p:sp>
        <p:nvSpPr>
          <p:cNvPr id="11" name="text">
            <a:extLst xmlns:a="http://schemas.openxmlformats.org/drawingml/2006/main">
              <a:ext uri="{FF2B5EF4-FFF2-40B4-BE49-F238E27FC236}">
                <a16:creationId xmlns:a16="http://schemas.microsoft.com/office/drawing/2014/main" id="{E82579A2-9B4B-4AFE-9E57-8DE39BCA033B}"/>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18 Hz and 42 Hz fall on bins. Resolution also depends on the window.</a:t>
            </a:r>
          </a:p>
        </p:txBody>
      </p:sp>
    </p:spTree>
    <p:extLst>
      <p:ext uri="{BB962C8B-B14F-4D97-AF65-F5344CB8AC3E}">
        <p14:creationId xmlns:p14="http://schemas.microsoft.com/office/powerpoint/2010/main" val="103929288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urse">
            <a:extLst xmlns:a="http://schemas.openxmlformats.org/drawingml/2006/main">
              <a:ext uri="{FF2B5EF4-FFF2-40B4-BE49-F238E27FC236}">
                <a16:creationId xmlns:a16="http://schemas.microsoft.com/office/drawing/2014/main" id="{E756B354-ECD9-4C4D-9DA9-33E2D99E029F}"/>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D3C46FAA-F094-4034-85B4-F0A28F520D12}"/>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Expected FFT peaks</a:t>
            </a:r>
          </a:p>
        </p:txBody>
      </p:sp>
      <p:sp>
        <p:nvSpPr>
          <p:cNvPr id="3" name="page">
            <a:extLst xmlns:a="http://schemas.openxmlformats.org/drawingml/2006/main">
              <a:ext uri="{FF2B5EF4-FFF2-40B4-BE49-F238E27FC236}">
                <a16:creationId xmlns:a16="http://schemas.microsoft.com/office/drawing/2014/main" id="{1A309AEE-93B3-4C26-9DC3-E89C6630BFFC}"/>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19</a:t>
            </a:r>
          </a:p>
        </p:txBody>
      </p:sp>
      <p:sp>
        <p:nvSpPr>
          <p:cNvPr id="4" name="text">
            <a:extLst xmlns:a="http://schemas.openxmlformats.org/drawingml/2006/main">
              <a:ext uri="{FF2B5EF4-FFF2-40B4-BE49-F238E27FC236}">
                <a16:creationId xmlns:a16="http://schemas.microsoft.com/office/drawing/2014/main" id="{73331CF1-8208-4DCF-8BD9-BC6891A627F2}"/>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ADEQUATE SAMPLE RATE</a:t>
            </a:r>
          </a:p>
        </p:txBody>
      </p:sp>
      <p:sp>
        <p:nvSpPr>
          <p:cNvPr id="5" name="text">
            <a:extLst xmlns:a="http://schemas.openxmlformats.org/drawingml/2006/main">
              <a:ext uri="{FF2B5EF4-FFF2-40B4-BE49-F238E27FC236}">
                <a16:creationId xmlns:a16="http://schemas.microsoft.com/office/drawing/2014/main" id="{3550BFFC-395A-4AEC-A060-7735FC180C80}"/>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ALIASING</a:t>
            </a:r>
          </a:p>
        </p:txBody>
      </p:sp>
      <p:sp>
        <p:nvSpPr>
          <p:cNvPr id="6" name="text">
            <a:extLst xmlns:a="http://schemas.openxmlformats.org/drawingml/2006/main">
              <a:ext uri="{FF2B5EF4-FFF2-40B4-BE49-F238E27FC236}">
                <a16:creationId xmlns:a16="http://schemas.microsoft.com/office/drawing/2014/main" id="{6B5AC3F7-36FE-40B8-BA50-E3977AF0EEEE}"/>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336 Hz gives peaks at 18 and 42 Hz.</a:t>
            </a:r>
          </a:p>
        </p:txBody>
      </p:sp>
      <p:sp>
        <p:nvSpPr>
          <p:cNvPr id="7" name="text">
            <a:extLst xmlns:a="http://schemas.openxmlformats.org/drawingml/2006/main">
              <a:ext uri="{FF2B5EF4-FFF2-40B4-BE49-F238E27FC236}">
                <a16:creationId xmlns:a16="http://schemas.microsoft.com/office/drawing/2014/main" id="{E59E1CD3-30E5-4181-802D-7FC5F4E4C401}"/>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126 Hz gives peaks at 18 and 42 Hz.</a:t>
            </a:r>
          </a:p>
        </p:txBody>
      </p:sp>
      <p:sp>
        <p:nvSpPr>
          <p:cNvPr id="8" name="text">
            <a:extLst xmlns:a="http://schemas.openxmlformats.org/drawingml/2006/main">
              <a:ext uri="{FF2B5EF4-FFF2-40B4-BE49-F238E27FC236}">
                <a16:creationId xmlns:a16="http://schemas.microsoft.com/office/drawing/2014/main" id="{A9BCD85D-E99E-4716-A66E-E79074A77BBA}"/>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72 Hz gives peaks at 18 and 30 Hz.</a:t>
            </a:r>
          </a:p>
        </p:txBody>
      </p:sp>
      <p:sp>
        <p:nvSpPr>
          <p:cNvPr id="9" name="text">
            <a:extLst xmlns:a="http://schemas.openxmlformats.org/drawingml/2006/main">
              <a:ext uri="{FF2B5EF4-FFF2-40B4-BE49-F238E27FC236}">
                <a16:creationId xmlns:a16="http://schemas.microsoft.com/office/drawing/2014/main" id="{C90C08AA-CC74-41A7-85A8-2D2AE8608971}"/>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48 Hz gives peaks at 18 and 6 Hz.</a:t>
            </a:r>
          </a:p>
        </p:txBody>
      </p:sp>
    </p:spTree>
    <p:extLst>
      <p:ext uri="{BB962C8B-B14F-4D97-AF65-F5344CB8AC3E}">
        <p14:creationId xmlns:p14="http://schemas.microsoft.com/office/powerpoint/2010/main" val="972449237"/>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B72993F0-F546-4F2C-B2AD-15AF1B42E01E}"/>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D168E0C0-9D9F-4F15-B610-77CB399EB2F0}"/>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Guided notebook walkthrough</a:t>
            </a:r>
          </a:p>
        </p:txBody>
      </p:sp>
      <p:sp>
        <p:nvSpPr>
          <p:cNvPr id="3" name="page">
            <a:extLst xmlns:a="http://schemas.openxmlformats.org/drawingml/2006/main">
              <a:ext uri="{FF2B5EF4-FFF2-40B4-BE49-F238E27FC236}">
                <a16:creationId xmlns:a16="http://schemas.microsoft.com/office/drawing/2014/main" id="{60B9C044-82BE-4EFD-8799-8C2CD140BC37}"/>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20</a:t>
            </a:r>
          </a:p>
        </p:txBody>
      </p:sp>
      <p:sp>
        <p:nvSpPr>
          <p:cNvPr id="4" name="text">
            <a:extLst xmlns:a="http://schemas.openxmlformats.org/drawingml/2006/main">
              <a:ext uri="{FF2B5EF4-FFF2-40B4-BE49-F238E27FC236}">
                <a16:creationId xmlns:a16="http://schemas.microsoft.com/office/drawing/2014/main" id="{9EFCBD66-EC29-4891-A851-C223C198BC02}"/>
              </a:ext>
            </a:extLst>
          </p:cNvPr>
          <p:cNvSpPr>
            <a:spLocks xmlns:a="http://schemas.openxmlformats.org/drawingml/2006/main" noGrp="1"/>
          </p:cNvSpPr>
          <p:nvPr/>
        </p:nvSpPr>
        <p:spPr>
          <a:xfrm xmlns:a="http://schemas.openxmlformats.org/drawingml/2006/main">
            <a:off x="666750" y="16954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881C1C"/>
                </a:solidFill>
                <a:latin typeface="Calibri"/>
                <a:ea typeface="Calibri"/>
                <a:cs typeface="Calibri"/>
              </a:defRPr>
            </a:pPr>
            <a:r>
              <a:rPr sz="2250" b="1">
                <a:solidFill>
                  <a:srgbClr val="881C1C"/>
                </a:solidFill>
                <a:latin typeface="Calibri"/>
                <a:ea typeface="Calibri"/>
                <a:cs typeface="Calibri"/>
              </a:rPr>
              <a:t>1  Define the signal</a:t>
            </a:r>
          </a:p>
        </p:txBody>
      </p:sp>
      <p:sp>
        <p:nvSpPr>
          <p:cNvPr id="5" name="text">
            <a:extLst xmlns:a="http://schemas.openxmlformats.org/drawingml/2006/main">
              <a:ext uri="{FF2B5EF4-FFF2-40B4-BE49-F238E27FC236}">
                <a16:creationId xmlns:a16="http://schemas.microsoft.com/office/drawing/2014/main" id="{8CD40332-4680-425F-998E-525082796EE2}"/>
              </a:ext>
            </a:extLst>
          </p:cNvPr>
          <p:cNvSpPr>
            <a:spLocks xmlns:a="http://schemas.openxmlformats.org/drawingml/2006/main" noGrp="1"/>
          </p:cNvSpPr>
          <p:nvPr/>
        </p:nvSpPr>
        <p:spPr>
          <a:xfrm xmlns:a="http://schemas.openxmlformats.org/drawingml/2006/main">
            <a:off x="666750" y="254317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22222"/>
                </a:solidFill>
                <a:latin typeface="Calibri"/>
                <a:ea typeface="Calibri"/>
                <a:cs typeface="Calibri"/>
              </a:defRPr>
            </a:pPr>
            <a:r>
              <a:rPr sz="2250" b="1">
                <a:solidFill>
                  <a:srgbClr val="222222"/>
                </a:solidFill>
                <a:latin typeface="Calibri"/>
                <a:ea typeface="Calibri"/>
                <a:cs typeface="Calibri"/>
              </a:rPr>
              <a:t>2  Choose fs and create sample times</a:t>
            </a:r>
          </a:p>
        </p:txBody>
      </p:sp>
      <p:sp>
        <p:nvSpPr>
          <p:cNvPr id="6" name="text">
            <a:extLst xmlns:a="http://schemas.openxmlformats.org/drawingml/2006/main">
              <a:ext uri="{FF2B5EF4-FFF2-40B4-BE49-F238E27FC236}">
                <a16:creationId xmlns:a16="http://schemas.microsoft.com/office/drawing/2014/main" id="{AECB3D10-8FD1-44BA-8643-1E03F1C2F49F}"/>
              </a:ext>
            </a:extLst>
          </p:cNvPr>
          <p:cNvSpPr>
            <a:spLocks xmlns:a="http://schemas.openxmlformats.org/drawingml/2006/main" noGrp="1"/>
          </p:cNvSpPr>
          <p:nvPr/>
        </p:nvSpPr>
        <p:spPr>
          <a:xfrm xmlns:a="http://schemas.openxmlformats.org/drawingml/2006/main">
            <a:off x="666750" y="33909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22222"/>
                </a:solidFill>
                <a:latin typeface="Calibri"/>
                <a:ea typeface="Calibri"/>
                <a:cs typeface="Calibri"/>
              </a:defRPr>
            </a:pPr>
            <a:r>
              <a:rPr sz="2250" b="1">
                <a:solidFill>
                  <a:srgbClr val="222222"/>
                </a:solidFill>
                <a:latin typeface="Calibri"/>
                <a:ea typeface="Calibri"/>
                <a:cs typeface="Calibri"/>
              </a:rPr>
              <a:t>3  Plot samples beside the reference</a:t>
            </a:r>
          </a:p>
        </p:txBody>
      </p:sp>
      <p:sp>
        <p:nvSpPr>
          <p:cNvPr id="7" name="text">
            <a:extLst xmlns:a="http://schemas.openxmlformats.org/drawingml/2006/main">
              <a:ext uri="{FF2B5EF4-FFF2-40B4-BE49-F238E27FC236}">
                <a16:creationId xmlns:a16="http://schemas.microsoft.com/office/drawing/2014/main" id="{99BDB5F3-CF69-4A65-9601-C2AF14C5317F}"/>
              </a:ext>
            </a:extLst>
          </p:cNvPr>
          <p:cNvSpPr>
            <a:spLocks xmlns:a="http://schemas.openxmlformats.org/drawingml/2006/main" noGrp="1"/>
          </p:cNvSpPr>
          <p:nvPr/>
        </p:nvSpPr>
        <p:spPr>
          <a:xfrm xmlns:a="http://schemas.openxmlformats.org/drawingml/2006/main">
            <a:off x="666750" y="423862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22222"/>
                </a:solidFill>
                <a:latin typeface="Calibri"/>
                <a:ea typeface="Calibri"/>
                <a:cs typeface="Calibri"/>
              </a:defRPr>
            </a:pPr>
            <a:r>
              <a:rPr sz="2250" b="1">
                <a:solidFill>
                  <a:srgbClr val="222222"/>
                </a:solidFill>
                <a:latin typeface="Calibri"/>
                <a:ea typeface="Calibri"/>
                <a:cs typeface="Calibri"/>
              </a:rPr>
              <a:t>4  Compute the one-sided FFT</a:t>
            </a:r>
          </a:p>
        </p:txBody>
      </p:sp>
      <p:sp>
        <p:nvSpPr>
          <p:cNvPr id="8" name="text">
            <a:extLst xmlns:a="http://schemas.openxmlformats.org/drawingml/2006/main">
              <a:ext uri="{FF2B5EF4-FFF2-40B4-BE49-F238E27FC236}">
                <a16:creationId xmlns:a16="http://schemas.microsoft.com/office/drawing/2014/main" id="{57322592-0E7A-491F-9387-0A958F3A94D1}"/>
              </a:ext>
            </a:extLst>
          </p:cNvPr>
          <p:cNvSpPr>
            <a:spLocks xmlns:a="http://schemas.openxmlformats.org/drawingml/2006/main" noGrp="1"/>
          </p:cNvSpPr>
          <p:nvPr/>
        </p:nvSpPr>
        <p:spPr>
          <a:xfrm xmlns:a="http://schemas.openxmlformats.org/drawingml/2006/main">
            <a:off x="666750" y="50863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22222"/>
                </a:solidFill>
                <a:latin typeface="Calibri"/>
                <a:ea typeface="Calibri"/>
                <a:cs typeface="Calibri"/>
              </a:defRPr>
            </a:pPr>
            <a:r>
              <a:rPr sz="2250" b="1">
                <a:solidFill>
                  <a:srgbClr val="222222"/>
                </a:solidFill>
                <a:latin typeface="Calibri"/>
                <a:ea typeface="Calibri"/>
                <a:cs typeface="Calibri"/>
              </a:rPr>
              <a:t>5  Explain the physical meaning</a:t>
            </a:r>
          </a:p>
        </p:txBody>
      </p:sp>
    </p:spTree>
    <p:extLst>
      <p:ext uri="{BB962C8B-B14F-4D97-AF65-F5344CB8AC3E}">
        <p14:creationId xmlns:p14="http://schemas.microsoft.com/office/powerpoint/2010/main" val="1969869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F4C69322-A67A-42E5-B40A-D6FE32B8260C}"/>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6724EEEF-5CA2-4CC1-9C94-5DEF9B2A3AAA}"/>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Required data analysis</a:t>
            </a:r>
          </a:p>
        </p:txBody>
      </p:sp>
      <p:sp>
        <p:nvSpPr>
          <p:cNvPr id="3" name="page">
            <a:extLst xmlns:a="http://schemas.openxmlformats.org/drawingml/2006/main">
              <a:ext uri="{FF2B5EF4-FFF2-40B4-BE49-F238E27FC236}">
                <a16:creationId xmlns:a16="http://schemas.microsoft.com/office/drawing/2014/main" id="{A001536F-7135-450B-9098-54B8C433C7EF}"/>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21</a:t>
            </a:r>
          </a:p>
        </p:txBody>
      </p:sp>
      <p:sp>
        <p:nvSpPr>
          <p:cNvPr id="4" name="text">
            <a:extLst xmlns:a="http://schemas.openxmlformats.org/drawingml/2006/main">
              <a:ext uri="{FF2B5EF4-FFF2-40B4-BE49-F238E27FC236}">
                <a16:creationId xmlns:a16="http://schemas.microsoft.com/office/drawing/2014/main" id="{AFB0DB48-1652-48F6-894B-7F1271AC28B8}"/>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F030F516-A3FA-41D1-A869-1A0DE468163E}"/>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Calculate theoretical mean and RMS, then compute RMS percent errors</a:t>
            </a:r>
          </a:p>
        </p:txBody>
      </p:sp>
      <p:sp>
        <p:nvSpPr>
          <p:cNvPr id="6" name="text">
            <a:extLst xmlns:a="http://schemas.openxmlformats.org/drawingml/2006/main">
              <a:ext uri="{FF2B5EF4-FFF2-40B4-BE49-F238E27FC236}">
                <a16:creationId xmlns:a16="http://schemas.microsoft.com/office/drawing/2014/main" id="{B551825E-6F43-42E8-B7A0-514B19C5A943}"/>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23083DAD-7B90-4628-8003-70C1DE15F533}"/>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Predict every FFT peak before viewing the spectra</a:t>
            </a:r>
          </a:p>
        </p:txBody>
      </p:sp>
      <p:sp>
        <p:nvSpPr>
          <p:cNvPr id="8" name="text">
            <a:extLst xmlns:a="http://schemas.openxmlformats.org/drawingml/2006/main">
              <a:ext uri="{FF2B5EF4-FFF2-40B4-BE49-F238E27FC236}">
                <a16:creationId xmlns:a16="http://schemas.microsoft.com/office/drawing/2014/main" id="{B6D83D68-4DF8-4EBC-80FA-0EF7AE0A5F07}"/>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88A1E2EE-8A00-4AFB-9865-053200DBA9B4}"/>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Compare predicted and observed peaks and explain aliasing</a:t>
            </a:r>
          </a:p>
        </p:txBody>
      </p:sp>
      <p:sp>
        <p:nvSpPr>
          <p:cNvPr id="10" name="text">
            <a:extLst xmlns:a="http://schemas.openxmlformats.org/drawingml/2006/main">
              <a:ext uri="{FF2B5EF4-FFF2-40B4-BE49-F238E27FC236}">
                <a16:creationId xmlns:a16="http://schemas.microsoft.com/office/drawing/2014/main" id="{6B87E984-83A2-44A0-971F-B763DCB71B04}"/>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746EA5E6-D792-438D-BE32-9992FF8AAE9F}"/>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Choose a sample rate and duration for a new measurement and justify both</a:t>
            </a:r>
          </a:p>
        </p:txBody>
      </p:sp>
    </p:spTree>
    <p:extLst>
      <p:ext uri="{BB962C8B-B14F-4D97-AF65-F5344CB8AC3E}">
        <p14:creationId xmlns:p14="http://schemas.microsoft.com/office/powerpoint/2010/main" val="23845079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3F4B5D44-7CF4-4E3B-97F8-23E8B7518042}"/>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D98EA962-3D2B-491D-A04A-6B373EAAD7D8}"/>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Common notebook problems</a:t>
            </a:r>
          </a:p>
        </p:txBody>
      </p:sp>
      <p:sp>
        <p:nvSpPr>
          <p:cNvPr id="3" name="page">
            <a:extLst xmlns:a="http://schemas.openxmlformats.org/drawingml/2006/main">
              <a:ext uri="{FF2B5EF4-FFF2-40B4-BE49-F238E27FC236}">
                <a16:creationId xmlns:a16="http://schemas.microsoft.com/office/drawing/2014/main" id="{1B0754F0-F170-4757-A2A5-8D4E7D5B1822}"/>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22</a:t>
            </a:r>
          </a:p>
        </p:txBody>
      </p:sp>
      <p:sp>
        <p:nvSpPr>
          <p:cNvPr id="4" name="text">
            <a:extLst xmlns:a="http://schemas.openxmlformats.org/drawingml/2006/main">
              <a:ext uri="{FF2B5EF4-FFF2-40B4-BE49-F238E27FC236}">
                <a16:creationId xmlns:a16="http://schemas.microsoft.com/office/drawing/2014/main" id="{FAC46753-AA78-42B0-BC78-751B856B0376}"/>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CODE PROBLEMS</a:t>
            </a:r>
          </a:p>
        </p:txBody>
      </p:sp>
      <p:sp>
        <p:nvSpPr>
          <p:cNvPr id="5" name="text">
            <a:extLst xmlns:a="http://schemas.openxmlformats.org/drawingml/2006/main">
              <a:ext uri="{FF2B5EF4-FFF2-40B4-BE49-F238E27FC236}">
                <a16:creationId xmlns:a16="http://schemas.microsoft.com/office/drawing/2014/main" id="{D1FEB199-BB6A-481D-B010-C82AE1425840}"/>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ANALYSIS PROBLEMS</a:t>
            </a:r>
          </a:p>
        </p:txBody>
      </p:sp>
      <p:sp>
        <p:nvSpPr>
          <p:cNvPr id="6" name="text">
            <a:extLst xmlns:a="http://schemas.openxmlformats.org/drawingml/2006/main">
              <a:ext uri="{FF2B5EF4-FFF2-40B4-BE49-F238E27FC236}">
                <a16:creationId xmlns:a16="http://schemas.microsoft.com/office/drawing/2014/main" id="{0F6A994A-665A-47B5-BDD8-2A85BFA45C6F}"/>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NameError: run earlier cells.</a:t>
            </a:r>
          </a:p>
        </p:txBody>
      </p:sp>
      <p:sp>
        <p:nvSpPr>
          <p:cNvPr id="7" name="text">
            <a:extLst xmlns:a="http://schemas.openxmlformats.org/drawingml/2006/main">
              <a:ext uri="{FF2B5EF4-FFF2-40B4-BE49-F238E27FC236}">
                <a16:creationId xmlns:a16="http://schemas.microsoft.com/office/drawing/2014/main" id="{1CB7AA3A-B03D-4D56-946B-EA138849CAF5}"/>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Missing figure: run the plotting cell.</a:t>
            </a:r>
          </a:p>
        </p:txBody>
      </p:sp>
      <p:sp>
        <p:nvSpPr>
          <p:cNvPr id="8" name="text">
            <a:extLst xmlns:a="http://schemas.openxmlformats.org/drawingml/2006/main">
              <a:ext uri="{FF2B5EF4-FFF2-40B4-BE49-F238E27FC236}">
                <a16:creationId xmlns:a16="http://schemas.microsoft.com/office/drawing/2014/main" id="{37D2ED2B-0262-4834-82C5-9A6244DB59D3}"/>
              </a:ext>
            </a:extLst>
          </p:cNvPr>
          <p:cNvSpPr>
            <a:spLocks xmlns:a="http://schemas.openxmlformats.org/drawingml/2006/main" noGrp="1"/>
          </p:cNvSpPr>
          <p:nvPr/>
        </p:nvSpPr>
        <p:spPr>
          <a:xfrm xmlns:a="http://schemas.openxmlformats.org/drawingml/2006/main">
            <a:off x="1047750"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Changed variable: restart and Run All.</a:t>
            </a:r>
          </a:p>
        </p:txBody>
      </p:sp>
      <p:sp>
        <p:nvSpPr>
          <p:cNvPr id="9" name="text">
            <a:extLst xmlns:a="http://schemas.openxmlformats.org/drawingml/2006/main">
              <a:ext uri="{FF2B5EF4-FFF2-40B4-BE49-F238E27FC236}">
                <a16:creationId xmlns:a16="http://schemas.microsoft.com/office/drawing/2014/main" id="{23DC27D2-945C-4672-B6B7-972BC9882A93}"/>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Wrong units for phase.</a:t>
            </a:r>
          </a:p>
        </p:txBody>
      </p:sp>
      <p:sp>
        <p:nvSpPr>
          <p:cNvPr id="10" name="text">
            <a:extLst xmlns:a="http://schemas.openxmlformats.org/drawingml/2006/main">
              <a:ext uri="{FF2B5EF4-FFF2-40B4-BE49-F238E27FC236}">
                <a16:creationId xmlns:a16="http://schemas.microsoft.com/office/drawing/2014/main" id="{3C1525F8-9ED9-42E0-883F-5C985A8E0C55}"/>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Confusing fs with signal frequency.</a:t>
            </a:r>
          </a:p>
        </p:txBody>
      </p:sp>
      <p:sp>
        <p:nvSpPr>
          <p:cNvPr id="11" name="text">
            <a:extLst xmlns:a="http://schemas.openxmlformats.org/drawingml/2006/main">
              <a:ext uri="{FF2B5EF4-FFF2-40B4-BE49-F238E27FC236}">
                <a16:creationId xmlns:a16="http://schemas.microsoft.com/office/drawing/2014/main" id="{53E3993E-0196-42F6-9184-55D84CD9C674}"/>
              </a:ext>
            </a:extLst>
          </p:cNvPr>
          <p:cNvSpPr>
            <a:spLocks xmlns:a="http://schemas.openxmlformats.org/drawingml/2006/main" noGrp="1"/>
          </p:cNvSpPr>
          <p:nvPr/>
        </p:nvSpPr>
        <p:spPr>
          <a:xfrm xmlns:a="http://schemas.openxmlformats.org/drawingml/2006/main">
            <a:off x="6238875"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Calling a smooth line measured data.</a:t>
            </a:r>
          </a:p>
        </p:txBody>
      </p:sp>
      <p:sp>
        <p:nvSpPr>
          <p:cNvPr id="12" name="text">
            <a:extLst xmlns:a="http://schemas.openxmlformats.org/drawingml/2006/main">
              <a:ext uri="{FF2B5EF4-FFF2-40B4-BE49-F238E27FC236}">
                <a16:creationId xmlns:a16="http://schemas.microsoft.com/office/drawing/2014/main" id="{40060230-12AD-421C-97B0-5BBF389FE650}"/>
              </a:ext>
            </a:extLst>
          </p:cNvPr>
          <p:cNvSpPr>
            <a:spLocks xmlns:a="http://schemas.openxmlformats.org/drawingml/2006/main" noGrp="1"/>
          </p:cNvSpPr>
          <p:nvPr/>
        </p:nvSpPr>
        <p:spPr>
          <a:xfrm xmlns:a="http://schemas.openxmlformats.org/drawingml/2006/main">
            <a:off x="6238875" y="37528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Reporting peaks without explaining aliasing.</a:t>
            </a:r>
          </a:p>
        </p:txBody>
      </p:sp>
    </p:spTree>
    <p:extLst>
      <p:ext uri="{BB962C8B-B14F-4D97-AF65-F5344CB8AC3E}">
        <p14:creationId xmlns:p14="http://schemas.microsoft.com/office/powerpoint/2010/main" val="103057853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EE8C05B4-D813-4D1B-B9D3-E44D6B45B914}"/>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08173331-D9D6-4797-B4EB-5A8B4224085A}"/>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From the notebook to Moku:Go</a:t>
            </a:r>
          </a:p>
        </p:txBody>
      </p:sp>
      <p:sp>
        <p:nvSpPr>
          <p:cNvPr id="3" name="page">
            <a:extLst xmlns:a="http://schemas.openxmlformats.org/drawingml/2006/main">
              <a:ext uri="{FF2B5EF4-FFF2-40B4-BE49-F238E27FC236}">
                <a16:creationId xmlns:a16="http://schemas.microsoft.com/office/drawing/2014/main" id="{E946986C-078C-40A3-9E71-A4D2417DC19F}"/>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23</a:t>
            </a:r>
          </a:p>
        </p:txBody>
      </p:sp>
      <p:sp>
        <p:nvSpPr>
          <p:cNvPr id="4" name="text">
            <a:extLst xmlns:a="http://schemas.openxmlformats.org/drawingml/2006/main">
              <a:ext uri="{FF2B5EF4-FFF2-40B4-BE49-F238E27FC236}">
                <a16:creationId xmlns:a16="http://schemas.microsoft.com/office/drawing/2014/main" id="{9F20EA9F-89AB-4729-90B4-6E2DFBBF215E}"/>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2BEB0BF2-AAFA-4774-B167-F48386A9CE4D}"/>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Choose a sample rate from the known or estimated sound frequency</a:t>
            </a:r>
          </a:p>
        </p:txBody>
      </p:sp>
      <p:sp>
        <p:nvSpPr>
          <p:cNvPr id="6" name="text">
            <a:extLst xmlns:a="http://schemas.openxmlformats.org/drawingml/2006/main">
              <a:ext uri="{FF2B5EF4-FFF2-40B4-BE49-F238E27FC236}">
                <a16:creationId xmlns:a16="http://schemas.microsoft.com/office/drawing/2014/main" id="{87CDFE7B-12CF-4D49-88FF-27CA2C3F6477}"/>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87B22928-78B0-4A25-BD47-7ECDEE8A52FC}"/>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Choose record duration for the required frequency detail, then export to MAT</a:t>
            </a:r>
          </a:p>
        </p:txBody>
      </p:sp>
      <p:sp>
        <p:nvSpPr>
          <p:cNvPr id="8" name="text">
            <a:extLst xmlns:a="http://schemas.openxmlformats.org/drawingml/2006/main">
              <a:ext uri="{FF2B5EF4-FFF2-40B4-BE49-F238E27FC236}">
                <a16:creationId xmlns:a16="http://schemas.microsoft.com/office/drawing/2014/main" id="{B55ACEC4-8DCB-4772-8DC3-85E8BA155457}"/>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82BCC9FE-3AC0-4C32-9EBB-B881A7580835}"/>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Plot the measured waveform and compute its spectrum</a:t>
            </a:r>
          </a:p>
        </p:txBody>
      </p:sp>
      <p:sp>
        <p:nvSpPr>
          <p:cNvPr id="10" name="text">
            <a:extLst xmlns:a="http://schemas.openxmlformats.org/drawingml/2006/main">
              <a:ext uri="{FF2B5EF4-FFF2-40B4-BE49-F238E27FC236}">
                <a16:creationId xmlns:a16="http://schemas.microsoft.com/office/drawing/2014/main" id="{56DB5E07-B699-43A8-9187-8ECBB8549D14}"/>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8F04EF88-C360-45C5-94FB-F9A78617ABB9}"/>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Compare peaks with the source frequency. Replay audio at its recorded sample rate when supported</a:t>
            </a:r>
          </a:p>
        </p:txBody>
      </p:sp>
    </p:spTree>
    <p:extLst>
      <p:ext uri="{BB962C8B-B14F-4D97-AF65-F5344CB8AC3E}">
        <p14:creationId xmlns:p14="http://schemas.microsoft.com/office/powerpoint/2010/main" val="60447774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6854C410-1B5F-49B3-AAD3-CE9AF8CAA7D7}"/>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FCD16958-BC31-4CEF-86DE-4605035420C3}"/>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Pre-Lab 1 submission</a:t>
            </a:r>
          </a:p>
        </p:txBody>
      </p:sp>
      <p:sp>
        <p:nvSpPr>
          <p:cNvPr id="3" name="page">
            <a:extLst xmlns:a="http://schemas.openxmlformats.org/drawingml/2006/main">
              <a:ext uri="{FF2B5EF4-FFF2-40B4-BE49-F238E27FC236}">
                <a16:creationId xmlns:a16="http://schemas.microsoft.com/office/drawing/2014/main" id="{14E3A1E4-4E69-447C-B016-E0E0E93BF040}"/>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24</a:t>
            </a:r>
          </a:p>
        </p:txBody>
      </p:sp>
      <p:sp>
        <p:nvSpPr>
          <p:cNvPr id="4" name="text">
            <a:extLst xmlns:a="http://schemas.openxmlformats.org/drawingml/2006/main">
              <a:ext uri="{FF2B5EF4-FFF2-40B4-BE49-F238E27FC236}">
                <a16:creationId xmlns:a16="http://schemas.microsoft.com/office/drawing/2014/main" id="{A0B0429E-1CC4-41A1-9371-8BB067832AB1}"/>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BEFORE SUBMITTING</a:t>
            </a:r>
          </a:p>
        </p:txBody>
      </p:sp>
      <p:sp>
        <p:nvSpPr>
          <p:cNvPr id="5" name="text">
            <a:extLst xmlns:a="http://schemas.openxmlformats.org/drawingml/2006/main">
              <a:ext uri="{FF2B5EF4-FFF2-40B4-BE49-F238E27FC236}">
                <a16:creationId xmlns:a16="http://schemas.microsoft.com/office/drawing/2014/main" id="{507CCFCD-2B32-4EAD-9506-21AE8FFE68C9}"/>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DEADLINE</a:t>
            </a:r>
          </a:p>
        </p:txBody>
      </p:sp>
      <p:sp>
        <p:nvSpPr>
          <p:cNvPr id="6" name="text">
            <a:extLst xmlns:a="http://schemas.openxmlformats.org/drawingml/2006/main">
              <a:ext uri="{FF2B5EF4-FFF2-40B4-BE49-F238E27FC236}">
                <a16:creationId xmlns:a16="http://schemas.microsoft.com/office/drawing/2014/main" id="{7B8382B3-1832-4E56-85A8-5B27E0830F05}"/>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Run All cells.</a:t>
            </a:r>
          </a:p>
        </p:txBody>
      </p:sp>
      <p:sp>
        <p:nvSpPr>
          <p:cNvPr id="7" name="text">
            <a:extLst xmlns:a="http://schemas.openxmlformats.org/drawingml/2006/main">
              <a:ext uri="{FF2B5EF4-FFF2-40B4-BE49-F238E27FC236}">
                <a16:creationId xmlns:a16="http://schemas.microsoft.com/office/drawing/2014/main" id="{732D5D8D-4B5C-4883-B18A-7ED633337BEF}"/>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Keep figures visible.</a:t>
            </a:r>
          </a:p>
        </p:txBody>
      </p:sp>
      <p:sp>
        <p:nvSpPr>
          <p:cNvPr id="8" name="text">
            <a:extLst xmlns:a="http://schemas.openxmlformats.org/drawingml/2006/main">
              <a:ext uri="{FF2B5EF4-FFF2-40B4-BE49-F238E27FC236}">
                <a16:creationId xmlns:a16="http://schemas.microsoft.com/office/drawing/2014/main" id="{7442EFDB-C6A0-45FA-8C9B-AA6B7815D72A}"/>
              </a:ext>
            </a:extLst>
          </p:cNvPr>
          <p:cNvSpPr>
            <a:spLocks xmlns:a="http://schemas.openxmlformats.org/drawingml/2006/main" noGrp="1"/>
          </p:cNvSpPr>
          <p:nvPr/>
        </p:nvSpPr>
        <p:spPr>
          <a:xfrm xmlns:a="http://schemas.openxmlformats.org/drawingml/2006/main">
            <a:off x="1047750"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Complete every response section.</a:t>
            </a:r>
          </a:p>
        </p:txBody>
      </p:sp>
      <p:sp>
        <p:nvSpPr>
          <p:cNvPr id="9" name="text">
            <a:extLst xmlns:a="http://schemas.openxmlformats.org/drawingml/2006/main">
              <a:ext uri="{FF2B5EF4-FFF2-40B4-BE49-F238E27FC236}">
                <a16:creationId xmlns:a16="http://schemas.microsoft.com/office/drawing/2014/main" id="{96B09854-806B-450A-8A16-CA9E9357E7C8}"/>
              </a:ext>
            </a:extLst>
          </p:cNvPr>
          <p:cNvSpPr>
            <a:spLocks xmlns:a="http://schemas.openxmlformats.org/drawingml/2006/main" noGrp="1"/>
          </p:cNvSpPr>
          <p:nvPr/>
        </p:nvSpPr>
        <p:spPr>
          <a:xfrm xmlns:a="http://schemas.openxmlformats.org/drawingml/2006/main">
            <a:off x="1047750" y="37528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Export to HTML or PDF for Canvas.</a:t>
            </a:r>
          </a:p>
        </p:txBody>
      </p:sp>
      <p:sp>
        <p:nvSpPr>
          <p:cNvPr id="10" name="text">
            <a:extLst xmlns:a="http://schemas.openxmlformats.org/drawingml/2006/main">
              <a:ext uri="{FF2B5EF4-FFF2-40B4-BE49-F238E27FC236}">
                <a16:creationId xmlns:a16="http://schemas.microsoft.com/office/drawing/2014/main" id="{DCD5821C-0E28-4F74-8E55-399AB3CD3DAF}"/>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Normally posted Monday before the laboratory.</a:t>
            </a:r>
          </a:p>
        </p:txBody>
      </p:sp>
      <p:sp>
        <p:nvSpPr>
          <p:cNvPr id="11" name="text">
            <a:extLst xmlns:a="http://schemas.openxmlformats.org/drawingml/2006/main">
              <a:ext uri="{FF2B5EF4-FFF2-40B4-BE49-F238E27FC236}">
                <a16:creationId xmlns:a16="http://schemas.microsoft.com/office/drawing/2014/main" id="{B8311F54-F5C0-4D3F-9F45-FBFBA0410880}"/>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Submit before your own section begins.</a:t>
            </a:r>
          </a:p>
        </p:txBody>
      </p:sp>
      <p:sp>
        <p:nvSpPr>
          <p:cNvPr id="12" name="text">
            <a:extLst xmlns:a="http://schemas.openxmlformats.org/drawingml/2006/main">
              <a:ext uri="{FF2B5EF4-FFF2-40B4-BE49-F238E27FC236}">
                <a16:creationId xmlns:a16="http://schemas.microsoft.com/office/drawing/2014/main" id="{2EAB22D2-427C-448B-887B-A7C6130A901F}"/>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Late pre-labs are not accepted.</a:t>
            </a:r>
          </a:p>
        </p:txBody>
      </p:sp>
    </p:spTree>
    <p:extLst>
      <p:ext uri="{BB962C8B-B14F-4D97-AF65-F5344CB8AC3E}">
        <p14:creationId xmlns:p14="http://schemas.microsoft.com/office/powerpoint/2010/main" val="82662433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2026-09-12T14:29:09.2070000Z</dcterms:created>
  <dcterms:modified xsi:type="dcterms:W3CDTF">2026-09-12T14:29:09.2070000Z</dcterms:modified>
</coreProperties>
</file>