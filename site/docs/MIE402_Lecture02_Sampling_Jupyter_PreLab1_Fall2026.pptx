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4.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7.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ce42612b80d4830" /><Relationship Type="http://schemas.openxmlformats.org/officeDocument/2006/relationships/extended-properties" Target="/docProps/app.xml" Id="R1985b63ffef74c7a" /><Relationship Type="http://schemas.openxmlformats.org/officeDocument/2006/relationships/officeDocument" Target="/ppt/presentation.xml" Id="Raf382233d6cf4263" /></Relationships>
</file>

<file path=ppt/presentation.xml><?xml version="1.0" encoding="utf-8"?>
<p:presentation xmlns:p="http://schemas.openxmlformats.org/presentationml/2006/main">
  <p:sldMasterIdLst>
    <p:sldMasterId xmlns:r="http://schemas.openxmlformats.org/officeDocument/2006/relationships" id="2147483648" r:id="R6fe754a40dd2404b"/>
  </p:sldMasterIdLst>
  <p:notesMasterIdLst>
    <p:notesMasterId xmlns:r="http://schemas.openxmlformats.org/officeDocument/2006/relationships" r:id="R68b9f36466ba47ab"/>
  </p:notesMasterIdLst>
  <p:sldIdLst>
    <p:sldId xmlns:r="http://schemas.openxmlformats.org/officeDocument/2006/relationships" id="256" r:id="R7f4ec9bdcb814f6d"/>
    <p:sldId xmlns:r="http://schemas.openxmlformats.org/officeDocument/2006/relationships" id="257" r:id="Rd5d38ba00fd24b7d"/>
    <p:sldId xmlns:r="http://schemas.openxmlformats.org/officeDocument/2006/relationships" id="258" r:id="R37c89f7cac67457c"/>
    <p:sldId xmlns:r="http://schemas.openxmlformats.org/officeDocument/2006/relationships" id="259" r:id="Rff85b7ffe1174fbd"/>
    <p:sldId xmlns:r="http://schemas.openxmlformats.org/officeDocument/2006/relationships" id="260" r:id="R126eeba9eadc4f0f"/>
    <p:sldId xmlns:r="http://schemas.openxmlformats.org/officeDocument/2006/relationships" id="261" r:id="R7b5e93ca315248d0"/>
    <p:sldId xmlns:r="http://schemas.openxmlformats.org/officeDocument/2006/relationships" id="262" r:id="Rf063d0568cd34355"/>
    <p:sldId xmlns:r="http://schemas.openxmlformats.org/officeDocument/2006/relationships" id="263" r:id="R8e57bea97a5d46c5"/>
    <p:sldId xmlns:r="http://schemas.openxmlformats.org/officeDocument/2006/relationships" id="264" r:id="R75b1f63bb32447e3"/>
    <p:sldId xmlns:r="http://schemas.openxmlformats.org/officeDocument/2006/relationships" id="265" r:id="R8d792ae663bd47e8"/>
    <p:sldId xmlns:r="http://schemas.openxmlformats.org/officeDocument/2006/relationships" id="266" r:id="R0b61d4655fce417b"/>
    <p:sldId xmlns:r="http://schemas.openxmlformats.org/officeDocument/2006/relationships" id="267" r:id="R70d54cd056f145a4"/>
    <p:sldId xmlns:r="http://schemas.openxmlformats.org/officeDocument/2006/relationships" id="268" r:id="R181d80ad67f345de"/>
    <p:sldId xmlns:r="http://schemas.openxmlformats.org/officeDocument/2006/relationships" id="269" r:id="Rd229f84fb41c4746"/>
    <p:sldId xmlns:r="http://schemas.openxmlformats.org/officeDocument/2006/relationships" id="270" r:id="R9ed13c216e4349a7"/>
    <p:sldId xmlns:r="http://schemas.openxmlformats.org/officeDocument/2006/relationships" id="271" r:id="R24b79b385d324715"/>
    <p:sldId xmlns:r="http://schemas.openxmlformats.org/officeDocument/2006/relationships" id="272" r:id="R074c8f43ce18487a"/>
    <p:sldId xmlns:r="http://schemas.openxmlformats.org/officeDocument/2006/relationships" id="273" r:id="R72f8dd9e3eee4242"/>
    <p:sldId xmlns:r="http://schemas.openxmlformats.org/officeDocument/2006/relationships" id="274" r:id="R39bf82f9c408435f"/>
    <p:sldId xmlns:r="http://schemas.openxmlformats.org/officeDocument/2006/relationships" id="275" r:id="Rbfff9fb5fbd84970"/>
    <p:sldId xmlns:r="http://schemas.openxmlformats.org/officeDocument/2006/relationships" id="276" r:id="R67d867075d3a4b73"/>
    <p:sldId xmlns:r="http://schemas.openxmlformats.org/officeDocument/2006/relationships" id="277" r:id="R123d9b1a62af4143"/>
    <p:sldId xmlns:r="http://schemas.openxmlformats.org/officeDocument/2006/relationships" id="278" r:id="R665f31956c0b432f"/>
    <p:sldId xmlns:r="http://schemas.openxmlformats.org/officeDocument/2006/relationships" id="279" r:id="Recb346dddf434adc"/>
    <p:sldId xmlns:r="http://schemas.openxmlformats.org/officeDocument/2006/relationships" id="280" r:id="Rf46e0229211a424a"/>
    <p:sldId xmlns:r="http://schemas.openxmlformats.org/officeDocument/2006/relationships" id="281" r:id="R541033e2769f4a6c"/>
    <p:sldId xmlns:r="http://schemas.openxmlformats.org/officeDocument/2006/relationships" id="282" r:id="R5c760671740c4a1e"/>
    <p:sldId xmlns:r="http://schemas.openxmlformats.org/officeDocument/2006/relationships" id="283" r:id="R3c36623c9be94c7d"/>
    <p:sldId xmlns:r="http://schemas.openxmlformats.org/officeDocument/2006/relationships" id="284" r:id="R832d01126b504798"/>
    <p:sldId xmlns:r="http://schemas.openxmlformats.org/officeDocument/2006/relationships" id="285" r:id="Rb9a89d4d43f54346"/>
    <p:sldId xmlns:r="http://schemas.openxmlformats.org/officeDocument/2006/relationships" id="286" r:id="R8bdcfe91dafe4f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666d939e274e70" /><Relationship Type="http://schemas.openxmlformats.org/officeDocument/2006/relationships/slideMaster" Target="/ppt/slideMasters/slideMaster1.xml" Id="R6fe754a40dd2404b" /><Relationship Type="http://schemas.openxmlformats.org/officeDocument/2006/relationships/notesMaster" Target="/ppt/notesMasters/notesMaster1.xml" Id="R68b9f36466ba47ab" /><Relationship Type="http://schemas.openxmlformats.org/officeDocument/2006/relationships/presProps" Target="/ppt/presProps.xml" Id="R9fda0ec96a9b41ad" /><Relationship Type="http://schemas.openxmlformats.org/officeDocument/2006/relationships/tableStyles" Target="/ppt/tableStyles.xml" Id="Rf581136399c54c3c" /><Relationship Type="http://schemas.openxmlformats.org/officeDocument/2006/relationships/slide" Target="/ppt/slides/slide1.xml" Id="R7f4ec9bdcb814f6d" /><Relationship Type="http://schemas.openxmlformats.org/officeDocument/2006/relationships/slide" Target="/ppt/slides/slide2.xml" Id="Rd5d38ba00fd24b7d" /><Relationship Type="http://schemas.openxmlformats.org/officeDocument/2006/relationships/slide" Target="/ppt/slides/slide3.xml" Id="R37c89f7cac67457c" /><Relationship Type="http://schemas.openxmlformats.org/officeDocument/2006/relationships/slide" Target="/ppt/slides/slide4.xml" Id="Rff85b7ffe1174fbd" /><Relationship Type="http://schemas.openxmlformats.org/officeDocument/2006/relationships/slide" Target="/ppt/slides/slide5.xml" Id="R126eeba9eadc4f0f" /><Relationship Type="http://schemas.openxmlformats.org/officeDocument/2006/relationships/slide" Target="/ppt/slides/slide6.xml" Id="R7b5e93ca315248d0" /><Relationship Type="http://schemas.openxmlformats.org/officeDocument/2006/relationships/slide" Target="/ppt/slides/slide7.xml" Id="Rf063d0568cd34355" /><Relationship Type="http://schemas.openxmlformats.org/officeDocument/2006/relationships/slide" Target="/ppt/slides/slide8.xml" Id="R8e57bea97a5d46c5" /><Relationship Type="http://schemas.openxmlformats.org/officeDocument/2006/relationships/slide" Target="/ppt/slides/slide9.xml" Id="R75b1f63bb32447e3" /><Relationship Type="http://schemas.openxmlformats.org/officeDocument/2006/relationships/slide" Target="/ppt/slides/slide10.xml" Id="R8d792ae663bd47e8" /><Relationship Type="http://schemas.openxmlformats.org/officeDocument/2006/relationships/slide" Target="/ppt/slides/slide11.xml" Id="R0b61d4655fce417b" /><Relationship Type="http://schemas.openxmlformats.org/officeDocument/2006/relationships/slide" Target="/ppt/slides/slide12.xml" Id="R70d54cd056f145a4" /><Relationship Type="http://schemas.openxmlformats.org/officeDocument/2006/relationships/slide" Target="/ppt/slides/slide13.xml" Id="R181d80ad67f345de" /><Relationship Type="http://schemas.openxmlformats.org/officeDocument/2006/relationships/slide" Target="/ppt/slides/slide14.xml" Id="Rd229f84fb41c4746" /><Relationship Type="http://schemas.openxmlformats.org/officeDocument/2006/relationships/slide" Target="/ppt/slides/slide15.xml" Id="R9ed13c216e4349a7" /><Relationship Type="http://schemas.openxmlformats.org/officeDocument/2006/relationships/slide" Target="/ppt/slides/slide16.xml" Id="R24b79b385d324715" /><Relationship Type="http://schemas.openxmlformats.org/officeDocument/2006/relationships/slide" Target="/ppt/slides/slide17.xml" Id="R074c8f43ce18487a" /><Relationship Type="http://schemas.openxmlformats.org/officeDocument/2006/relationships/slide" Target="/ppt/slides/slide18.xml" Id="R72f8dd9e3eee4242" /><Relationship Type="http://schemas.openxmlformats.org/officeDocument/2006/relationships/slide" Target="/ppt/slides/slide19.xml" Id="R39bf82f9c408435f" /><Relationship Type="http://schemas.openxmlformats.org/officeDocument/2006/relationships/slide" Target="/ppt/slides/slide20.xml" Id="Rbfff9fb5fbd84970" /><Relationship Type="http://schemas.openxmlformats.org/officeDocument/2006/relationships/slide" Target="/ppt/slides/slide21.xml" Id="R67d867075d3a4b73" /><Relationship Type="http://schemas.openxmlformats.org/officeDocument/2006/relationships/slide" Target="/ppt/slides/slide22.xml" Id="R123d9b1a62af4143" /><Relationship Type="http://schemas.openxmlformats.org/officeDocument/2006/relationships/slide" Target="/ppt/slides/slide23.xml" Id="R665f31956c0b432f" /><Relationship Type="http://schemas.openxmlformats.org/officeDocument/2006/relationships/slide" Target="/ppt/slides/slide24.xml" Id="Recb346dddf434adc" /><Relationship Type="http://schemas.openxmlformats.org/officeDocument/2006/relationships/slide" Target="/ppt/slides/slide25.xml" Id="Rf46e0229211a424a" /><Relationship Type="http://schemas.openxmlformats.org/officeDocument/2006/relationships/slide" Target="/ppt/slides/slide26.xml" Id="R541033e2769f4a6c" /><Relationship Type="http://schemas.openxmlformats.org/officeDocument/2006/relationships/slide" Target="/ppt/slides/slide27.xml" Id="R5c760671740c4a1e" /><Relationship Type="http://schemas.openxmlformats.org/officeDocument/2006/relationships/slide" Target="/ppt/slides/slide28.xml" Id="R3c36623c9be94c7d" /><Relationship Type="http://schemas.openxmlformats.org/officeDocument/2006/relationships/slide" Target="/ppt/slides/slide29.xml" Id="R832d01126b504798" /><Relationship Type="http://schemas.openxmlformats.org/officeDocument/2006/relationships/slide" Target="/ppt/slides/slide30.xml" Id="Rb9a89d4d43f54346" /><Relationship Type="http://schemas.openxmlformats.org/officeDocument/2006/relationships/slide" Target="/ppt/slides/slide31.xml" Id="R8bdcfe91dafe4f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a8783873384d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8a15afcf7d4c70" /><Relationship Type="http://schemas.openxmlformats.org/officeDocument/2006/relationships/notesMaster" Target="/ppt/notesMasters/notesMaster1.xml" Id="R8666900dfd1841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19913d507748e6" /><Relationship Type="http://schemas.openxmlformats.org/officeDocument/2006/relationships/notesMaster" Target="/ppt/notesMasters/notesMaster1.xml" Id="R919d3e3a07074ba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d4479aca2aa4c44" /><Relationship Type="http://schemas.openxmlformats.org/officeDocument/2006/relationships/notesMaster" Target="/ppt/notesMasters/notesMaster1.xml" Id="Re6fdb2cd510148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e7e2a137a64cf3" /><Relationship Type="http://schemas.openxmlformats.org/officeDocument/2006/relationships/notesMaster" Target="/ppt/notesMasters/notesMaster1.xml" Id="R2566869bc1f447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3579d5c53c41e2" /><Relationship Type="http://schemas.openxmlformats.org/officeDocument/2006/relationships/notesMaster" Target="/ppt/notesMasters/notesMaster1.xml" Id="R2a21ad8622cc47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8963f65f664a79" /><Relationship Type="http://schemas.openxmlformats.org/officeDocument/2006/relationships/notesMaster" Target="/ppt/notesMasters/notesMaster1.xml" Id="R3d6ed718897b48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fd472713a14bd0" /><Relationship Type="http://schemas.openxmlformats.org/officeDocument/2006/relationships/notesMaster" Target="/ppt/notesMasters/notesMaster1.xml" Id="R34fc785d5fbd46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0727c409fb46d8" /><Relationship Type="http://schemas.openxmlformats.org/officeDocument/2006/relationships/notesMaster" Target="/ppt/notesMasters/notesMaster1.xml" Id="R3c011807d3214a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f4da81c19d949ba" /><Relationship Type="http://schemas.openxmlformats.org/officeDocument/2006/relationships/notesMaster" Target="/ppt/notesMasters/notesMaster1.xml" Id="Rca7badf63bb845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799990977945c6" /><Relationship Type="http://schemas.openxmlformats.org/officeDocument/2006/relationships/notesMaster" Target="/ppt/notesMasters/notesMaster1.xml" Id="R836cb0b1279148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18f08ee25444696" /><Relationship Type="http://schemas.openxmlformats.org/officeDocument/2006/relationships/notesMaster" Target="/ppt/notesMasters/notesMaster1.xml" Id="R8d48038b438845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68e060f971470c" /><Relationship Type="http://schemas.openxmlformats.org/officeDocument/2006/relationships/notesMaster" Target="/ppt/notesMasters/notesMaster1.xml" Id="Rbde992aff27742a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c67d64f7e64da0" /><Relationship Type="http://schemas.openxmlformats.org/officeDocument/2006/relationships/notesMaster" Target="/ppt/notesMasters/notesMaster1.xml" Id="Rf8b810b8b3e946c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1a4f79eec242a6" /><Relationship Type="http://schemas.openxmlformats.org/officeDocument/2006/relationships/notesMaster" Target="/ppt/notesMasters/notesMaster1.xml" Id="R1e871e6a6da647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fbcf4e5f38a4f53" /><Relationship Type="http://schemas.openxmlformats.org/officeDocument/2006/relationships/notesMaster" Target="/ppt/notesMasters/notesMaster1.xml" Id="R3d3b4a7025da47b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0b49e2609ef4e82" /><Relationship Type="http://schemas.openxmlformats.org/officeDocument/2006/relationships/notesMaster" Target="/ppt/notesMasters/notesMaster1.xml" Id="Rc361409e111f40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5a23f743ab747bb" /><Relationship Type="http://schemas.openxmlformats.org/officeDocument/2006/relationships/notesMaster" Target="/ppt/notesMasters/notesMaster1.xml" Id="Rb0e73b7201bd4f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0a7aa2e58734ff7" /><Relationship Type="http://schemas.openxmlformats.org/officeDocument/2006/relationships/notesMaster" Target="/ppt/notesMasters/notesMaster1.xml" Id="R355fb17368bd4ee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9981b58cf4a4e2d" /><Relationship Type="http://schemas.openxmlformats.org/officeDocument/2006/relationships/notesMaster" Target="/ppt/notesMasters/notesMaster1.xml" Id="R724ea6e5541a488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41fa7c7024249c8" /><Relationship Type="http://schemas.openxmlformats.org/officeDocument/2006/relationships/notesMaster" Target="/ppt/notesMasters/notesMaster1.xml" Id="Ra417c852cf67490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999aa7e580748a5" /><Relationship Type="http://schemas.openxmlformats.org/officeDocument/2006/relationships/notesMaster" Target="/ppt/notesMasters/notesMaster1.xml" Id="R6f4f1b5b58b7448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2c35b3ee4f41c5" /><Relationship Type="http://schemas.openxmlformats.org/officeDocument/2006/relationships/notesMaster" Target="/ppt/notesMasters/notesMaster1.xml" Id="R2baa81ffc6ef4b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ed7a3685df44570" /><Relationship Type="http://schemas.openxmlformats.org/officeDocument/2006/relationships/notesMaster" Target="/ppt/notesMasters/notesMaster1.xml" Id="R50621392184a4ba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8511571819e4c0b" /><Relationship Type="http://schemas.openxmlformats.org/officeDocument/2006/relationships/notesMaster" Target="/ppt/notesMasters/notesMaster1.xml" Id="Rd2e3fe739f584d6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99a342083ad48d3" /><Relationship Type="http://schemas.openxmlformats.org/officeDocument/2006/relationships/notesMaster" Target="/ppt/notesMasters/notesMaster1.xml" Id="R45a23931f4d7433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59227cc50d34bdd" /><Relationship Type="http://schemas.openxmlformats.org/officeDocument/2006/relationships/notesMaster" Target="/ppt/notesMasters/notesMaster1.xml" Id="R99f6908b22e349e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4cf4df2604746ae" /><Relationship Type="http://schemas.openxmlformats.org/officeDocument/2006/relationships/notesMaster" Target="/ppt/notesMasters/notesMaster1.xml" Id="R542394d92c9f4df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81bc60dea264afd" /><Relationship Type="http://schemas.openxmlformats.org/officeDocument/2006/relationships/notesMaster" Target="/ppt/notesMasters/notesMaster1.xml" Id="R8069cc3e9e71451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14f112bf31f4d76" /><Relationship Type="http://schemas.openxmlformats.org/officeDocument/2006/relationships/notesMaster" Target="/ppt/notesMasters/notesMaster1.xml" Id="Rd736a056a427499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755c06db57349d4" /><Relationship Type="http://schemas.openxmlformats.org/officeDocument/2006/relationships/notesMaster" Target="/ppt/notesMasters/notesMaster1.xml" Id="Rca177790a09a4c5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4ce0e5f963d440c" /><Relationship Type="http://schemas.openxmlformats.org/officeDocument/2006/relationships/notesMaster" Target="/ppt/notesMasters/notesMaster1.xml" Id="Rdca3e2e81ec145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0–0.5 minutes (0.5 minutes)</a:t>
            </a:r>
          </a:p>
          <a:p xmlns:a="http://schemas.openxmlformats.org/drawingml/2006/main">
            <a:r>
              <a:t/>
            </a:r>
          </a:p>
          <a:p xmlns:a="http://schemas.openxmlformats.org/drawingml/2006/main">
            <a:r>
              <a:t>Welcome students. Explain that today has two goals: understand what sampling can change, and learn enough Jupyter to complete Pre-Lab 1. Ask students to open the notebook now, but wait before running cells.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0.5–1 minutes (0.5 minutes)</a:t>
            </a:r>
          </a:p>
          <a:p xmlns:a="http://schemas.openxmlformats.org/drawingml/2006/main">
            <a:r>
              <a:t/>
            </a:r>
          </a:p>
          <a:p xmlns:a="http://schemas.openxmlformats.org/drawingml/2006/main">
            <a:r>
              <a:t>Read the goals briefly. Tell students all Python code is provided. Their work is to calculate, predict, extract values from the output, compare cases, and explain the engineering meaning.</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 minutes (1 minutes)</a:t>
            </a:r>
          </a:p>
          <a:p xmlns:a="http://schemas.openxmlformats.org/drawingml/2006/main">
            <a:r>
              <a:t/>
            </a:r>
          </a:p>
          <a:p xmlns:a="http://schemas.openxmlformats.org/drawingml/2006/main">
            <a:r>
              <a:t>Make the physical chain explicit: sound-pressure variation, microphone voltage, discrete samples, then plots. The pre-lab starts from a clean mathematical voltage. The laboratory adds noise, microphone response, harmonics, and imperfect excitation. The same analysis ideas apply.</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Show the actual notebook on screen. Point to a Markdown cell and a code cell. Explain the execution count at the left. Emphasize that a notebook remembers variables only after the defining cell runs.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4–5 minutes (1 minutes)</a:t>
            </a:r>
          </a:p>
          <a:p xmlns:a="http://schemas.openxmlformats.org/drawingml/2006/main">
            <a:r>
              <a:t/>
            </a:r>
          </a:p>
          <a:p xmlns:a="http://schemas.openxmlformats.org/drawingml/2006/main">
            <a:r>
              <a:t>Demonstrate the Colab link from the course website. Remind students to save a personal copy and include their name in the filename if Canvas requests it.</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5–6 minutes (1 minutes)</a:t>
            </a:r>
          </a:p>
          <a:p xmlns:a="http://schemas.openxmlformats.org/drawingml/2006/main">
            <a:r>
              <a:t/>
            </a:r>
          </a:p>
          <a:p xmlns:a="http://schemas.openxmlformats.org/drawingml/2006/main">
            <a:r>
              <a:t>Run the second line before defining A to demonstrate a NameError only if time allows. Then run the defining cell and try again. Show Kernel or Runtime restart and explain why Run All is a useful final check before submission.</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6–8 minutes (2 minutes)</a:t>
            </a:r>
          </a:p>
          <a:p xmlns:a="http://schemas.openxmlformats.org/drawingml/2006/main">
            <a:r>
              <a:t/>
            </a:r>
          </a:p>
          <a:p xmlns:a="http://schemas.openxmlformats.org/drawingml/2006/main">
            <a:r>
              <a:t>Start with one physical voltage tone before showing Python. Point vertically from zero to a crest for amplitude. Point between two neighboring crests for the period and connect period to frequency. Explain that phase sets the wave's starting position at t = 0; it does not change amplitude or frequency. Ask students for the units: volts, hertz, and degrees.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8–9.5 minutes (1.5 minutes)</a:t>
            </a:r>
          </a:p>
          <a:p xmlns:a="http://schemas.openxmlformats.org/drawingml/2006/main">
            <a:r>
              <a:t/>
            </a:r>
          </a:p>
          <a:p xmlns:a="http://schemas.openxmlformats.org/drawingml/2006/main">
            <a:r>
              <a:t>Now connect the physical diagram to the variable names. A1 and A2 are voltage amplitudes, f1 and f2 are cycles per second, and phi1_deg and phi2_deg set the starting positions. Explain that sine versus cosine is only a phase-reference choice. NumPy needs radians, so the code converts degrees. Ask which tone has the larger amplitude and which completes cycles faster.</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9.5–11 minutes (1.5 minutes)</a:t>
            </a:r>
          </a:p>
          <a:p xmlns:a="http://schemas.openxmlformats.org/drawingml/2006/main">
            <a:r>
              <a:t/>
            </a:r>
          </a:p>
          <a:p xmlns:a="http://schemas.openxmlformats.org/drawingml/2006/main">
            <a:r>
              <a:t>Compare identical amplitudes and frequencies. The gray reference peaks at 13.889 ms, while the blue wave peaks at 10.031 ms. Their separation is 3.858 ms, equal to 25/360 of a 55.556 ms cycle. Positive phase advances a sine wave. Phase is an angle, not a time: convert using the frequency. At time zero the blue voltage is 1.2 sin(25 degrees) = 0.507 V. NumPy takes radians, so phi1_deg is converted with deg2rad.</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11–13 minutes (2 minutes)</a:t>
            </a:r>
          </a:p>
          <a:p xmlns:a="http://schemas.openxmlformats.org/drawingml/2006/main">
            <a:r>
              <a:t/>
            </a:r>
          </a:p>
          <a:p xmlns:a="http://schemas.openxmlformats.org/drawingml/2006/main">
            <a:r>
              <a:t>Explain mean as the vertical center or DC offset of the waveform. Explain RMS by three steps: square removes sign, average combines the whole record, square root returns volts. For a single sinusoid RMS equals amplitude divided by square root of two. Distinct-tone mean squares add when the record contains complete cycles. Stress that a plausible RMS does not prove the frequency content is correct.</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13–15 minutes (2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15–17 minutes (2 minutes)</a:t>
            </a:r>
          </a:p>
          <a:p xmlns:a="http://schemas.openxmlformats.org/drawingml/2006/main">
            <a:r>
              <a:t/>
            </a:r>
          </a:p>
          <a:p xmlns:a="http://schemas.openxmlformats.org/drawingml/2006/main">
            <a:r>
              <a:t>Say: We have two different clocks. The first belongs to the wave: how often does the voltage complete a cycle? That is f_signal. The second belongs to the recorder: how often do we store a voltage reading? That is f_s. The letter s means sampling, not signal. In the notebook, fs is the sampling rate, while f1 and f2 belong to the two tones. There is no single f_signal for a two-tone signal; we apply the term to each component. Ask: If I change fs from 126 to 336, does the 42 Hz tone become a 336 Hz tone? No. We get more readings of the same 42 Hz wave. Transition: We can now count how many readings fall within one cycle.</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17–19 minutes (2 minutes)</a:t>
            </a:r>
          </a:p>
          <a:p xmlns:a="http://schemas.openxmlformats.org/drawingml/2006/main">
            <a:r>
              <a:t/>
            </a:r>
          </a:p>
          <a:p xmlns:a="http://schemas.openxmlformats.org/drawingml/2006/main">
            <a:r>
              <a:t>Say: The 42 Hz component completes a cycle in about 24 milliseconds. At 126 samples per second, the recorder takes one reading about every 8 milliseconds. Therefore three sample intervals fit in one cycle. Divide the cycle duration by the time between readings to obtain the formula, rather than asking students to memorize it. Check the units: samples per second divided by cycles per second gives samples per cycle. Eight readings give a much clearer drawing than three. For a noninteger ratio, this is the average number of samples per cycle, not a guarantee that every individual cycle contains the same number. Ask students to calculate 72/42 = 1.71 before the next slide.</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19–21 minutes (2 minutes)</a:t>
            </a:r>
          </a:p>
          <a:p xmlns:a="http://schemas.openxmlformats.org/drawingml/2006/main">
            <a:r>
              <a:t/>
            </a:r>
          </a:p>
          <a:p xmlns:a="http://schemas.openxmlformats.org/drawingml/2006/main">
            <a:r>
              <a:t>Say: f_max belongs to the signal. f_N belongs to the selected sampling rate. They are not two names for the same quantity. The sampling theorem tells us that a signal confined to frequencies below half the sampling rate can, in principle, be recovered from ideal uniform samples. For our ordinary real-valued voltage measurement starting at low frequency, we require fs greater than twice the highest frequency present. We use a strict inequality and leave margin in practice. The 42 Hz component is smaller in amplitude than the 18 Hz component, but it still determines the requirement. Ask: At fs = 126, what is f_N? Answer: 63 Hz. Is 42 below it? Yes. Transition: Why do we avoid exactly two samples per cycle?</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21–22 minutes (1 minutes)</a:t>
            </a:r>
          </a:p>
          <a:p xmlns:a="http://schemas.openxmlformats.org/drawingml/2006/main">
            <a:r>
              <a:t/>
            </a:r>
          </a:p>
          <a:p xmlns:a="http://schemas.openxmlformats.org/drawingml/2006/main">
            <a:r>
              <a:t>Say: This example uses a 42 Hz sine wave with zero phase, rather than our assigned two-tone waveform. Sample at exactly 84 samples per second. Every reading lands on a zero crossing, so all stored values are zero. A different starting phase gives different values, which is precisely why the boundary is unsafe for recovering an arbitrary sinusoid. The curve has not disappeared; the recording has missed it. This is a direct reason to write greater than, not equal to, twice the maximum frequency. Meeting the ideal theorem with three samples per cycle also does not mean straight lines between the readings reproduce the waveform. Reconstruction and a visually smooth connected plot are different tasks.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22–24 minutes (2 minutes)</a:t>
            </a:r>
          </a:p>
          <a:p xmlns:a="http://schemas.openxmlformats.org/drawingml/2006/main">
            <a:r>
              <a:t/>
            </a:r>
          </a:p>
          <a:p xmlns:a="http://schemas.openxmlformats.org/drawingml/2006/main">
            <a:r>
              <a:t>Work through the first row with the class. fs = 336 gives f_N = 168 Hz and eight samples per 42 Hz cycle. Both components satisfy the condition. Then ask students to complete the second row: 126 gives 63 Hz and three samples per cycle. For 72, f_N is only 36 Hz, so the 42 Hz component fails even though 18 Hz remains below the limit. For 48, the boundary is 24 Hz and the same high-frequency component fails. Emphasize that we check every component, including smaller ones. These pass/fail labels refer to avoiding aliasing in this ideal known two-tone signal, not to overall measurement quality, noise, calibration or amplitude accuracy.</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24–27 minutes (3 minutes)</a:t>
            </a:r>
          </a:p>
          <a:p xmlns:a="http://schemas.openxmlformats.org/drawingml/2006/main">
            <a:r>
              <a:t/>
            </a:r>
          </a:p>
          <a:p xmlns:a="http://schemas.openxmlformats.org/drawingml/2006/main">
            <a:r>
              <a:t>Say: Look only at the red points first. These are the readings available to the recorder. The gray 42 Hz wave passes through every red point. The blue 6 Hz wave also passes through every red point. If I give you only these readings, you cannot decide which of these two waves produced them. That ambiguity is aliasing. At fs = 48, the displayed low-frequency interpretation is 6 Hz because 42 exceeds the 24 Hz Nyquist frequency. The source still oscillates at 42 Hz; sampling has lost the information needed to identify it. This plot isolates the second component of our signal. The 18 Hz component remains distinguishable in this case. The alias phase is chosen so both curves agree exactly at the sample times. Taking an FFT cannot recreate the missing information.</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27–29 minutes (2 minutes)</a:t>
            </a:r>
          </a:p>
          <a:p xmlns:a="http://schemas.openxmlformats.org/drawingml/2006/main">
            <a:r>
              <a:t/>
            </a:r>
          </a:p>
          <a:p xmlns:a="http://schemas.openxmlformats.org/drawingml/2006/main">
            <a:r>
              <a:t>Define f_alias as the frequency that the sampled data appear to contain within the interval from zero to fs/2. Students must check which case they are in before applying subtraction. For these examples, the true frequency lies between fs/2 and fs, so one subtraction works. Do not teach absolute value of f minus fs as a universal rule. For a frequency several times fs, subtract an appropriate integer multiple of fs and reflect into the range zero to fs/2. In general choose an integer k so that abs(f_signal - k fs) is at most fs/2. That general rule belongs in your explanation only if a student asks; the assigned examples need one fold. Ask students why the 18 Hz component stays at 18 Hz in all four cases.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29–30 minutes (1 minutes)</a:t>
            </a:r>
          </a:p>
          <a:p xmlns:a="http://schemas.openxmlformats.org/drawingml/2006/main">
            <a:r>
              <a:t/>
            </a:r>
          </a:p>
          <a:p xmlns:a="http://schemas.openxmlformats.org/drawingml/2006/main">
            <a:r>
              <a:t>Say: In this notebook we know the input exactly. In the laboratory the microphone can also pick up higher harmonics and background noise. An anti-alias filter is a physical or built-in analog filter before the analog-to-digital converter. It reduces high-frequency input that the chosen sampling rate cannot represent correctly. A real filter has a transition region, so choose margin and follow the acquisition system specifications. A digital filter applied after bad sampling may remove part of a recorded signal, but cannot identify which original high-frequency component produced an alias. Do not imply students should disable instrument protection. Relate this to choosing Moku:Go settings before collecting data.</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30–32 minutes (2 minutes)</a:t>
            </a:r>
          </a:p>
          <a:p xmlns:a="http://schemas.openxmlformats.org/drawingml/2006/main">
            <a:r>
              <a:t/>
            </a:r>
          </a:p>
          <a:p xmlns:a="http://schemas.openxmlformats.org/drawingml/2006/main">
            <a:r>
              <a:t>Say: The waveform answers what the voltage is doing as time passes. The frequency spectrum answers which repeating components are present. The FFT is an efficient calculation of the discrete Fourier transform. It compares the recorded samples with a set of sinusoidal patterns and returns their contributions. This plot is calculated from the same two-tone signal using 336 samples in one second, with no window taper in this particular teaching example. Both tones complete whole cycles and lie exactly on FFT bins. Therefore the one-sided amplitude spectrum has peaks at 18 and 42 Hz with amplitudes 1.20 and 0.45 V. The graph is not new data; it is another description of the same samples. We will discuss the notebook's Hann window after students can read the axes.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32–34 minutes (2 minutes)</a:t>
            </a:r>
          </a:p>
          <a:p xmlns:a="http://schemas.openxmlformats.org/drawingml/2006/main">
            <a:r>
              <a:t/>
            </a:r>
          </a:p>
          <a:p xmlns:a="http://schemas.openxmlformats.org/drawingml/2006/main">
            <a:r>
              <a:t>Point to the 18 Hz peak on the previous figure and ask two separate questions: Where is it? How tall is it? Location gives frequency; height estimates amplitude using the chosen spectrum normalization. This lecture uses a one-sided amplitude spectrum, not a power spectral density. Power density would have different units such as volts squared per hertz. One-sided means showing the nonnegative frequencies for a real-valued time signal; the negative-frequency half contains matching information. The prepared code handles the scaling. Do not ask students to implement the FFT. A wrong sample-rate value used in analysis gives a wrong horizontal frequency axis, so always retain the actual recording rate.</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34–35 minutes (1 minutes)</a:t>
            </a:r>
          </a:p>
          <a:p xmlns:a="http://schemas.openxmlformats.org/drawingml/2006/main">
            <a:r>
              <a:t/>
            </a:r>
          </a:p>
          <a:p xmlns:a="http://schemas.openxmlformats.org/drawingml/2006/main">
            <a:r>
              <a:t>Say: A thermometer gives one temperature, not a picture of all changes during the day. Similarly RMS gives one measure of signal size, not its frequencies. In our one-second sample records the 42 Hz component can appear at another frequency while its magnitude contribution stays similar. Thus a small RMS percent error is not proof that the sample rate was sufficient. Students should report this explicitly when comparing their results. The theoretical RMS formula assumes the stated distinct tones over a record containing complete cycles. Short records or different sampling relationships need the actual sum or integral rather than blind reuse of that result.</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35–37 minutes (2 minutes)</a:t>
            </a:r>
          </a:p>
          <a:p xmlns:a="http://schemas.openxmlformats.org/drawingml/2006/main">
            <a:r>
              <a:t/>
            </a:r>
          </a:p>
          <a:p xmlns:a="http://schemas.openxmlformats.org/drawingml/2006/main">
            <a:r>
              <a:t>Say: The word bin simply means a position on the FFT frequency grid. For a one-second record the frequencies are zero, one, two, three hertz and so on up to the Nyquist boundary. For a quarter-second record they are zero, four, eight, twelve hertz and so on. Define N, fs and T_record before substituting numbers. Distinguish T_record from T_signal: one is how long we record, the other is how long the wave takes to repeat. N samples at times 0 through (N-1)/fs still correspond to an N/fs FFT record duration. We do not add a duplicate endpoint. Ask: Which change gives finer bin spacing, longer recording at fixed fs or only raising fs while keeping record duration fixed? Longer recording.</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37–39 minutes (2 minutes)</a:t>
            </a:r>
          </a:p>
          <a:p xmlns:a="http://schemas.openxmlformats.org/drawingml/2006/main">
            <a:r>
              <a:t/>
            </a:r>
          </a:p>
          <a:p xmlns:a="http://schemas.openxmlformats.org/drawingml/2006/main">
            <a:r>
              <a:t>Say: Here is a separate teaching example with a single 18.5 Hz tone recorded for one second at 128 samples per second. Its frequency is halfway between the 18 and 19 Hz FFT bins. The transform needs several bins to describe the finite record, so one physical tone produces a spread of spectral values. This is spectral leakage. The blue and gray curves are calculated from identical samples with two different windows. Do not interpret every neighboring nonzero bin as a separate physical tone. The notebook's quarter-second case has a similar issue: 18 and 42 Hz fall between four-hertz bins. Leakage is different from aliasing: leakage spreads a finite-record peak, while aliasing makes distinct input frequencies share the same samples.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39–40 minutes (1 minutes)</a:t>
            </a:r>
          </a:p>
          <a:p xmlns:a="http://schemas.openxmlformats.org/drawingml/2006/main">
            <a:r>
              <a:t/>
            </a:r>
          </a:p>
          <a:p xmlns:a="http://schemas.openxmlformats.org/drawingml/2006/main">
            <a:r>
              <a:t>Say: Imagine reducing the abrupt jump where the end of the record meets the beginning of the repeated segment used by the Fourier representation. The Hann window does that by gently reducing the endpoint values. On the previous plot, compare the far-away values and the width near the peak. Lower distant leakage helps reveal weaker frequencies, but a wider main peak makes close tones harder to separate. The correction uses the average window weight, often called coherent gain. It adjusts amplitude scaling, but does not guarantee exact peak amplitude for a tone between bins or overlapping another peak. Keep that limit in mind when students compare plot heights.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Use two concrete changes. First keep one second but increase fs from 126 to 336. The highest unaliased frequency boundary rises from 63 to 168 Hz, yet bin spacing remains one hertz. Second keep fs at 336 and increase duration from 0.25 to 1 second. Nyquist stays 168 Hz, while the frequency grid gets finer from four to one hertz. Say explicitly that grid spacing is not a universal guarantee of resolving two close tones: the window shape, noise and relative amplitudes matter. A denser plotted curve made by zero padding also does not add measured information. This comparison prepares students to justify both acquisition choices separately.</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42–44 minutes (2 minutes)</a:t>
            </a:r>
          </a:p>
          <a:p xmlns:a="http://schemas.openxmlformats.org/drawingml/2006/main">
            <a:r>
              <a:t/>
            </a:r>
          </a:p>
          <a:p xmlns:a="http://schemas.openxmlformats.org/drawingml/2006/main">
            <a:r>
              <a:t>Tell students these are teaching values, distinct from their assigned 75 Hz design question. Start with the desired outcomes and work backwards. The highest expected frequency controls the minimum sample rate; the desired grid spacing controls record duration. A choice of 300 samples per second gives five samples per 60 Hz cycle and leaves margin relative to the ideal threshold, but is not a universal instrument recommendation. Two seconds gives the requested half-hertz bins. Ask students which requirement fails if we shorten the record to half a second: bin spacing becomes two hertz, while the Nyquist limit is unchanged. Ask which requirement fails if we keep two seconds but lower fs to 100: 60 Hz exceeds the 50 Hz Nyquist boundary.</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44–46 minutes (2 minutes)</a:t>
            </a:r>
          </a:p>
          <a:p xmlns:a="http://schemas.openxmlformats.org/drawingml/2006/main">
            <a:r>
              <a:t/>
            </a:r>
          </a:p>
          <a:p xmlns:a="http://schemas.openxmlformats.org/drawingml/2006/main">
            <a:r>
              <a:t>Switch to the actual notebook and identify the variables rather than asking students to write them. Point to f1 and f2 as physical signal frequencies, fs as the recording setting, and duration as the observation length. Before running the spectrum, ask students to state fs/2 and their predicted peak locations. Run the cell, then ask them to describe agreement or disagreement using values and units. Show a Markdown response cell and how to render it with Shift+Enter. If the output seems inconsistent, restart the runtime and run all earlier cells. Do not type the students' complete analysis answers. Their work is reasoning about the prepared results.</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46–47 minutes (1 minutes)</a:t>
            </a:r>
          </a:p>
          <a:p xmlns:a="http://schemas.openxmlformats.org/drawingml/2006/main">
            <a:r>
              <a:t/>
            </a:r>
          </a:p>
          <a:p xmlns:a="http://schemas.openxmlformats.org/drawingml/2006/main">
            <a:r>
              <a:t>Say: 'The plot looks wrong' is too vague. A useful answer tells the reader which component, which settings, the expected behavior and the measured result. For RMS, compute percent error as abs(sample RMS minus theoretical RMS) divided by theoretical RMS times 100 percent, since the theoretical value here is nonzero. For frequency, connect the observed peak with Nyquist and the predicted alias. For duration, compute the actual N/fs before claiming a particular bin spacing. The goal is not to use more technical words. It is to make a clear claim supported by a number and a reason.</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Ask each question before revealing or discussing its answer. For question one, require students to distinguish the physical source from the recorder. For question three, a longer incorrectly sampled record gives more of the same ambiguous information. For question four, add that a peak may represent an alias, so the FFT alone does not prove the original analog frequency. Close by asking students to state the two design rules in words: sample fast enough for the highest input frequency and record long enough for the frequency detail needed. If these distinctions are unclear, return to the two clocks explanation rather than introducing more notation.</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Remind students that the different laboratory sections have different start times, so each student's deadline is the start of their own section. The pre-lab is normally posted on the Monday before that laboratory. Students can discuss general approaches, but their submitted explanations and results must be their own. The final file must include readable figures and calculations. This is a data-analysis assignment with complete prepared code. End by pointing students back to the course page and the direct Colab link.</a:t>
            </a:r>
          </a:p>
          <a:p xmlns:a="http://schemas.openxmlformats.org/drawingml/2006/main">
            <a:r>
              <a:t/>
            </a:r>
          </a:p>
          <a:p xmlns:a="http://schemas.openxmlformats.org/drawingml/2006/main">
            <a:r>
              <a:t>SOURCE: MIE402_PreLab1_Fall2026_Student.ipynb and LAB1_MIE402.pdf. Sampling theory: https://brianmcfee.net/dstbook-site/content/ch02-sampling/Nyquist.html . Spectrum and windows: https://scipy.github.io/devdocs/tutorial/signal.html . Charts calculated from the stated teaching equations; not laboratory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40f4e93f9e4e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daad4ecebe4e14" /><Relationship Type="http://schemas.openxmlformats.org/officeDocument/2006/relationships/slideLayout" Target="/ppt/slideLayouts/slideLayout1.xml" Id="R72e3ff4318fd49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e3ff4318fd49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7628e34f8e45ee" /><Relationship Type="http://schemas.openxmlformats.org/officeDocument/2006/relationships/notesSlide" Target="/ppt/notesSlides/notesSlide1.xml" Id="Ra0fb6866026745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3a2f12ba36e47b0" /><Relationship Type="http://schemas.openxmlformats.org/officeDocument/2006/relationships/notesSlide" Target="/ppt/notesSlides/notesSlide2.xml" Id="R0f1a3c4c197441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3b09e854954470" /><Relationship Type="http://schemas.openxmlformats.org/officeDocument/2006/relationships/notesSlide" Target="/ppt/notesSlides/notesSlide3.xml" Id="R8b881159438548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6ce5197ef4475b" /><Relationship Type="http://schemas.openxmlformats.org/officeDocument/2006/relationships/notesSlide" Target="/ppt/notesSlides/notesSlide4.xml" Id="R4d5b1b3571a34b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55514442a445bd" /><Relationship Type="http://schemas.openxmlformats.org/officeDocument/2006/relationships/notesSlide" Target="/ppt/notesSlides/notesSlide5.xml" Id="Rff84934d40914e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0703ff53e24c6a" /><Relationship Type="http://schemas.openxmlformats.org/officeDocument/2006/relationships/notesSlide" Target="/ppt/notesSlides/notesSlide6.xml" Id="R80ddd107de1143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0244d62f5a4731" /><Relationship Type="http://schemas.openxmlformats.org/officeDocument/2006/relationships/chart" Target="/ppt/slides/charts/chart1.xml" Id="R6fad0e50f4414edd" /><Relationship Type="http://schemas.openxmlformats.org/officeDocument/2006/relationships/notesSlide" Target="/ppt/notesSlides/notesSlide7.xml" Id="R41abeb23a2e344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e03e29e90f4f10" /><Relationship Type="http://schemas.openxmlformats.org/officeDocument/2006/relationships/notesSlide" Target="/ppt/notesSlides/notesSlide8.xml" Id="R01fdaf35a7a843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e3c71288984715" /><Relationship Type="http://schemas.openxmlformats.org/officeDocument/2006/relationships/chart" Target="/ppt/slides/charts/chart2.xml" Id="R9778130fceac434c" /><Relationship Type="http://schemas.openxmlformats.org/officeDocument/2006/relationships/notesSlide" Target="/ppt/notesSlides/notesSlide9.xml" Id="Rfd7745ff9cea49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e51381e70448a5" /><Relationship Type="http://schemas.openxmlformats.org/officeDocument/2006/relationships/notesSlide" Target="/ppt/notesSlides/notesSlide10.xml" Id="Rd221758416e249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b0e4ebb3d4e48d9" /><Relationship Type="http://schemas.openxmlformats.org/officeDocument/2006/relationships/chart" Target="/ppt/slides/charts/chart3.xml" Id="Rde76e5a7e5b64012" /><Relationship Type="http://schemas.openxmlformats.org/officeDocument/2006/relationships/notesSlide" Target="/ppt/notesSlides/notesSlide11.xml" Id="R3f632df51f6d43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b5c4a34f9b4793" /><Relationship Type="http://schemas.openxmlformats.org/officeDocument/2006/relationships/notesSlide" Target="/ppt/notesSlides/notesSlide12.xml" Id="R8bb0c8a27f5c493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d5661827654aac" /><Relationship Type="http://schemas.openxmlformats.org/officeDocument/2006/relationships/notesSlide" Target="/ppt/notesSlides/notesSlide13.xml" Id="R1eb82272bf4146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8575f5e3d8046c0" /><Relationship Type="http://schemas.openxmlformats.org/officeDocument/2006/relationships/notesSlide" Target="/ppt/notesSlides/notesSlide14.xml" Id="R89b5932e20e44e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bde5045c2454cee" /><Relationship Type="http://schemas.openxmlformats.org/officeDocument/2006/relationships/chart" Target="/ppt/slides/charts/chart4.xml" Id="R5f32198c314d45a4" /><Relationship Type="http://schemas.openxmlformats.org/officeDocument/2006/relationships/notesSlide" Target="/ppt/notesSlides/notesSlide15.xml" Id="R688ac2aff0eb404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3dbf155b14c4bad" /><Relationship Type="http://schemas.openxmlformats.org/officeDocument/2006/relationships/notesSlide" Target="/ppt/notesSlides/notesSlide16.xml" Id="R580971a5756d44f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12b4de8b1b04e4f" /><Relationship Type="http://schemas.openxmlformats.org/officeDocument/2006/relationships/chart" Target="/ppt/slides/charts/chart5.xml" Id="R62e49e34f4c54e06" /><Relationship Type="http://schemas.openxmlformats.org/officeDocument/2006/relationships/notesSlide" Target="/ppt/notesSlides/notesSlide17.xml" Id="Rb52140dacee64d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a87ca690b4749bd" /><Relationship Type="http://schemas.openxmlformats.org/officeDocument/2006/relationships/notesSlide" Target="/ppt/notesSlides/notesSlide18.xml" Id="R7de63e733ef344d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afe4705c8d547bf" /><Relationship Type="http://schemas.openxmlformats.org/officeDocument/2006/relationships/notesSlide" Target="/ppt/notesSlides/notesSlide19.xml" Id="R0578768d284c4b2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a9965630bb54133" /><Relationship Type="http://schemas.openxmlformats.org/officeDocument/2006/relationships/chart" Target="/ppt/slides/charts/chart6.xml" Id="R0fba5c7937214797" /><Relationship Type="http://schemas.openxmlformats.org/officeDocument/2006/relationships/notesSlide" Target="/ppt/notesSlides/notesSlide20.xml" Id="Rf9a0296e5b62432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1bfec2560b3439c" /><Relationship Type="http://schemas.openxmlformats.org/officeDocument/2006/relationships/notesSlide" Target="/ppt/notesSlides/notesSlide21.xml" Id="Re7a18b017ab942b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24e0c3033e649e3" /><Relationship Type="http://schemas.openxmlformats.org/officeDocument/2006/relationships/notesSlide" Target="/ppt/notesSlides/notesSlide22.xml" Id="R79b1c64d22754f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86fdb86c22044b6" /><Relationship Type="http://schemas.openxmlformats.org/officeDocument/2006/relationships/notesSlide" Target="/ppt/notesSlides/notesSlide23.xml" Id="R249e0f58554248a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0425274b5df408e" /><Relationship Type="http://schemas.openxmlformats.org/officeDocument/2006/relationships/chart" Target="/ppt/slides/charts/chart7.xml" Id="Refff4fcf72974214" /><Relationship Type="http://schemas.openxmlformats.org/officeDocument/2006/relationships/notesSlide" Target="/ppt/notesSlides/notesSlide24.xml" Id="Rbb9f2bee8d18449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9ac05f88b248a7" /><Relationship Type="http://schemas.openxmlformats.org/officeDocument/2006/relationships/notesSlide" Target="/ppt/notesSlides/notesSlide25.xml" Id="R77ea0071d1264a8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856b8fe096841e7" /><Relationship Type="http://schemas.openxmlformats.org/officeDocument/2006/relationships/notesSlide" Target="/ppt/notesSlides/notesSlide26.xml" Id="R1f9436634681491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94fb708f0d94d19" /><Relationship Type="http://schemas.openxmlformats.org/officeDocument/2006/relationships/notesSlide" Target="/ppt/notesSlides/notesSlide27.xml" Id="Rf4b63090965b487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39e803644ff468c" /><Relationship Type="http://schemas.openxmlformats.org/officeDocument/2006/relationships/notesSlide" Target="/ppt/notesSlides/notesSlide28.xml" Id="Ra7abb5b1031e40a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8c2e7512ed74f73" /><Relationship Type="http://schemas.openxmlformats.org/officeDocument/2006/relationships/notesSlide" Target="/ppt/notesSlides/notesSlide29.xml" Id="R737151c75b8947d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d4705319b7b4410" /><Relationship Type="http://schemas.openxmlformats.org/officeDocument/2006/relationships/notesSlide" Target="/ppt/notesSlides/notesSlide30.xml" Id="R0b888cab226041e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40e67c13b2b4693" /><Relationship Type="http://schemas.openxmlformats.org/officeDocument/2006/relationships/notesSlide" Target="/ppt/notesSlides/notesSlide31.xml" Id="R1ff521c77ec14b2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0.275</c:v>
                </c:pt>
                <c:pt idx="2">
                  <c:v>0.55</c:v>
                </c:pt>
                <c:pt idx="3">
                  <c:v>0.825</c:v>
                </c:pt>
                <c:pt idx="4">
                  <c:v>1.1</c:v>
                </c:pt>
                <c:pt idx="5">
                  <c:v>1.375</c:v>
                </c:pt>
                <c:pt idx="6">
                  <c:v>1.65</c:v>
                </c:pt>
                <c:pt idx="7">
                  <c:v>1.925</c:v>
                </c:pt>
                <c:pt idx="8">
                  <c:v>2.2</c:v>
                </c:pt>
                <c:pt idx="9">
                  <c:v>2.475</c:v>
                </c:pt>
                <c:pt idx="10">
                  <c:v>2.75</c:v>
                </c:pt>
                <c:pt idx="11">
                  <c:v>3.025</c:v>
                </c:pt>
                <c:pt idx="12">
                  <c:v>3.3</c:v>
                </c:pt>
                <c:pt idx="13">
                  <c:v>3.575</c:v>
                </c:pt>
                <c:pt idx="14">
                  <c:v>3.85</c:v>
                </c:pt>
                <c:pt idx="15">
                  <c:v>4.125</c:v>
                </c:pt>
                <c:pt idx="16">
                  <c:v>4.4</c:v>
                </c:pt>
                <c:pt idx="17">
                  <c:v>4.675</c:v>
                </c:pt>
                <c:pt idx="18">
                  <c:v>4.95</c:v>
                </c:pt>
                <c:pt idx="19">
                  <c:v>5.225</c:v>
                </c:pt>
                <c:pt idx="20">
                  <c:v>5.5</c:v>
                </c:pt>
                <c:pt idx="21">
                  <c:v>5.775</c:v>
                </c:pt>
                <c:pt idx="22">
                  <c:v>6.05</c:v>
                </c:pt>
                <c:pt idx="23">
                  <c:v>6.325</c:v>
                </c:pt>
                <c:pt idx="24">
                  <c:v>6.6</c:v>
                </c:pt>
                <c:pt idx="25">
                  <c:v>6.875</c:v>
                </c:pt>
                <c:pt idx="26">
                  <c:v>7.15</c:v>
                </c:pt>
                <c:pt idx="27">
                  <c:v>7.425</c:v>
                </c:pt>
                <c:pt idx="28">
                  <c:v>7.7</c:v>
                </c:pt>
                <c:pt idx="29">
                  <c:v>7.975</c:v>
                </c:pt>
                <c:pt idx="30">
                  <c:v>8.25</c:v>
                </c:pt>
                <c:pt idx="31">
                  <c:v>8.525</c:v>
                </c:pt>
                <c:pt idx="32">
                  <c:v>8.8</c:v>
                </c:pt>
                <c:pt idx="33">
                  <c:v>9.075</c:v>
                </c:pt>
                <c:pt idx="34">
                  <c:v>9.35</c:v>
                </c:pt>
                <c:pt idx="35">
                  <c:v>9.625</c:v>
                </c:pt>
                <c:pt idx="36">
                  <c:v>9.9</c:v>
                </c:pt>
                <c:pt idx="37">
                  <c:v>10.175</c:v>
                </c:pt>
                <c:pt idx="38">
                  <c:v>10.45</c:v>
                </c:pt>
                <c:pt idx="39">
                  <c:v>10.725</c:v>
                </c:pt>
                <c:pt idx="40">
                  <c:v>11</c:v>
                </c:pt>
                <c:pt idx="41">
                  <c:v>11.275</c:v>
                </c:pt>
                <c:pt idx="42">
                  <c:v>11.55</c:v>
                </c:pt>
                <c:pt idx="43">
                  <c:v>11.825</c:v>
                </c:pt>
                <c:pt idx="44">
                  <c:v>12.1</c:v>
                </c:pt>
                <c:pt idx="45">
                  <c:v>12.375</c:v>
                </c:pt>
                <c:pt idx="46">
                  <c:v>12.65</c:v>
                </c:pt>
                <c:pt idx="47">
                  <c:v>12.925</c:v>
                </c:pt>
                <c:pt idx="48">
                  <c:v>13.2</c:v>
                </c:pt>
                <c:pt idx="49">
                  <c:v>13.475</c:v>
                </c:pt>
                <c:pt idx="50">
                  <c:v>13.75</c:v>
                </c:pt>
                <c:pt idx="51">
                  <c:v>14.025</c:v>
                </c:pt>
                <c:pt idx="52">
                  <c:v>14.3</c:v>
                </c:pt>
                <c:pt idx="53">
                  <c:v>14.575</c:v>
                </c:pt>
                <c:pt idx="54">
                  <c:v>14.85</c:v>
                </c:pt>
                <c:pt idx="55">
                  <c:v>15.125</c:v>
                </c:pt>
                <c:pt idx="56">
                  <c:v>15.4</c:v>
                </c:pt>
                <c:pt idx="57">
                  <c:v>15.675</c:v>
                </c:pt>
                <c:pt idx="58">
                  <c:v>15.95</c:v>
                </c:pt>
                <c:pt idx="59">
                  <c:v>16.225</c:v>
                </c:pt>
                <c:pt idx="60">
                  <c:v>16.5</c:v>
                </c:pt>
                <c:pt idx="61">
                  <c:v>16.775</c:v>
                </c:pt>
                <c:pt idx="62">
                  <c:v>17.05</c:v>
                </c:pt>
                <c:pt idx="63">
                  <c:v>17.325</c:v>
                </c:pt>
                <c:pt idx="64">
                  <c:v>17.6</c:v>
                </c:pt>
                <c:pt idx="65">
                  <c:v>17.875</c:v>
                </c:pt>
                <c:pt idx="66">
                  <c:v>18.15</c:v>
                </c:pt>
                <c:pt idx="67">
                  <c:v>18.425</c:v>
                </c:pt>
                <c:pt idx="68">
                  <c:v>18.7</c:v>
                </c:pt>
                <c:pt idx="69">
                  <c:v>18.975</c:v>
                </c:pt>
                <c:pt idx="70">
                  <c:v>19.25</c:v>
                </c:pt>
                <c:pt idx="71">
                  <c:v>19.525</c:v>
                </c:pt>
                <c:pt idx="72">
                  <c:v>19.8</c:v>
                </c:pt>
                <c:pt idx="73">
                  <c:v>20.075</c:v>
                </c:pt>
                <c:pt idx="74">
                  <c:v>20.35</c:v>
                </c:pt>
                <c:pt idx="75">
                  <c:v>20.625</c:v>
                </c:pt>
                <c:pt idx="76">
                  <c:v>20.9</c:v>
                </c:pt>
                <c:pt idx="77">
                  <c:v>21.175</c:v>
                </c:pt>
                <c:pt idx="78">
                  <c:v>21.45</c:v>
                </c:pt>
                <c:pt idx="79">
                  <c:v>21.725</c:v>
                </c:pt>
                <c:pt idx="80">
                  <c:v>22</c:v>
                </c:pt>
                <c:pt idx="81">
                  <c:v>22.275</c:v>
                </c:pt>
                <c:pt idx="82">
                  <c:v>22.55</c:v>
                </c:pt>
                <c:pt idx="83">
                  <c:v>22.825</c:v>
                </c:pt>
                <c:pt idx="84">
                  <c:v>23.1</c:v>
                </c:pt>
                <c:pt idx="85">
                  <c:v>23.375</c:v>
                </c:pt>
                <c:pt idx="86">
                  <c:v>23.65</c:v>
                </c:pt>
                <c:pt idx="87">
                  <c:v>23.925</c:v>
                </c:pt>
                <c:pt idx="88">
                  <c:v>24.2</c:v>
                </c:pt>
                <c:pt idx="89">
                  <c:v>24.475</c:v>
                </c:pt>
                <c:pt idx="90">
                  <c:v>24.75</c:v>
                </c:pt>
                <c:pt idx="91">
                  <c:v>25.025</c:v>
                </c:pt>
                <c:pt idx="92">
                  <c:v>25.3</c:v>
                </c:pt>
                <c:pt idx="93">
                  <c:v>25.575</c:v>
                </c:pt>
                <c:pt idx="94">
                  <c:v>25.85</c:v>
                </c:pt>
                <c:pt idx="95">
                  <c:v>26.125</c:v>
                </c:pt>
                <c:pt idx="96">
                  <c:v>26.4</c:v>
                </c:pt>
                <c:pt idx="97">
                  <c:v>26.675</c:v>
                </c:pt>
                <c:pt idx="98">
                  <c:v>26.95</c:v>
                </c:pt>
                <c:pt idx="99">
                  <c:v>27.225</c:v>
                </c:pt>
                <c:pt idx="100">
                  <c:v>27.5</c:v>
                </c:pt>
                <c:pt idx="101">
                  <c:v>27.775</c:v>
                </c:pt>
                <c:pt idx="102">
                  <c:v>28.05</c:v>
                </c:pt>
                <c:pt idx="103">
                  <c:v>28.325</c:v>
                </c:pt>
                <c:pt idx="104">
                  <c:v>28.6</c:v>
                </c:pt>
                <c:pt idx="105">
                  <c:v>28.875</c:v>
                </c:pt>
                <c:pt idx="106">
                  <c:v>29.15</c:v>
                </c:pt>
                <c:pt idx="107">
                  <c:v>29.425</c:v>
                </c:pt>
                <c:pt idx="108">
                  <c:v>29.7</c:v>
                </c:pt>
                <c:pt idx="109">
                  <c:v>29.975</c:v>
                </c:pt>
                <c:pt idx="110">
                  <c:v>30.25</c:v>
                </c:pt>
                <c:pt idx="111">
                  <c:v>30.525</c:v>
                </c:pt>
                <c:pt idx="112">
                  <c:v>30.8</c:v>
                </c:pt>
                <c:pt idx="113">
                  <c:v>31.075</c:v>
                </c:pt>
                <c:pt idx="114">
                  <c:v>31.35</c:v>
                </c:pt>
                <c:pt idx="115">
                  <c:v>31.625</c:v>
                </c:pt>
                <c:pt idx="116">
                  <c:v>31.9</c:v>
                </c:pt>
                <c:pt idx="117">
                  <c:v>32.175</c:v>
                </c:pt>
                <c:pt idx="118">
                  <c:v>32.45</c:v>
                </c:pt>
                <c:pt idx="119">
                  <c:v>32.725</c:v>
                </c:pt>
                <c:pt idx="120">
                  <c:v>33</c:v>
                </c:pt>
                <c:pt idx="121">
                  <c:v>33.275</c:v>
                </c:pt>
                <c:pt idx="122">
                  <c:v>33.55</c:v>
                </c:pt>
                <c:pt idx="123">
                  <c:v>33.825</c:v>
                </c:pt>
                <c:pt idx="124">
                  <c:v>34.1</c:v>
                </c:pt>
                <c:pt idx="125">
                  <c:v>34.375</c:v>
                </c:pt>
                <c:pt idx="126">
                  <c:v>34.65</c:v>
                </c:pt>
                <c:pt idx="127">
                  <c:v>34.925</c:v>
                </c:pt>
                <c:pt idx="128">
                  <c:v>35.2</c:v>
                </c:pt>
                <c:pt idx="129">
                  <c:v>35.475</c:v>
                </c:pt>
                <c:pt idx="130">
                  <c:v>35.75</c:v>
                </c:pt>
                <c:pt idx="131">
                  <c:v>36.025</c:v>
                </c:pt>
                <c:pt idx="132">
                  <c:v>36.3</c:v>
                </c:pt>
                <c:pt idx="133">
                  <c:v>36.575</c:v>
                </c:pt>
                <c:pt idx="134">
                  <c:v>36.85</c:v>
                </c:pt>
                <c:pt idx="135">
                  <c:v>37.125</c:v>
                </c:pt>
                <c:pt idx="136">
                  <c:v>37.4</c:v>
                </c:pt>
                <c:pt idx="137">
                  <c:v>37.675</c:v>
                </c:pt>
                <c:pt idx="138">
                  <c:v>37.95</c:v>
                </c:pt>
                <c:pt idx="139">
                  <c:v>38.225</c:v>
                </c:pt>
                <c:pt idx="140">
                  <c:v>38.5</c:v>
                </c:pt>
                <c:pt idx="141">
                  <c:v>38.775</c:v>
                </c:pt>
                <c:pt idx="142">
                  <c:v>39.05</c:v>
                </c:pt>
                <c:pt idx="143">
                  <c:v>39.325</c:v>
                </c:pt>
                <c:pt idx="144">
                  <c:v>39.6</c:v>
                </c:pt>
                <c:pt idx="145">
                  <c:v>39.875</c:v>
                </c:pt>
                <c:pt idx="146">
                  <c:v>40.15</c:v>
                </c:pt>
                <c:pt idx="147">
                  <c:v>40.425</c:v>
                </c:pt>
                <c:pt idx="148">
                  <c:v>40.7</c:v>
                </c:pt>
                <c:pt idx="149">
                  <c:v>40.975</c:v>
                </c:pt>
                <c:pt idx="150">
                  <c:v>41.25</c:v>
                </c:pt>
                <c:pt idx="151">
                  <c:v>41.525</c:v>
                </c:pt>
                <c:pt idx="152">
                  <c:v>41.8</c:v>
                </c:pt>
                <c:pt idx="153">
                  <c:v>42.075</c:v>
                </c:pt>
                <c:pt idx="154">
                  <c:v>42.35</c:v>
                </c:pt>
                <c:pt idx="155">
                  <c:v>42.625</c:v>
                </c:pt>
                <c:pt idx="156">
                  <c:v>42.9</c:v>
                </c:pt>
                <c:pt idx="157">
                  <c:v>43.175</c:v>
                </c:pt>
                <c:pt idx="158">
                  <c:v>43.45</c:v>
                </c:pt>
                <c:pt idx="159">
                  <c:v>43.725</c:v>
                </c:pt>
                <c:pt idx="160">
                  <c:v>44</c:v>
                </c:pt>
                <c:pt idx="161">
                  <c:v>44.275</c:v>
                </c:pt>
                <c:pt idx="162">
                  <c:v>44.55</c:v>
                </c:pt>
                <c:pt idx="163">
                  <c:v>44.825</c:v>
                </c:pt>
                <c:pt idx="164">
                  <c:v>45.1</c:v>
                </c:pt>
                <c:pt idx="165">
                  <c:v>45.375</c:v>
                </c:pt>
                <c:pt idx="166">
                  <c:v>45.65</c:v>
                </c:pt>
                <c:pt idx="167">
                  <c:v>45.925</c:v>
                </c:pt>
                <c:pt idx="168">
                  <c:v>46.2</c:v>
                </c:pt>
                <c:pt idx="169">
                  <c:v>46.475</c:v>
                </c:pt>
                <c:pt idx="170">
                  <c:v>46.75</c:v>
                </c:pt>
                <c:pt idx="171">
                  <c:v>47.025</c:v>
                </c:pt>
                <c:pt idx="172">
                  <c:v>47.3</c:v>
                </c:pt>
                <c:pt idx="173">
                  <c:v>47.575</c:v>
                </c:pt>
                <c:pt idx="174">
                  <c:v>47.85</c:v>
                </c:pt>
                <c:pt idx="175">
                  <c:v>48.125</c:v>
                </c:pt>
                <c:pt idx="176">
                  <c:v>48.4</c:v>
                </c:pt>
                <c:pt idx="177">
                  <c:v>48.675</c:v>
                </c:pt>
                <c:pt idx="178">
                  <c:v>48.95</c:v>
                </c:pt>
                <c:pt idx="179">
                  <c:v>49.225</c:v>
                </c:pt>
                <c:pt idx="180">
                  <c:v>49.5</c:v>
                </c:pt>
                <c:pt idx="181">
                  <c:v>49.775</c:v>
                </c:pt>
                <c:pt idx="182">
                  <c:v>50.05</c:v>
                </c:pt>
                <c:pt idx="183">
                  <c:v>50.325</c:v>
                </c:pt>
                <c:pt idx="184">
                  <c:v>50.6</c:v>
                </c:pt>
                <c:pt idx="185">
                  <c:v>50.875</c:v>
                </c:pt>
                <c:pt idx="186">
                  <c:v>51.15</c:v>
                </c:pt>
                <c:pt idx="187">
                  <c:v>51.425</c:v>
                </c:pt>
                <c:pt idx="188">
                  <c:v>51.7</c:v>
                </c:pt>
                <c:pt idx="189">
                  <c:v>51.975</c:v>
                </c:pt>
                <c:pt idx="190">
                  <c:v>52.25</c:v>
                </c:pt>
                <c:pt idx="191">
                  <c:v>52.525</c:v>
                </c:pt>
                <c:pt idx="192">
                  <c:v>52.8</c:v>
                </c:pt>
                <c:pt idx="193">
                  <c:v>53.075</c:v>
                </c:pt>
                <c:pt idx="194">
                  <c:v>53.35</c:v>
                </c:pt>
                <c:pt idx="195">
                  <c:v>53.625</c:v>
                </c:pt>
                <c:pt idx="196">
                  <c:v>53.9</c:v>
                </c:pt>
                <c:pt idx="197">
                  <c:v>54.175</c:v>
                </c:pt>
                <c:pt idx="198">
                  <c:v>54.45</c:v>
                </c:pt>
                <c:pt idx="199">
                  <c:v>54.725</c:v>
                </c:pt>
                <c:pt idx="200">
                  <c:v>55</c:v>
                </c:pt>
                <c:pt idx="201">
                  <c:v>55.275</c:v>
                </c:pt>
                <c:pt idx="202">
                  <c:v>55.55</c:v>
                </c:pt>
                <c:pt idx="203">
                  <c:v>55.825</c:v>
                </c:pt>
                <c:pt idx="204">
                  <c:v>56.1</c:v>
                </c:pt>
                <c:pt idx="205">
                  <c:v>56.375</c:v>
                </c:pt>
                <c:pt idx="206">
                  <c:v>56.65</c:v>
                </c:pt>
                <c:pt idx="207">
                  <c:v>56.925</c:v>
                </c:pt>
                <c:pt idx="208">
                  <c:v>57.2</c:v>
                </c:pt>
                <c:pt idx="209">
                  <c:v>57.475</c:v>
                </c:pt>
                <c:pt idx="210">
                  <c:v>57.75</c:v>
                </c:pt>
                <c:pt idx="211">
                  <c:v>58.025</c:v>
                </c:pt>
                <c:pt idx="212">
                  <c:v>58.3</c:v>
                </c:pt>
                <c:pt idx="213">
                  <c:v>58.575</c:v>
                </c:pt>
                <c:pt idx="214">
                  <c:v>58.85</c:v>
                </c:pt>
                <c:pt idx="215">
                  <c:v>59.125</c:v>
                </c:pt>
                <c:pt idx="216">
                  <c:v>59.4</c:v>
                </c:pt>
                <c:pt idx="217">
                  <c:v>59.675</c:v>
                </c:pt>
                <c:pt idx="218">
                  <c:v>59.95</c:v>
                </c:pt>
                <c:pt idx="219">
                  <c:v>60.225</c:v>
                </c:pt>
                <c:pt idx="220">
                  <c:v>60.5</c:v>
                </c:pt>
                <c:pt idx="221">
                  <c:v>60.775</c:v>
                </c:pt>
                <c:pt idx="222">
                  <c:v>61.05</c:v>
                </c:pt>
                <c:pt idx="223">
                  <c:v>61.325</c:v>
                </c:pt>
                <c:pt idx="224">
                  <c:v>61.6</c:v>
                </c:pt>
                <c:pt idx="225">
                  <c:v>61.875</c:v>
                </c:pt>
                <c:pt idx="226">
                  <c:v>62.15</c:v>
                </c:pt>
                <c:pt idx="227">
                  <c:v>62.425</c:v>
                </c:pt>
                <c:pt idx="228">
                  <c:v>62.7</c:v>
                </c:pt>
                <c:pt idx="229">
                  <c:v>62.975</c:v>
                </c:pt>
                <c:pt idx="230">
                  <c:v>63.25</c:v>
                </c:pt>
                <c:pt idx="231">
                  <c:v>63.525</c:v>
                </c:pt>
                <c:pt idx="232">
                  <c:v>63.8</c:v>
                </c:pt>
                <c:pt idx="233">
                  <c:v>64.075</c:v>
                </c:pt>
                <c:pt idx="234">
                  <c:v>64.35</c:v>
                </c:pt>
                <c:pt idx="235">
                  <c:v>64.625</c:v>
                </c:pt>
                <c:pt idx="236">
                  <c:v>64.9</c:v>
                </c:pt>
                <c:pt idx="237">
                  <c:v>65.175</c:v>
                </c:pt>
                <c:pt idx="238">
                  <c:v>65.45</c:v>
                </c:pt>
                <c:pt idx="239">
                  <c:v>65.725</c:v>
                </c:pt>
                <c:pt idx="240">
                  <c:v>66</c:v>
                </c:pt>
                <c:pt idx="241">
                  <c:v>66.275</c:v>
                </c:pt>
                <c:pt idx="242">
                  <c:v>66.55</c:v>
                </c:pt>
                <c:pt idx="243">
                  <c:v>66.825</c:v>
                </c:pt>
                <c:pt idx="244">
                  <c:v>67.1</c:v>
                </c:pt>
                <c:pt idx="245">
                  <c:v>67.375</c:v>
                </c:pt>
                <c:pt idx="246">
                  <c:v>67.65</c:v>
                </c:pt>
                <c:pt idx="247">
                  <c:v>67.925</c:v>
                </c:pt>
                <c:pt idx="248">
                  <c:v>68.2</c:v>
                </c:pt>
                <c:pt idx="249">
                  <c:v>68.475</c:v>
                </c:pt>
                <c:pt idx="250">
                  <c:v>68.75</c:v>
                </c:pt>
                <c:pt idx="251">
                  <c:v>69.025</c:v>
                </c:pt>
                <c:pt idx="252">
                  <c:v>69.3</c:v>
                </c:pt>
                <c:pt idx="253">
                  <c:v>69.575</c:v>
                </c:pt>
                <c:pt idx="254">
                  <c:v>69.85</c:v>
                </c:pt>
                <c:pt idx="255">
                  <c:v>70.125</c:v>
                </c:pt>
                <c:pt idx="256">
                  <c:v>70.4</c:v>
                </c:pt>
                <c:pt idx="257">
                  <c:v>70.675</c:v>
                </c:pt>
                <c:pt idx="258">
                  <c:v>70.95</c:v>
                </c:pt>
                <c:pt idx="259">
                  <c:v>71.225</c:v>
                </c:pt>
                <c:pt idx="260">
                  <c:v>71.5</c:v>
                </c:pt>
                <c:pt idx="261">
                  <c:v>71.775</c:v>
                </c:pt>
                <c:pt idx="262">
                  <c:v>72.05</c:v>
                </c:pt>
                <c:pt idx="263">
                  <c:v>72.325</c:v>
                </c:pt>
                <c:pt idx="264">
                  <c:v>72.6</c:v>
                </c:pt>
                <c:pt idx="265">
                  <c:v>72.875</c:v>
                </c:pt>
                <c:pt idx="266">
                  <c:v>73.15</c:v>
                </c:pt>
                <c:pt idx="267">
                  <c:v>73.425</c:v>
                </c:pt>
                <c:pt idx="268">
                  <c:v>73.7</c:v>
                </c:pt>
                <c:pt idx="269">
                  <c:v>73.975</c:v>
                </c:pt>
                <c:pt idx="270">
                  <c:v>74.25</c:v>
                </c:pt>
                <c:pt idx="271">
                  <c:v>74.525</c:v>
                </c:pt>
                <c:pt idx="272">
                  <c:v>74.8</c:v>
                </c:pt>
                <c:pt idx="273">
                  <c:v>75.075</c:v>
                </c:pt>
                <c:pt idx="274">
                  <c:v>75.35</c:v>
                </c:pt>
                <c:pt idx="275">
                  <c:v>75.625</c:v>
                </c:pt>
                <c:pt idx="276">
                  <c:v>75.9</c:v>
                </c:pt>
                <c:pt idx="277">
                  <c:v>76.175</c:v>
                </c:pt>
                <c:pt idx="278">
                  <c:v>76.45</c:v>
                </c:pt>
                <c:pt idx="279">
                  <c:v>76.725</c:v>
                </c:pt>
                <c:pt idx="280">
                  <c:v>77</c:v>
                </c:pt>
                <c:pt idx="281">
                  <c:v>77.275</c:v>
                </c:pt>
                <c:pt idx="282">
                  <c:v>77.55</c:v>
                </c:pt>
                <c:pt idx="283">
                  <c:v>77.825</c:v>
                </c:pt>
                <c:pt idx="284">
                  <c:v>78.1</c:v>
                </c:pt>
                <c:pt idx="285">
                  <c:v>78.375</c:v>
                </c:pt>
                <c:pt idx="286">
                  <c:v>78.65</c:v>
                </c:pt>
                <c:pt idx="287">
                  <c:v>78.925</c:v>
                </c:pt>
                <c:pt idx="288">
                  <c:v>79.2</c:v>
                </c:pt>
                <c:pt idx="289">
                  <c:v>79.475</c:v>
                </c:pt>
                <c:pt idx="290">
                  <c:v>79.75</c:v>
                </c:pt>
                <c:pt idx="291">
                  <c:v>80.025</c:v>
                </c:pt>
                <c:pt idx="292">
                  <c:v>80.3</c:v>
                </c:pt>
                <c:pt idx="293">
                  <c:v>80.575</c:v>
                </c:pt>
                <c:pt idx="294">
                  <c:v>80.85</c:v>
                </c:pt>
                <c:pt idx="295">
                  <c:v>81.125</c:v>
                </c:pt>
                <c:pt idx="296">
                  <c:v>81.4</c:v>
                </c:pt>
                <c:pt idx="297">
                  <c:v>81.675</c:v>
                </c:pt>
                <c:pt idx="298">
                  <c:v>81.95</c:v>
                </c:pt>
                <c:pt idx="299">
                  <c:v>82.225</c:v>
                </c:pt>
                <c:pt idx="300">
                  <c:v>82.5</c:v>
                </c:pt>
                <c:pt idx="301">
                  <c:v>82.775</c:v>
                </c:pt>
                <c:pt idx="302">
                  <c:v>83.05</c:v>
                </c:pt>
                <c:pt idx="303">
                  <c:v>83.325</c:v>
                </c:pt>
                <c:pt idx="304">
                  <c:v>83.6</c:v>
                </c:pt>
                <c:pt idx="305">
                  <c:v>83.875</c:v>
                </c:pt>
                <c:pt idx="306">
                  <c:v>84.15</c:v>
                </c:pt>
                <c:pt idx="307">
                  <c:v>84.425</c:v>
                </c:pt>
                <c:pt idx="308">
                  <c:v>84.7</c:v>
                </c:pt>
                <c:pt idx="309">
                  <c:v>84.975</c:v>
                </c:pt>
                <c:pt idx="310">
                  <c:v>85.25</c:v>
                </c:pt>
                <c:pt idx="311">
                  <c:v>85.525</c:v>
                </c:pt>
                <c:pt idx="312">
                  <c:v>85.8</c:v>
                </c:pt>
                <c:pt idx="313">
                  <c:v>86.075</c:v>
                </c:pt>
                <c:pt idx="314">
                  <c:v>86.35</c:v>
                </c:pt>
                <c:pt idx="315">
                  <c:v>86.625</c:v>
                </c:pt>
                <c:pt idx="316">
                  <c:v>86.9</c:v>
                </c:pt>
                <c:pt idx="317">
                  <c:v>87.175</c:v>
                </c:pt>
                <c:pt idx="318">
                  <c:v>87.45</c:v>
                </c:pt>
                <c:pt idx="319">
                  <c:v>87.725</c:v>
                </c:pt>
                <c:pt idx="320">
                  <c:v>88</c:v>
                </c:pt>
                <c:pt idx="321">
                  <c:v>88.275</c:v>
                </c:pt>
                <c:pt idx="322">
                  <c:v>88.55</c:v>
                </c:pt>
                <c:pt idx="323">
                  <c:v>88.825</c:v>
                </c:pt>
                <c:pt idx="324">
                  <c:v>89.1</c:v>
                </c:pt>
                <c:pt idx="325">
                  <c:v>89.375</c:v>
                </c:pt>
                <c:pt idx="326">
                  <c:v>89.65</c:v>
                </c:pt>
                <c:pt idx="327">
                  <c:v>89.925</c:v>
                </c:pt>
                <c:pt idx="328">
                  <c:v>90.2</c:v>
                </c:pt>
                <c:pt idx="329">
                  <c:v>90.475</c:v>
                </c:pt>
                <c:pt idx="330">
                  <c:v>90.75</c:v>
                </c:pt>
                <c:pt idx="331">
                  <c:v>91.025</c:v>
                </c:pt>
                <c:pt idx="332">
                  <c:v>91.3</c:v>
                </c:pt>
                <c:pt idx="333">
                  <c:v>91.575</c:v>
                </c:pt>
                <c:pt idx="334">
                  <c:v>91.85</c:v>
                </c:pt>
                <c:pt idx="335">
                  <c:v>92.125</c:v>
                </c:pt>
                <c:pt idx="336">
                  <c:v>92.4</c:v>
                </c:pt>
                <c:pt idx="337">
                  <c:v>92.675</c:v>
                </c:pt>
                <c:pt idx="338">
                  <c:v>92.95</c:v>
                </c:pt>
                <c:pt idx="339">
                  <c:v>93.225</c:v>
                </c:pt>
                <c:pt idx="340">
                  <c:v>93.5</c:v>
                </c:pt>
                <c:pt idx="341">
                  <c:v>93.775</c:v>
                </c:pt>
                <c:pt idx="342">
                  <c:v>94.05</c:v>
                </c:pt>
                <c:pt idx="343">
                  <c:v>94.325</c:v>
                </c:pt>
                <c:pt idx="344">
                  <c:v>94.6</c:v>
                </c:pt>
                <c:pt idx="345">
                  <c:v>94.875</c:v>
                </c:pt>
                <c:pt idx="346">
                  <c:v>95.15</c:v>
                </c:pt>
                <c:pt idx="347">
                  <c:v>95.425</c:v>
                </c:pt>
                <c:pt idx="348">
                  <c:v>95.7</c:v>
                </c:pt>
                <c:pt idx="349">
                  <c:v>95.975</c:v>
                </c:pt>
                <c:pt idx="350">
                  <c:v>96.25</c:v>
                </c:pt>
                <c:pt idx="351">
                  <c:v>96.525</c:v>
                </c:pt>
                <c:pt idx="352">
                  <c:v>96.8</c:v>
                </c:pt>
                <c:pt idx="353">
                  <c:v>97.075</c:v>
                </c:pt>
                <c:pt idx="354">
                  <c:v>97.35</c:v>
                </c:pt>
                <c:pt idx="355">
                  <c:v>97.625</c:v>
                </c:pt>
                <c:pt idx="356">
                  <c:v>97.9</c:v>
                </c:pt>
                <c:pt idx="357">
                  <c:v>98.175</c:v>
                </c:pt>
                <c:pt idx="358">
                  <c:v>98.45</c:v>
                </c:pt>
                <c:pt idx="359">
                  <c:v>98.725</c:v>
                </c:pt>
                <c:pt idx="360">
                  <c:v>99</c:v>
                </c:pt>
                <c:pt idx="361">
                  <c:v>99.275</c:v>
                </c:pt>
                <c:pt idx="362">
                  <c:v>99.55</c:v>
                </c:pt>
                <c:pt idx="363">
                  <c:v>99.825</c:v>
                </c:pt>
                <c:pt idx="364">
                  <c:v>100.1</c:v>
                </c:pt>
                <c:pt idx="365">
                  <c:v>100.375</c:v>
                </c:pt>
                <c:pt idx="366">
                  <c:v>100.65</c:v>
                </c:pt>
                <c:pt idx="367">
                  <c:v>100.925</c:v>
                </c:pt>
                <c:pt idx="368">
                  <c:v>101.2</c:v>
                </c:pt>
                <c:pt idx="369">
                  <c:v>101.475</c:v>
                </c:pt>
                <c:pt idx="370">
                  <c:v>101.75</c:v>
                </c:pt>
                <c:pt idx="371">
                  <c:v>102.025</c:v>
                </c:pt>
                <c:pt idx="372">
                  <c:v>102.3</c:v>
                </c:pt>
                <c:pt idx="373">
                  <c:v>102.575</c:v>
                </c:pt>
                <c:pt idx="374">
                  <c:v>102.85</c:v>
                </c:pt>
                <c:pt idx="375">
                  <c:v>103.125</c:v>
                </c:pt>
                <c:pt idx="376">
                  <c:v>103.4</c:v>
                </c:pt>
                <c:pt idx="377">
                  <c:v>103.675</c:v>
                </c:pt>
                <c:pt idx="378">
                  <c:v>103.95</c:v>
                </c:pt>
                <c:pt idx="379">
                  <c:v>104.225</c:v>
                </c:pt>
                <c:pt idx="380">
                  <c:v>104.5</c:v>
                </c:pt>
                <c:pt idx="381">
                  <c:v>104.775</c:v>
                </c:pt>
                <c:pt idx="382">
                  <c:v>105.05</c:v>
                </c:pt>
                <c:pt idx="383">
                  <c:v>105.325</c:v>
                </c:pt>
                <c:pt idx="384">
                  <c:v>105.6</c:v>
                </c:pt>
                <c:pt idx="385">
                  <c:v>105.875</c:v>
                </c:pt>
                <c:pt idx="386">
                  <c:v>106.15</c:v>
                </c:pt>
                <c:pt idx="387">
                  <c:v>106.425</c:v>
                </c:pt>
                <c:pt idx="388">
                  <c:v>106.7</c:v>
                </c:pt>
                <c:pt idx="389">
                  <c:v>106.975</c:v>
                </c:pt>
                <c:pt idx="390">
                  <c:v>107.25</c:v>
                </c:pt>
                <c:pt idx="391">
                  <c:v>107.525</c:v>
                </c:pt>
                <c:pt idx="392">
                  <c:v>107.8</c:v>
                </c:pt>
                <c:pt idx="393">
                  <c:v>108.075</c:v>
                </c:pt>
                <c:pt idx="394">
                  <c:v>108.35</c:v>
                </c:pt>
                <c:pt idx="395">
                  <c:v>108.625</c:v>
                </c:pt>
                <c:pt idx="396">
                  <c:v>108.9</c:v>
                </c:pt>
                <c:pt idx="397">
                  <c:v>109.175</c:v>
                </c:pt>
                <c:pt idx="398">
                  <c:v>109.45</c:v>
                </c:pt>
                <c:pt idx="399">
                  <c:v>109.725</c:v>
                </c:pt>
                <c:pt idx="400">
                  <c:v>110</c:v>
                </c:pt>
              </c:numCache>
            </c:numRef>
          </c:xVal>
          <c:yVal>
            <c:numRef>
              <c:f>'Chart Data'!$B$2:$B$402</c:f>
              <c:numCache>
                <c:formatCode>0.0</c:formatCode>
                <c:ptCount val="401"/>
                <c:pt idx="0">
                  <c:v>0.50714191</c:v>
                </c:pt>
                <c:pt idx="1">
                  <c:v>0.54071653</c:v>
                </c:pt>
                <c:pt idx="2">
                  <c:v>0.57376813</c:v>
                </c:pt>
                <c:pt idx="3">
                  <c:v>0.60626477</c:v>
                </c:pt>
                <c:pt idx="4">
                  <c:v>0.638175</c:v>
                </c:pt>
                <c:pt idx="5">
                  <c:v>0.66946796</c:v>
                </c:pt>
                <c:pt idx="6">
                  <c:v>0.70011338</c:v>
                </c:pt>
                <c:pt idx="7">
                  <c:v>0.73008162</c:v>
                </c:pt>
                <c:pt idx="8">
                  <c:v>0.7593437</c:v>
                </c:pt>
                <c:pt idx="9">
                  <c:v>0.78787131</c:v>
                </c:pt>
                <c:pt idx="10">
                  <c:v>0.81563686</c:v>
                </c:pt>
                <c:pt idx="11">
                  <c:v>0.84261349</c:v>
                </c:pt>
                <c:pt idx="12">
                  <c:v>0.86877511</c:v>
                </c:pt>
                <c:pt idx="13">
                  <c:v>0.89409641</c:v>
                </c:pt>
                <c:pt idx="14">
                  <c:v>0.9185529</c:v>
                </c:pt>
                <c:pt idx="15">
                  <c:v>0.94212093</c:v>
                </c:pt>
                <c:pt idx="16">
                  <c:v>0.96477771</c:v>
                </c:pt>
                <c:pt idx="17">
                  <c:v>0.98650131</c:v>
                </c:pt>
                <c:pt idx="18">
                  <c:v>1.00727072</c:v>
                </c:pt>
                <c:pt idx="19">
                  <c:v>1.02706586</c:v>
                </c:pt>
                <c:pt idx="20">
                  <c:v>1.04586758</c:v>
                </c:pt>
                <c:pt idx="21">
                  <c:v>1.06365769</c:v>
                </c:pt>
                <c:pt idx="22">
                  <c:v>1.08041898</c:v>
                </c:pt>
                <c:pt idx="23">
                  <c:v>1.09613526</c:v>
                </c:pt>
                <c:pt idx="24">
                  <c:v>1.1107913</c:v>
                </c:pt>
                <c:pt idx="25">
                  <c:v>1.12437294</c:v>
                </c:pt>
                <c:pt idx="26">
                  <c:v>1.13686703</c:v>
                </c:pt>
                <c:pt idx="27">
                  <c:v>1.1482615</c:v>
                </c:pt>
                <c:pt idx="28">
                  <c:v>1.15854533</c:v>
                </c:pt>
                <c:pt idx="29">
                  <c:v>1.16770856</c:v>
                </c:pt>
                <c:pt idx="30">
                  <c:v>1.17574234</c:v>
                </c:pt>
                <c:pt idx="31">
                  <c:v>1.18263888</c:v>
                </c:pt>
                <c:pt idx="32">
                  <c:v>1.18839153</c:v>
                </c:pt>
                <c:pt idx="33">
                  <c:v>1.19299472</c:v>
                </c:pt>
                <c:pt idx="34">
                  <c:v>1.19644399</c:v>
                </c:pt>
                <c:pt idx="35">
                  <c:v>1.19873602</c:v>
                </c:pt>
                <c:pt idx="36">
                  <c:v>1.19986857</c:v>
                </c:pt>
                <c:pt idx="37">
                  <c:v>1.19984056</c:v>
                </c:pt>
                <c:pt idx="38">
                  <c:v>1.19865202</c:v>
                </c:pt>
                <c:pt idx="39">
                  <c:v>1.19630409</c:v>
                </c:pt>
                <c:pt idx="40">
                  <c:v>1.19279904</c:v>
                </c:pt>
                <c:pt idx="41">
                  <c:v>1.18814027</c:v>
                </c:pt>
                <c:pt idx="42">
                  <c:v>1.18233228</c:v>
                </c:pt>
                <c:pt idx="43">
                  <c:v>1.17538068</c:v>
                </c:pt>
                <c:pt idx="44">
                  <c:v>1.16729221</c:v>
                </c:pt>
                <c:pt idx="45">
                  <c:v>1.15807469</c:v>
                </c:pt>
                <c:pt idx="46">
                  <c:v>1.14773703</c:v>
                </c:pt>
                <c:pt idx="47">
                  <c:v>1.13628922</c:v>
                </c:pt>
                <c:pt idx="48">
                  <c:v>1.12374236</c:v>
                </c:pt>
                <c:pt idx="49">
                  <c:v>1.11010856</c:v>
                </c:pt>
                <c:pt idx="50">
                  <c:v>1.09540101</c:v>
                </c:pt>
                <c:pt idx="51">
                  <c:v>1.07963395</c:v>
                </c:pt>
                <c:pt idx="52">
                  <c:v>1.06282262</c:v>
                </c:pt>
                <c:pt idx="53">
                  <c:v>1.04498329</c:v>
                </c:pt>
                <c:pt idx="54">
                  <c:v>1.0261332</c:v>
                </c:pt>
                <c:pt idx="55">
                  <c:v>1.0062906</c:v>
                </c:pt>
                <c:pt idx="56">
                  <c:v>0.98547467</c:v>
                </c:pt>
                <c:pt idx="57">
                  <c:v>0.96370554</c:v>
                </c:pt>
                <c:pt idx="58">
                  <c:v>0.94100428</c:v>
                </c:pt>
                <c:pt idx="59">
                  <c:v>0.91739284</c:v>
                </c:pt>
                <c:pt idx="60">
                  <c:v>0.89289406</c:v>
                </c:pt>
                <c:pt idx="61">
                  <c:v>0.86753163</c:v>
                </c:pt>
                <c:pt idx="62">
                  <c:v>0.8413301</c:v>
                </c:pt>
                <c:pt idx="63">
                  <c:v>0.81431479</c:v>
                </c:pt>
                <c:pt idx="64">
                  <c:v>0.78651184</c:v>
                </c:pt>
                <c:pt idx="65">
                  <c:v>0.75794815</c:v>
                </c:pt>
                <c:pt idx="66">
                  <c:v>0.72865133</c:v>
                </c:pt>
                <c:pt idx="67">
                  <c:v>0.69864974</c:v>
                </c:pt>
                <c:pt idx="68">
                  <c:v>0.66797238</c:v>
                </c:pt>
                <c:pt idx="69">
                  <c:v>0.63664893</c:v>
                </c:pt>
                <c:pt idx="70">
                  <c:v>0.60470968</c:v>
                </c:pt>
                <c:pt idx="71">
                  <c:v>0.57218554</c:v>
                </c:pt>
                <c:pt idx="72">
                  <c:v>0.53910795</c:v>
                </c:pt>
                <c:pt idx="73">
                  <c:v>0.50550892</c:v>
                </c:pt>
                <c:pt idx="74">
                  <c:v>0.47142094</c:v>
                </c:pt>
                <c:pt idx="75">
                  <c:v>0.43687698</c:v>
                </c:pt>
                <c:pt idx="76">
                  <c:v>0.40191045</c:v>
                </c:pt>
                <c:pt idx="77">
                  <c:v>0.36655518</c:v>
                </c:pt>
                <c:pt idx="78">
                  <c:v>0.33084536</c:v>
                </c:pt>
                <c:pt idx="79">
                  <c:v>0.29481553</c:v>
                </c:pt>
                <c:pt idx="80">
                  <c:v>0.25850054</c:v>
                </c:pt>
                <c:pt idx="81">
                  <c:v>0.22193553</c:v>
                </c:pt>
                <c:pt idx="82">
                  <c:v>0.18515584</c:v>
                </c:pt>
                <c:pt idx="83">
                  <c:v>0.14819707</c:v>
                </c:pt>
                <c:pt idx="84">
                  <c:v>0.11109496</c:v>
                </c:pt>
                <c:pt idx="85">
                  <c:v>0.07388538</c:v>
                </c:pt>
                <c:pt idx="86">
                  <c:v>0.03660435</c:v>
                </c:pt>
                <c:pt idx="87">
                  <c:v>-0.00071209</c:v>
                </c:pt>
                <c:pt idx="88">
                  <c:v>-0.03802785</c:v>
                </c:pt>
                <c:pt idx="89">
                  <c:v>-0.07530682</c:v>
                </c:pt>
                <c:pt idx="90">
                  <c:v>-0.11251295</c:v>
                </c:pt>
                <c:pt idx="91">
                  <c:v>-0.14961025</c:v>
                </c:pt>
                <c:pt idx="92">
                  <c:v>-0.18656285</c:v>
                </c:pt>
                <c:pt idx="93">
                  <c:v>-0.22333499</c:v>
                </c:pt>
                <c:pt idx="94">
                  <c:v>-0.25989111</c:v>
                </c:pt>
                <c:pt idx="95">
                  <c:v>-0.29619586</c:v>
                </c:pt>
                <c:pt idx="96">
                  <c:v>-0.33221411</c:v>
                </c:pt>
                <c:pt idx="97">
                  <c:v>-0.36791104</c:v>
                </c:pt>
                <c:pt idx="98">
                  <c:v>-0.4032521</c:v>
                </c:pt>
                <c:pt idx="99">
                  <c:v>-0.43820312</c:v>
                </c:pt>
                <c:pt idx="100">
                  <c:v>-0.47273029</c:v>
                </c:pt>
                <c:pt idx="101">
                  <c:v>-0.50680022</c:v>
                </c:pt>
                <c:pt idx="102">
                  <c:v>-0.54037995</c:v>
                </c:pt>
                <c:pt idx="103">
                  <c:v>-0.573437</c:v>
                </c:pt>
                <c:pt idx="104">
                  <c:v>-0.6059394</c:v>
                </c:pt>
                <c:pt idx="105">
                  <c:v>-0.63785571</c:v>
                </c:pt>
                <c:pt idx="106">
                  <c:v>-0.66915505</c:v>
                </c:pt>
                <c:pt idx="107">
                  <c:v>-0.69980717</c:v>
                </c:pt>
                <c:pt idx="108">
                  <c:v>-0.7297824</c:v>
                </c:pt>
                <c:pt idx="109">
                  <c:v>-0.75905175</c:v>
                </c:pt>
                <c:pt idx="110">
                  <c:v>-0.78758692</c:v>
                </c:pt>
                <c:pt idx="111">
                  <c:v>-0.8153603</c:v>
                </c:pt>
                <c:pt idx="112">
                  <c:v>-0.84234503</c:v>
                </c:pt>
                <c:pt idx="113">
                  <c:v>-0.86851501</c:v>
                </c:pt>
                <c:pt idx="114">
                  <c:v>-0.89384492</c:v>
                </c:pt>
                <c:pt idx="115">
                  <c:v>-0.91831027</c:v>
                </c:pt>
                <c:pt idx="116">
                  <c:v>-0.94188739</c:v>
                </c:pt>
                <c:pt idx="117">
                  <c:v>-0.96455348</c:v>
                </c:pt>
                <c:pt idx="118">
                  <c:v>-0.98628661</c:v>
                </c:pt>
                <c:pt idx="119">
                  <c:v>-1.00706577</c:v>
                </c:pt>
                <c:pt idx="120">
                  <c:v>-1.02687084</c:v>
                </c:pt>
                <c:pt idx="121">
                  <c:v>-1.04568269</c:v>
                </c:pt>
                <c:pt idx="122">
                  <c:v>-1.06348311</c:v>
                </c:pt>
                <c:pt idx="123">
                  <c:v>-1.08025488</c:v>
                </c:pt>
                <c:pt idx="124">
                  <c:v>-1.09598178</c:v>
                </c:pt>
                <c:pt idx="125">
                  <c:v>-1.1106486</c:v>
                </c:pt>
                <c:pt idx="126">
                  <c:v>-1.12424116</c:v>
                </c:pt>
                <c:pt idx="127">
                  <c:v>-1.13674631</c:v>
                </c:pt>
                <c:pt idx="128">
                  <c:v>-1.14815194</c:v>
                </c:pt>
                <c:pt idx="129">
                  <c:v>-1.15844704</c:v>
                </c:pt>
                <c:pt idx="130">
                  <c:v>-1.16762164</c:v>
                </c:pt>
                <c:pt idx="131">
                  <c:v>-1.17566686</c:v>
                </c:pt>
                <c:pt idx="132">
                  <c:v>-1.18257493</c:v>
                </c:pt>
                <c:pt idx="133">
                  <c:v>-1.18833916</c:v>
                </c:pt>
                <c:pt idx="134">
                  <c:v>-1.19295399</c:v>
                </c:pt>
                <c:pt idx="135">
                  <c:v>-1.19641493</c:v>
                </c:pt>
                <c:pt idx="136">
                  <c:v>-1.19871866</c:v>
                </c:pt>
                <c:pt idx="137">
                  <c:v>-1.19986293</c:v>
                </c:pt>
                <c:pt idx="138">
                  <c:v>-1.19984665</c:v>
                </c:pt>
                <c:pt idx="139">
                  <c:v>-1.19866982</c:v>
                </c:pt>
                <c:pt idx="140">
                  <c:v>-1.19633359</c:v>
                </c:pt>
                <c:pt idx="141">
                  <c:v>-1.19284022</c:v>
                </c:pt>
                <c:pt idx="142">
                  <c:v>-1.18819308</c:v>
                </c:pt>
                <c:pt idx="143">
                  <c:v>-1.18239667</c:v>
                </c:pt>
                <c:pt idx="144">
                  <c:v>-1.1754566</c:v>
                </c:pt>
                <c:pt idx="145">
                  <c:v>-1.16737957</c:v>
                </c:pt>
                <c:pt idx="146">
                  <c:v>-1.15817341</c:v>
                </c:pt>
                <c:pt idx="147">
                  <c:v>-1.14784701</c:v>
                </c:pt>
                <c:pt idx="148">
                  <c:v>-1.13641037</c:v>
                </c:pt>
                <c:pt idx="149">
                  <c:v>-1.12387455</c:v>
                </c:pt>
                <c:pt idx="150">
                  <c:v>-1.11025166</c:v>
                </c:pt>
                <c:pt idx="151">
                  <c:v>-1.0955549</c:v>
                </c:pt>
                <c:pt idx="152">
                  <c:v>-1.07979846</c:v>
                </c:pt>
                <c:pt idx="153">
                  <c:v>-1.0629976</c:v>
                </c:pt>
                <c:pt idx="154">
                  <c:v>-1.04516857</c:v>
                </c:pt>
                <c:pt idx="155">
                  <c:v>-1.0263286</c:v>
                </c:pt>
                <c:pt idx="156">
                  <c:v>-1.00649593</c:v>
                </c:pt>
                <c:pt idx="157">
                  <c:v>-0.98568973</c:v>
                </c:pt>
                <c:pt idx="158">
                  <c:v>-0.96393013</c:v>
                </c:pt>
                <c:pt idx="159">
                  <c:v>-0.94123817</c:v>
                </c:pt>
                <c:pt idx="160">
                  <c:v>-0.91763582</c:v>
                </c:pt>
                <c:pt idx="161">
                  <c:v>-0.89314588</c:v>
                </c:pt>
                <c:pt idx="162">
                  <c:v>-0.86779206</c:v>
                </c:pt>
                <c:pt idx="163">
                  <c:v>-0.84159887</c:v>
                </c:pt>
                <c:pt idx="164">
                  <c:v>-0.81459165</c:v>
                </c:pt>
                <c:pt idx="165">
                  <c:v>-0.78679653</c:v>
                </c:pt>
                <c:pt idx="166">
                  <c:v>-0.75824038</c:v>
                </c:pt>
                <c:pt idx="167">
                  <c:v>-0.72895083</c:v>
                </c:pt>
                <c:pt idx="168">
                  <c:v>-0.69895621</c:v>
                </c:pt>
                <c:pt idx="169">
                  <c:v>-0.66828553</c:v>
                </c:pt>
                <c:pt idx="170">
                  <c:v>-0.63696846</c:v>
                </c:pt>
                <c:pt idx="171">
                  <c:v>-0.60503528</c:v>
                </c:pt>
                <c:pt idx="172">
                  <c:v>-0.57251689</c:v>
                </c:pt>
                <c:pt idx="173">
                  <c:v>-0.53944473</c:v>
                </c:pt>
                <c:pt idx="174">
                  <c:v>-0.5058508</c:v>
                </c:pt>
                <c:pt idx="175">
                  <c:v>-0.4717676</c:v>
                </c:pt>
                <c:pt idx="176">
                  <c:v>-0.43722807</c:v>
                </c:pt>
                <c:pt idx="177">
                  <c:v>-0.40226565</c:v>
                </c:pt>
                <c:pt idx="178">
                  <c:v>-0.36691413</c:v>
                </c:pt>
                <c:pt idx="179">
                  <c:v>-0.33120772</c:v>
                </c:pt>
                <c:pt idx="180">
                  <c:v>-0.29518095</c:v>
                </c:pt>
                <c:pt idx="181">
                  <c:v>-0.25886867</c:v>
                </c:pt>
                <c:pt idx="182">
                  <c:v>-0.222306</c:v>
                </c:pt>
                <c:pt idx="183">
                  <c:v>-0.18552831</c:v>
                </c:pt>
                <c:pt idx="184">
                  <c:v>-0.14857117</c:v>
                </c:pt>
                <c:pt idx="185">
                  <c:v>-0.11147032</c:v>
                </c:pt>
                <c:pt idx="186">
                  <c:v>-0.07426166</c:v>
                </c:pt>
                <c:pt idx="187">
                  <c:v>-0.03698116</c:v>
                </c:pt>
                <c:pt idx="188">
                  <c:v>0.0003351</c:v>
                </c:pt>
                <c:pt idx="189">
                  <c:v>0.03765104</c:v>
                </c:pt>
                <c:pt idx="190">
                  <c:v>0.07493057</c:v>
                </c:pt>
                <c:pt idx="191">
                  <c:v>0.11213761</c:v>
                </c:pt>
                <c:pt idx="192">
                  <c:v>0.1492362</c:v>
                </c:pt>
                <c:pt idx="193">
                  <c:v>0.18619043</c:v>
                </c:pt>
                <c:pt idx="194">
                  <c:v>0.22296457</c:v>
                </c:pt>
                <c:pt idx="195">
                  <c:v>0.25952306</c:v>
                </c:pt>
                <c:pt idx="196">
                  <c:v>0.29583052</c:v>
                </c:pt>
                <c:pt idx="197">
                  <c:v>0.33185184</c:v>
                </c:pt>
                <c:pt idx="198">
                  <c:v>0.36755218</c:v>
                </c:pt>
                <c:pt idx="199">
                  <c:v>0.40289701</c:v>
                </c:pt>
                <c:pt idx="200">
                  <c:v>0.43785214</c:v>
                </c:pt>
                <c:pt idx="201">
                  <c:v>0.47238376</c:v>
                </c:pt>
                <c:pt idx="202">
                  <c:v>0.50645847</c:v>
                </c:pt>
                <c:pt idx="203">
                  <c:v>0.54004332</c:v>
                </c:pt>
                <c:pt idx="204">
                  <c:v>0.57310581</c:v>
                </c:pt>
                <c:pt idx="205">
                  <c:v>0.60561397</c:v>
                </c:pt>
                <c:pt idx="206">
                  <c:v>0.63753635</c:v>
                </c:pt>
                <c:pt idx="207">
                  <c:v>0.66884208</c:v>
                </c:pt>
                <c:pt idx="208">
                  <c:v>0.69950088</c:v>
                </c:pt>
                <c:pt idx="209">
                  <c:v>0.7294831</c:v>
                </c:pt>
                <c:pt idx="210">
                  <c:v>0.75875972</c:v>
                </c:pt>
                <c:pt idx="211">
                  <c:v>0.78730245</c:v>
                </c:pt>
                <c:pt idx="212">
                  <c:v>0.81508366</c:v>
                </c:pt>
                <c:pt idx="213">
                  <c:v>0.84207649</c:v>
                </c:pt>
                <c:pt idx="214">
                  <c:v>0.86825482</c:v>
                </c:pt>
                <c:pt idx="215">
                  <c:v>0.89359334</c:v>
                </c:pt>
                <c:pt idx="216">
                  <c:v>0.91806755</c:v>
                </c:pt>
                <c:pt idx="217">
                  <c:v>0.94165376</c:v>
                </c:pt>
                <c:pt idx="218">
                  <c:v>0.96432916</c:v>
                </c:pt>
                <c:pt idx="219">
                  <c:v>0.98607182</c:v>
                </c:pt>
                <c:pt idx="220">
                  <c:v>1.00686071</c:v>
                </c:pt>
                <c:pt idx="221">
                  <c:v>1.02667573</c:v>
                </c:pt>
                <c:pt idx="222">
                  <c:v>1.0454977</c:v>
                </c:pt>
                <c:pt idx="223">
                  <c:v>1.06330842</c:v>
                </c:pt>
                <c:pt idx="224">
                  <c:v>1.08009066</c:v>
                </c:pt>
                <c:pt idx="225">
                  <c:v>1.0958282</c:v>
                </c:pt>
                <c:pt idx="226">
                  <c:v>1.1105058</c:v>
                </c:pt>
                <c:pt idx="227">
                  <c:v>1.12410928</c:v>
                </c:pt>
                <c:pt idx="228">
                  <c:v>1.13662547</c:v>
                </c:pt>
                <c:pt idx="229">
                  <c:v>1.14804227</c:v>
                </c:pt>
                <c:pt idx="230">
                  <c:v>1.15834863</c:v>
                </c:pt>
                <c:pt idx="231">
                  <c:v>1.1675346</c:v>
                </c:pt>
                <c:pt idx="232">
                  <c:v>1.17559127</c:v>
                </c:pt>
                <c:pt idx="233">
                  <c:v>1.18251086</c:v>
                </c:pt>
                <c:pt idx="234">
                  <c:v>1.18828668</c:v>
                </c:pt>
                <c:pt idx="235">
                  <c:v>1.19291314</c:v>
                </c:pt>
                <c:pt idx="236">
                  <c:v>1.19638576</c:v>
                </c:pt>
                <c:pt idx="237">
                  <c:v>1.19870118</c:v>
                </c:pt>
                <c:pt idx="238">
                  <c:v>1.19985718</c:v>
                </c:pt>
                <c:pt idx="239">
                  <c:v>1.19985262</c:v>
                </c:pt>
                <c:pt idx="240">
                  <c:v>1.19868751</c:v>
                </c:pt>
                <c:pt idx="241">
                  <c:v>1.19636298</c:v>
                </c:pt>
                <c:pt idx="242">
                  <c:v>1.19288128</c:v>
                </c:pt>
                <c:pt idx="243">
                  <c:v>1.18824577</c:v>
                </c:pt>
                <c:pt idx="244">
                  <c:v>1.18246095</c:v>
                </c:pt>
                <c:pt idx="245">
                  <c:v>1.1755324</c:v>
                </c:pt>
                <c:pt idx="246">
                  <c:v>1.16746682</c:v>
                </c:pt>
                <c:pt idx="247">
                  <c:v>1.15827202</c:v>
                </c:pt>
                <c:pt idx="248">
                  <c:v>1.14795689</c:v>
                </c:pt>
                <c:pt idx="249">
                  <c:v>1.13653141</c:v>
                </c:pt>
                <c:pt idx="250">
                  <c:v>1.12400663</c:v>
                </c:pt>
                <c:pt idx="251">
                  <c:v>1.11039466</c:v>
                </c:pt>
                <c:pt idx="252">
                  <c:v>1.09570867</c:v>
                </c:pt>
                <c:pt idx="253">
                  <c:v>1.07996287</c:v>
                </c:pt>
                <c:pt idx="254">
                  <c:v>1.06317248</c:v>
                </c:pt>
                <c:pt idx="255">
                  <c:v>1.04535374</c:v>
                </c:pt>
                <c:pt idx="256">
                  <c:v>1.0265239</c:v>
                </c:pt>
                <c:pt idx="257">
                  <c:v>1.00670116</c:v>
                </c:pt>
                <c:pt idx="258">
                  <c:v>0.98590469</c:v>
                </c:pt>
                <c:pt idx="259">
                  <c:v>0.96415462</c:v>
                </c:pt>
                <c:pt idx="260">
                  <c:v>0.94147197</c:v>
                </c:pt>
                <c:pt idx="261">
                  <c:v>0.9178787</c:v>
                </c:pt>
                <c:pt idx="262">
                  <c:v>0.89339761</c:v>
                </c:pt>
                <c:pt idx="263">
                  <c:v>0.8680524</c:v>
                </c:pt>
                <c:pt idx="264">
                  <c:v>0.84186756</c:v>
                </c:pt>
                <c:pt idx="265">
                  <c:v>0.81486844</c:v>
                </c:pt>
                <c:pt idx="266">
                  <c:v>0.78708114</c:v>
                </c:pt>
                <c:pt idx="267">
                  <c:v>0.75853254</c:v>
                </c:pt>
                <c:pt idx="268">
                  <c:v>0.72925026</c:v>
                </c:pt>
                <c:pt idx="269">
                  <c:v>0.69926262</c:v>
                </c:pt>
                <c:pt idx="270">
                  <c:v>0.66859862</c:v>
                </c:pt>
                <c:pt idx="271">
                  <c:v>0.63728792</c:v>
                </c:pt>
                <c:pt idx="272">
                  <c:v>0.60536082</c:v>
                </c:pt>
                <c:pt idx="273">
                  <c:v>0.57284818</c:v>
                </c:pt>
                <c:pt idx="274">
                  <c:v>0.53978146</c:v>
                </c:pt>
                <c:pt idx="275">
                  <c:v>0.50619264</c:v>
                </c:pt>
                <c:pt idx="276">
                  <c:v>0.47211421</c:v>
                </c:pt>
                <c:pt idx="277">
                  <c:v>0.43757913</c:v>
                </c:pt>
                <c:pt idx="278">
                  <c:v>0.4026208</c:v>
                </c:pt>
                <c:pt idx="279">
                  <c:v>0.36727305</c:v>
                </c:pt>
                <c:pt idx="280">
                  <c:v>0.33157005</c:v>
                </c:pt>
                <c:pt idx="281">
                  <c:v>0.29554634</c:v>
                </c:pt>
                <c:pt idx="282">
                  <c:v>0.25923677</c:v>
                </c:pt>
                <c:pt idx="283">
                  <c:v>0.22267646</c:v>
                </c:pt>
                <c:pt idx="284">
                  <c:v>0.18590076</c:v>
                </c:pt>
                <c:pt idx="285">
                  <c:v>0.14894525</c:v>
                </c:pt>
                <c:pt idx="286">
                  <c:v>0.11184568</c:v>
                </c:pt>
                <c:pt idx="287">
                  <c:v>0.07463792</c:v>
                </c:pt>
                <c:pt idx="288">
                  <c:v>0.03735797</c:v>
                </c:pt>
                <c:pt idx="289">
                  <c:v>4.189E-05</c:v>
                </c:pt>
                <c:pt idx="290">
                  <c:v>-0.03727424</c:v>
                </c:pt>
                <c:pt idx="291">
                  <c:v>-0.07455431</c:v>
                </c:pt>
                <c:pt idx="292">
                  <c:v>-0.11176227</c:v>
                </c:pt>
                <c:pt idx="293">
                  <c:v>-0.14886212</c:v>
                </c:pt>
                <c:pt idx="294">
                  <c:v>-0.185818</c:v>
                </c:pt>
                <c:pt idx="295">
                  <c:v>-0.22259414</c:v>
                </c:pt>
                <c:pt idx="296">
                  <c:v>-0.25915498</c:v>
                </c:pt>
                <c:pt idx="297">
                  <c:v>-0.29546515</c:v>
                </c:pt>
                <c:pt idx="298">
                  <c:v>-0.33148954</c:v>
                </c:pt>
                <c:pt idx="299">
                  <c:v>-0.36719329</c:v>
                </c:pt>
                <c:pt idx="300">
                  <c:v>-0.40254188</c:v>
                </c:pt>
                <c:pt idx="301">
                  <c:v>-0.43750112</c:v>
                </c:pt>
                <c:pt idx="302">
                  <c:v>-0.47203719</c:v>
                </c:pt>
                <c:pt idx="303">
                  <c:v>-0.50611668</c:v>
                </c:pt>
                <c:pt idx="304">
                  <c:v>-0.53970663</c:v>
                </c:pt>
                <c:pt idx="305">
                  <c:v>-0.57277456</c:v>
                </c:pt>
                <c:pt idx="306">
                  <c:v>-0.60528848</c:v>
                </c:pt>
                <c:pt idx="307">
                  <c:v>-0.63721694</c:v>
                </c:pt>
                <c:pt idx="308">
                  <c:v>-0.66852905</c:v>
                </c:pt>
                <c:pt idx="309">
                  <c:v>-0.69919453</c:v>
                </c:pt>
                <c:pt idx="310">
                  <c:v>-0.72918373</c:v>
                </c:pt>
                <c:pt idx="311">
                  <c:v>-0.75846762</c:v>
                </c:pt>
                <c:pt idx="312">
                  <c:v>-0.7870179</c:v>
                </c:pt>
                <c:pt idx="313">
                  <c:v>-0.81480694</c:v>
                </c:pt>
                <c:pt idx="314">
                  <c:v>-0.84180786</c:v>
                </c:pt>
                <c:pt idx="315">
                  <c:v>-0.86799455</c:v>
                </c:pt>
                <c:pt idx="316">
                  <c:v>-0.89334168</c:v>
                </c:pt>
                <c:pt idx="317">
                  <c:v>-0.91782473</c:v>
                </c:pt>
                <c:pt idx="318">
                  <c:v>-0.94142003</c:v>
                </c:pt>
                <c:pt idx="319">
                  <c:v>-0.96410474</c:v>
                </c:pt>
                <c:pt idx="320">
                  <c:v>-0.98585693</c:v>
                </c:pt>
                <c:pt idx="321">
                  <c:v>-1.00665556</c:v>
                </c:pt>
                <c:pt idx="322">
                  <c:v>-1.02648051</c:v>
                </c:pt>
                <c:pt idx="323">
                  <c:v>-1.0453126</c:v>
                </c:pt>
                <c:pt idx="324">
                  <c:v>-1.06313363</c:v>
                </c:pt>
                <c:pt idx="325">
                  <c:v>-1.07992634</c:v>
                </c:pt>
                <c:pt idx="326">
                  <c:v>-1.09567451</c:v>
                </c:pt>
                <c:pt idx="327">
                  <c:v>-1.11036289</c:v>
                </c:pt>
                <c:pt idx="328">
                  <c:v>-1.12397729</c:v>
                </c:pt>
                <c:pt idx="329">
                  <c:v>-1.13650452</c:v>
                </c:pt>
                <c:pt idx="330">
                  <c:v>-1.14793248</c:v>
                </c:pt>
                <c:pt idx="331">
                  <c:v>-1.15825012</c:v>
                </c:pt>
                <c:pt idx="332">
                  <c:v>-1.16744744</c:v>
                </c:pt>
                <c:pt idx="333">
                  <c:v>-1.17551556</c:v>
                </c:pt>
                <c:pt idx="334">
                  <c:v>-1.18244667</c:v>
                </c:pt>
                <c:pt idx="335">
                  <c:v>-1.18823407</c:v>
                </c:pt>
                <c:pt idx="336">
                  <c:v>-1.19287217</c:v>
                </c:pt>
                <c:pt idx="337">
                  <c:v>-1.19635646</c:v>
                </c:pt>
                <c:pt idx="338">
                  <c:v>-1.19868359</c:v>
                </c:pt>
                <c:pt idx="339">
                  <c:v>-1.1998513</c:v>
                </c:pt>
                <c:pt idx="340">
                  <c:v>-1.19985847</c:v>
                </c:pt>
                <c:pt idx="341">
                  <c:v>-1.19870508</c:v>
                </c:pt>
                <c:pt idx="342">
                  <c:v>-1.19639225</c:v>
                </c:pt>
                <c:pt idx="343">
                  <c:v>-1.19292222</c:v>
                </c:pt>
                <c:pt idx="344">
                  <c:v>-1.18829835</c:v>
                </c:pt>
                <c:pt idx="345">
                  <c:v>-1.18252511</c:v>
                </c:pt>
                <c:pt idx="346">
                  <c:v>-1.17560808</c:v>
                </c:pt>
                <c:pt idx="347">
                  <c:v>-1.16755395</c:v>
                </c:pt>
                <c:pt idx="348">
                  <c:v>-1.15837051</c:v>
                </c:pt>
                <c:pt idx="349">
                  <c:v>-1.14806665</c:v>
                </c:pt>
                <c:pt idx="350">
                  <c:v>-1.13665233</c:v>
                </c:pt>
                <c:pt idx="351">
                  <c:v>-1.1241386</c:v>
                </c:pt>
                <c:pt idx="352">
                  <c:v>-1.11053755</c:v>
                </c:pt>
                <c:pt idx="353">
                  <c:v>-1.09586234</c:v>
                </c:pt>
                <c:pt idx="354">
                  <c:v>-1.08012716</c:v>
                </c:pt>
                <c:pt idx="355">
                  <c:v>-1.06334725</c:v>
                </c:pt>
                <c:pt idx="356">
                  <c:v>-1.04553881</c:v>
                </c:pt>
                <c:pt idx="357">
                  <c:v>-1.02671909</c:v>
                </c:pt>
                <c:pt idx="358">
                  <c:v>-1.00690629</c:v>
                </c:pt>
                <c:pt idx="359">
                  <c:v>-0.98611956</c:v>
                </c:pt>
                <c:pt idx="360">
                  <c:v>-0.96437902</c:v>
                </c:pt>
                <c:pt idx="361">
                  <c:v>-0.94170568</c:v>
                </c:pt>
                <c:pt idx="362">
                  <c:v>-0.91812149</c:v>
                </c:pt>
                <c:pt idx="363">
                  <c:v>-0.89364926</c:v>
                </c:pt>
                <c:pt idx="364">
                  <c:v>-0.86831265</c:v>
                </c:pt>
                <c:pt idx="365">
                  <c:v>-0.84213617</c:v>
                </c:pt>
                <c:pt idx="366">
                  <c:v>-0.81514514</c:v>
                </c:pt>
                <c:pt idx="367">
                  <c:v>-0.78736567</c:v>
                </c:pt>
                <c:pt idx="368">
                  <c:v>-0.75882463</c:v>
                </c:pt>
                <c:pt idx="369">
                  <c:v>-0.72954962</c:v>
                </c:pt>
                <c:pt idx="370">
                  <c:v>-0.69956895</c:v>
                </c:pt>
                <c:pt idx="371">
                  <c:v>-0.66891164</c:v>
                </c:pt>
                <c:pt idx="372">
                  <c:v>-0.63760733</c:v>
                </c:pt>
                <c:pt idx="373">
                  <c:v>-0.60568629</c:v>
                </c:pt>
                <c:pt idx="374">
                  <c:v>-0.57317941</c:v>
                </c:pt>
                <c:pt idx="375">
                  <c:v>-0.54011813</c:v>
                </c:pt>
                <c:pt idx="376">
                  <c:v>-0.50653442</c:v>
                </c:pt>
                <c:pt idx="377">
                  <c:v>-0.47246077</c:v>
                </c:pt>
                <c:pt idx="378">
                  <c:v>-0.43793014</c:v>
                </c:pt>
                <c:pt idx="379">
                  <c:v>-0.40297592</c:v>
                </c:pt>
                <c:pt idx="380">
                  <c:v>-0.36763193</c:v>
                </c:pt>
                <c:pt idx="381">
                  <c:v>-0.33193235</c:v>
                </c:pt>
                <c:pt idx="382">
                  <c:v>-0.29591171</c:v>
                </c:pt>
                <c:pt idx="383">
                  <c:v>-0.25960485</c:v>
                </c:pt>
                <c:pt idx="384">
                  <c:v>-0.22304689</c:v>
                </c:pt>
                <c:pt idx="385">
                  <c:v>-0.18627319</c:v>
                </c:pt>
                <c:pt idx="386">
                  <c:v>-0.14931932</c:v>
                </c:pt>
                <c:pt idx="387">
                  <c:v>-0.11222102</c:v>
                </c:pt>
                <c:pt idx="388">
                  <c:v>-0.07501418</c:v>
                </c:pt>
                <c:pt idx="389">
                  <c:v>-0.03773478</c:v>
                </c:pt>
                <c:pt idx="390">
                  <c:v>-0.00041888</c:v>
                </c:pt>
                <c:pt idx="391">
                  <c:v>0.03689743</c:v>
                </c:pt>
                <c:pt idx="392">
                  <c:v>0.07417804</c:v>
                </c:pt>
                <c:pt idx="393">
                  <c:v>0.11138691</c:v>
                </c:pt>
                <c:pt idx="394">
                  <c:v>0.14848804</c:v>
                </c:pt>
                <c:pt idx="395">
                  <c:v>0.18544554</c:v>
                </c:pt>
                <c:pt idx="396">
                  <c:v>0.22222368</c:v>
                </c:pt>
                <c:pt idx="397">
                  <c:v>0.25878687</c:v>
                </c:pt>
                <c:pt idx="398">
                  <c:v>0.29509975</c:v>
                </c:pt>
                <c:pt idx="399">
                  <c:v>0.3311272</c:v>
                </c:pt>
                <c:pt idx="400">
                  <c:v>0.36683437</c:v>
                </c:pt>
              </c:numCache>
            </c:numRef>
          </c:yVal>
        </c:ser>
        <c:ser>
          <c:idx val="1"/>
          <c:order val="1"/>
          <c:tx>
            <c:v>Amplitude = 1.20 V</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Data'!$C$2:$C$3</c:f>
              <c:numCache>
                <c:formatCode>General</c:formatCode>
                <c:ptCount val="2"/>
                <c:pt idx="0">
                  <c:v>10.0308642</c:v>
                </c:pt>
                <c:pt idx="1">
                  <c:v>10.0308642</c:v>
                </c:pt>
              </c:numCache>
            </c:numRef>
          </c:xVal>
          <c:yVal>
            <c:numRef>
              <c:f>'Chart Data'!$D$2:$D$3</c:f>
              <c:numCache>
                <c:formatCode>0.0</c:formatCode>
                <c:ptCount val="2"/>
                <c:pt idx="0">
                  <c:v>0</c:v>
                </c:pt>
                <c:pt idx="1">
                  <c:v>1.2</c:v>
                </c:pt>
              </c:numCache>
            </c:numRef>
          </c:yVal>
        </c:ser>
        <c:ser>
          <c:idx val="2"/>
          <c:order val="2"/>
          <c:tx>
            <c:v>Period = 55.56 ms</c:v>
          </c:tx>
          <c:spPr>
            <a:ln xmlns:a="http://schemas.openxmlformats.org/drawingml/2006/main" w="38100">
              <a:solidFill>
                <a:srgbClr val="267049"/>
              </a:solidFill>
            </a:ln>
          </c:spPr>
          <c:marker>
            <c:symbol val="circle"/>
            <c:size val="7"/>
            <c:spPr>
              <a:solidFill xmlns:a="http://schemas.openxmlformats.org/drawingml/2006/main">
                <a:srgbClr val="267049"/>
              </a:solidFill>
            </c:spPr>
          </c:marker>
          <c:xVal>
            <c:numRef>
              <c:f>'Chart Data'!$E$2:$E$3</c:f>
              <c:numCache>
                <c:formatCode>General</c:formatCode>
                <c:ptCount val="2"/>
                <c:pt idx="0">
                  <c:v>10.0308642</c:v>
                </c:pt>
                <c:pt idx="1">
                  <c:v>65.58641975</c:v>
                </c:pt>
              </c:numCache>
            </c:numRef>
          </c:xVal>
          <c:yVal>
            <c:numRef>
              <c:f>'Chart Data'!$F$2:$F$3</c:f>
              <c:numCache>
                <c:formatCode>0.0</c:formatCode>
                <c:ptCount val="2"/>
                <c:pt idx="0">
                  <c:v>-1.5</c:v>
                </c:pt>
                <c:pt idx="1">
                  <c:v>-1.5</c:v>
                </c:pt>
              </c:numCache>
            </c:numRef>
          </c:yVal>
        </c:ser>
        <c:ser>
          <c:idx val="3"/>
          <c:order val="3"/>
          <c:tx>
            <c:v>First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-1.5</c:v>
                </c:pt>
              </c:numCache>
            </c:numRef>
          </c:yVal>
        </c:ser>
        <c:ser>
          <c:idx val="4"/>
          <c:order val="4"/>
          <c:tx>
            <c:v>Next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Data'!$I$2:$I$3</c:f>
              <c:numCache>
                <c:formatCode>General</c:formatCode>
                <c:ptCount val="2"/>
                <c:pt idx="0">
                  <c:v>65.58641975</c:v>
                </c:pt>
                <c:pt idx="1">
                  <c:v>65.58641975</c:v>
                </c:pt>
              </c:numCache>
            </c:numRef>
          </c:xVal>
          <c:yVal>
            <c:numRef>
              <c:f>'Chart Data'!$J$2:$J$3</c:f>
              <c:numCache>
                <c:formatCode>0.0</c:formatCode>
                <c:ptCount val="2"/>
                <c:pt idx="0">
                  <c:v>1.2</c:v>
                </c:pt>
                <c:pt idx="1">
                  <c:v>-1.5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11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22"/>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Data'!$B$2:$B$402</c:f>
              <c:numCache>
                <c:formatCode>0.0</c:formatCode>
                <c:ptCount val="401"/>
                <c:pt idx="0">
                  <c:v>0.50714191</c:v>
                </c:pt>
                <c:pt idx="1">
                  <c:v>0.51787951</c:v>
                </c:pt>
                <c:pt idx="2">
                  <c:v>0.52856639</c:v>
                </c:pt>
                <c:pt idx="3">
                  <c:v>0.53920151</c:v>
                </c:pt>
                <c:pt idx="4">
                  <c:v>0.54978382</c:v>
                </c:pt>
                <c:pt idx="5">
                  <c:v>0.5603123</c:v>
                </c:pt>
                <c:pt idx="6">
                  <c:v>0.5707859</c:v>
                </c:pt>
                <c:pt idx="7">
                  <c:v>0.5812036</c:v>
                </c:pt>
                <c:pt idx="8">
                  <c:v>0.59156439</c:v>
                </c:pt>
                <c:pt idx="9">
                  <c:v>0.60186724</c:v>
                </c:pt>
                <c:pt idx="10">
                  <c:v>0.61211116</c:v>
                </c:pt>
                <c:pt idx="11">
                  <c:v>0.62229513</c:v>
                </c:pt>
                <c:pt idx="12">
                  <c:v>0.63241815</c:v>
                </c:pt>
                <c:pt idx="13">
                  <c:v>0.64247925</c:v>
                </c:pt>
                <c:pt idx="14">
                  <c:v>0.65247742</c:v>
                </c:pt>
                <c:pt idx="15">
                  <c:v>0.6624117</c:v>
                </c:pt>
                <c:pt idx="16">
                  <c:v>0.67228111</c:v>
                </c:pt>
                <c:pt idx="17">
                  <c:v>0.68208469</c:v>
                </c:pt>
                <c:pt idx="18">
                  <c:v>0.69182146</c:v>
                </c:pt>
                <c:pt idx="19">
                  <c:v>0.70149049</c:v>
                </c:pt>
                <c:pt idx="20">
                  <c:v>0.71109081</c:v>
                </c:pt>
                <c:pt idx="21">
                  <c:v>0.7206215</c:v>
                </c:pt>
                <c:pt idx="22">
                  <c:v>0.73008162</c:v>
                </c:pt>
                <c:pt idx="23">
                  <c:v>0.73947025</c:v>
                </c:pt>
                <c:pt idx="24">
                  <c:v>0.74878645</c:v>
                </c:pt>
                <c:pt idx="25">
                  <c:v>0.75802933</c:v>
                </c:pt>
                <c:pt idx="26">
                  <c:v>0.76719797</c:v>
                </c:pt>
                <c:pt idx="27">
                  <c:v>0.77629149</c:v>
                </c:pt>
                <c:pt idx="28">
                  <c:v>0.78530897</c:v>
                </c:pt>
                <c:pt idx="29">
                  <c:v>0.79424956</c:v>
                </c:pt>
                <c:pt idx="30">
                  <c:v>0.80311236</c:v>
                </c:pt>
                <c:pt idx="31">
                  <c:v>0.81189651</c:v>
                </c:pt>
                <c:pt idx="32">
                  <c:v>0.82060116</c:v>
                </c:pt>
                <c:pt idx="33">
                  <c:v>0.82922544</c:v>
                </c:pt>
                <c:pt idx="34">
                  <c:v>0.83776851</c:v>
                </c:pt>
                <c:pt idx="35">
                  <c:v>0.84622955</c:v>
                </c:pt>
                <c:pt idx="36">
                  <c:v>0.85460771</c:v>
                </c:pt>
                <c:pt idx="37">
                  <c:v>0.86290218</c:v>
                </c:pt>
                <c:pt idx="38">
                  <c:v>0.87111214</c:v>
                </c:pt>
                <c:pt idx="39">
                  <c:v>0.8792368</c:v>
                </c:pt>
                <c:pt idx="40">
                  <c:v>0.88727535</c:v>
                </c:pt>
                <c:pt idx="41">
                  <c:v>0.89522701</c:v>
                </c:pt>
                <c:pt idx="42">
                  <c:v>0.903091</c:v>
                </c:pt>
                <c:pt idx="43">
                  <c:v>0.91086655</c:v>
                </c:pt>
                <c:pt idx="44">
                  <c:v>0.9185529</c:v>
                </c:pt>
                <c:pt idx="45">
                  <c:v>0.9261493</c:v>
                </c:pt>
                <c:pt idx="46">
                  <c:v>0.933655</c:v>
                </c:pt>
                <c:pt idx="47">
                  <c:v>0.94106926</c:v>
                </c:pt>
                <c:pt idx="48">
                  <c:v>0.94839137</c:v>
                </c:pt>
                <c:pt idx="49">
                  <c:v>0.95562059</c:v>
                </c:pt>
                <c:pt idx="50">
                  <c:v>0.96275624</c:v>
                </c:pt>
                <c:pt idx="51">
                  <c:v>0.9697976</c:v>
                </c:pt>
                <c:pt idx="52">
                  <c:v>0.97674399</c:v>
                </c:pt>
                <c:pt idx="53">
                  <c:v>0.98359472</c:v>
                </c:pt>
                <c:pt idx="54">
                  <c:v>0.99034914</c:v>
                </c:pt>
                <c:pt idx="55">
                  <c:v>0.99700656</c:v>
                </c:pt>
                <c:pt idx="56">
                  <c:v>1.00356635</c:v>
                </c:pt>
                <c:pt idx="57">
                  <c:v>1.01002786</c:v>
                </c:pt>
                <c:pt idx="58">
                  <c:v>1.01639046</c:v>
                </c:pt>
                <c:pt idx="59">
                  <c:v>1.02265352</c:v>
                </c:pt>
                <c:pt idx="60">
                  <c:v>1.02881644</c:v>
                </c:pt>
                <c:pt idx="61">
                  <c:v>1.0348786</c:v>
                </c:pt>
                <c:pt idx="62">
                  <c:v>1.04083941</c:v>
                </c:pt>
                <c:pt idx="63">
                  <c:v>1.0466983</c:v>
                </c:pt>
                <c:pt idx="64">
                  <c:v>1.05245468</c:v>
                </c:pt>
                <c:pt idx="65">
                  <c:v>1.05810799</c:v>
                </c:pt>
                <c:pt idx="66">
                  <c:v>1.06365769</c:v>
                </c:pt>
                <c:pt idx="67">
                  <c:v>1.06910322</c:v>
                </c:pt>
                <c:pt idx="68">
                  <c:v>1.07444405</c:v>
                </c:pt>
                <c:pt idx="69">
                  <c:v>1.07967966</c:v>
                </c:pt>
                <c:pt idx="70">
                  <c:v>1.08480954</c:v>
                </c:pt>
                <c:pt idx="71">
                  <c:v>1.08983318</c:v>
                </c:pt>
                <c:pt idx="72">
                  <c:v>1.09475009</c:v>
                </c:pt>
                <c:pt idx="73">
                  <c:v>1.0995598</c:v>
                </c:pt>
                <c:pt idx="74">
                  <c:v>1.10426182</c:v>
                </c:pt>
                <c:pt idx="75">
                  <c:v>1.10885571</c:v>
                </c:pt>
                <c:pt idx="76">
                  <c:v>1.113341</c:v>
                </c:pt>
                <c:pt idx="77">
                  <c:v>1.11771726</c:v>
                </c:pt>
                <c:pt idx="78">
                  <c:v>1.12198407</c:v>
                </c:pt>
                <c:pt idx="79">
                  <c:v>1.126141</c:v>
                </c:pt>
                <c:pt idx="80">
                  <c:v>1.13018764</c:v>
                </c:pt>
                <c:pt idx="81">
                  <c:v>1.13412361</c:v>
                </c:pt>
                <c:pt idx="82">
                  <c:v>1.13794851</c:v>
                </c:pt>
                <c:pt idx="83">
                  <c:v>1.14166197</c:v>
                </c:pt>
                <c:pt idx="84">
                  <c:v>1.14526362</c:v>
                </c:pt>
                <c:pt idx="85">
                  <c:v>1.14875313</c:v>
                </c:pt>
                <c:pt idx="86">
                  <c:v>1.15213013</c:v>
                </c:pt>
                <c:pt idx="87">
                  <c:v>1.1553943</c:v>
                </c:pt>
                <c:pt idx="88">
                  <c:v>1.15854533</c:v>
                </c:pt>
                <c:pt idx="89">
                  <c:v>1.1615829</c:v>
                </c:pt>
                <c:pt idx="90">
                  <c:v>1.16450672</c:v>
                </c:pt>
                <c:pt idx="91">
                  <c:v>1.16731649</c:v>
                </c:pt>
                <c:pt idx="92">
                  <c:v>1.17001195</c:v>
                </c:pt>
                <c:pt idx="93">
                  <c:v>1.17259283</c:v>
                </c:pt>
                <c:pt idx="94">
                  <c:v>1.17505888</c:v>
                </c:pt>
                <c:pt idx="95">
                  <c:v>1.17740985</c:v>
                </c:pt>
                <c:pt idx="96">
                  <c:v>1.17964552</c:v>
                </c:pt>
                <c:pt idx="97">
                  <c:v>1.18176567</c:v>
                </c:pt>
                <c:pt idx="98">
                  <c:v>1.18377008</c:v>
                </c:pt>
                <c:pt idx="99">
                  <c:v>1.18565857</c:v>
                </c:pt>
                <c:pt idx="100">
                  <c:v>1.18743095</c:v>
                </c:pt>
                <c:pt idx="101">
                  <c:v>1.18908704</c:v>
                </c:pt>
                <c:pt idx="102">
                  <c:v>1.19062668</c:v>
                </c:pt>
                <c:pt idx="103">
                  <c:v>1.19204973</c:v>
                </c:pt>
                <c:pt idx="104">
                  <c:v>1.19335603</c:v>
                </c:pt>
                <c:pt idx="105">
                  <c:v>1.19454547</c:v>
                </c:pt>
                <c:pt idx="106">
                  <c:v>1.19561793</c:v>
                </c:pt>
                <c:pt idx="107">
                  <c:v>1.1965733</c:v>
                </c:pt>
                <c:pt idx="108">
                  <c:v>1.19741149</c:v>
                </c:pt>
                <c:pt idx="109">
                  <c:v>1.19813242</c:v>
                </c:pt>
                <c:pt idx="110">
                  <c:v>1.19873602</c:v>
                </c:pt>
                <c:pt idx="111">
                  <c:v>1.19922222</c:v>
                </c:pt>
                <c:pt idx="112">
                  <c:v>1.19959098</c:v>
                </c:pt>
                <c:pt idx="113">
                  <c:v>1.19984227</c:v>
                </c:pt>
                <c:pt idx="114">
                  <c:v>1.19997605</c:v>
                </c:pt>
                <c:pt idx="115">
                  <c:v>1.19999232</c:v>
                </c:pt>
                <c:pt idx="116">
                  <c:v>1.19989107</c:v>
                </c:pt>
                <c:pt idx="117">
                  <c:v>1.19967232</c:v>
                </c:pt>
                <c:pt idx="118">
                  <c:v>1.19933609</c:v>
                </c:pt>
                <c:pt idx="119">
                  <c:v>1.1988824</c:v>
                </c:pt>
                <c:pt idx="120">
                  <c:v>1.1983113</c:v>
                </c:pt>
                <c:pt idx="121">
                  <c:v>1.19762286</c:v>
                </c:pt>
                <c:pt idx="122">
                  <c:v>1.19681713</c:v>
                </c:pt>
                <c:pt idx="123">
                  <c:v>1.1958942</c:v>
                </c:pt>
                <c:pt idx="124">
                  <c:v>1.19485415</c:v>
                </c:pt>
                <c:pt idx="125">
                  <c:v>1.19369709</c:v>
                </c:pt>
                <c:pt idx="126">
                  <c:v>1.19242313</c:v>
                </c:pt>
                <c:pt idx="127">
                  <c:v>1.1910324</c:v>
                </c:pt>
                <c:pt idx="128">
                  <c:v>1.18952502</c:v>
                </c:pt>
                <c:pt idx="129">
                  <c:v>1.18790116</c:v>
                </c:pt>
                <c:pt idx="130">
                  <c:v>1.18616097</c:v>
                </c:pt>
                <c:pt idx="131">
                  <c:v>1.18430461</c:v>
                </c:pt>
                <c:pt idx="132">
                  <c:v>1.18233228</c:v>
                </c:pt>
                <c:pt idx="133">
                  <c:v>1.18024415</c:v>
                </c:pt>
                <c:pt idx="134">
                  <c:v>1.17804045</c:v>
                </c:pt>
                <c:pt idx="135">
                  <c:v>1.17572138</c:v>
                </c:pt>
                <c:pt idx="136">
                  <c:v>1.17328718</c:v>
                </c:pt>
                <c:pt idx="137">
                  <c:v>1.17073807</c:v>
                </c:pt>
                <c:pt idx="138">
                  <c:v>1.16807431</c:v>
                </c:pt>
                <c:pt idx="139">
                  <c:v>1.16529616</c:v>
                </c:pt>
                <c:pt idx="140">
                  <c:v>1.16240389</c:v>
                </c:pt>
                <c:pt idx="141">
                  <c:v>1.15939779</c:v>
                </c:pt>
                <c:pt idx="142">
                  <c:v>1.15627815</c:v>
                </c:pt>
                <c:pt idx="143">
                  <c:v>1.15304527</c:v>
                </c:pt>
                <c:pt idx="144">
                  <c:v>1.14969948</c:v>
                </c:pt>
                <c:pt idx="145">
                  <c:v>1.1462411</c:v>
                </c:pt>
                <c:pt idx="146">
                  <c:v>1.14267046</c:v>
                </c:pt>
                <c:pt idx="147">
                  <c:v>1.13898792</c:v>
                </c:pt>
                <c:pt idx="148">
                  <c:v>1.13519384</c:v>
                </c:pt>
                <c:pt idx="149">
                  <c:v>1.13128859</c:v>
                </c:pt>
                <c:pt idx="150">
                  <c:v>1.12727255</c:v>
                </c:pt>
                <c:pt idx="151">
                  <c:v>1.12314612</c:v>
                </c:pt>
                <c:pt idx="152">
                  <c:v>1.1189097</c:v>
                </c:pt>
                <c:pt idx="153">
                  <c:v>1.1145637</c:v>
                </c:pt>
                <c:pt idx="154">
                  <c:v>1.11010856</c:v>
                </c:pt>
                <c:pt idx="155">
                  <c:v>1.1055447</c:v>
                </c:pt>
                <c:pt idx="156">
                  <c:v>1.10087257</c:v>
                </c:pt>
                <c:pt idx="157">
                  <c:v>1.09609263</c:v>
                </c:pt>
                <c:pt idx="158">
                  <c:v>1.09120536</c:v>
                </c:pt>
                <c:pt idx="159">
                  <c:v>1.08621122</c:v>
                </c:pt>
                <c:pt idx="160">
                  <c:v>1.08111071</c:v>
                </c:pt>
                <c:pt idx="161">
                  <c:v>1.07590432</c:v>
                </c:pt>
                <c:pt idx="162">
                  <c:v>1.07059258</c:v>
                </c:pt>
                <c:pt idx="163">
                  <c:v>1.06517598</c:v>
                </c:pt>
                <c:pt idx="164">
                  <c:v>1.05965508</c:v>
                </c:pt>
                <c:pt idx="165">
                  <c:v>1.0540304</c:v>
                </c:pt>
                <c:pt idx="166">
                  <c:v>1.0483025</c:v>
                </c:pt>
                <c:pt idx="167">
                  <c:v>1.04247194</c:v>
                </c:pt>
                <c:pt idx="168">
                  <c:v>1.03653929</c:v>
                </c:pt>
                <c:pt idx="169">
                  <c:v>1.03050514</c:v>
                </c:pt>
                <c:pt idx="170">
                  <c:v>1.02437006</c:v>
                </c:pt>
                <c:pt idx="171">
                  <c:v>1.01813467</c:v>
                </c:pt>
                <c:pt idx="172">
                  <c:v>1.01179957</c:v>
                </c:pt>
                <c:pt idx="173">
                  <c:v>1.00536539</c:v>
                </c:pt>
                <c:pt idx="174">
                  <c:v>0.99883274</c:v>
                </c:pt>
                <c:pt idx="175">
                  <c:v>0.99220229</c:v>
                </c:pt>
                <c:pt idx="176">
                  <c:v>0.98547467</c:v>
                </c:pt>
                <c:pt idx="177">
                  <c:v>0.97865053</c:v>
                </c:pt>
                <c:pt idx="178">
                  <c:v>0.97173056</c:v>
                </c:pt>
                <c:pt idx="179">
                  <c:v>0.96471543</c:v>
                </c:pt>
                <c:pt idx="180">
                  <c:v>0.95760582</c:v>
                </c:pt>
                <c:pt idx="181">
                  <c:v>0.95040244</c:v>
                </c:pt>
                <c:pt idx="182">
                  <c:v>0.94310598</c:v>
                </c:pt>
                <c:pt idx="183">
                  <c:v>0.93571716</c:v>
                </c:pt>
                <c:pt idx="184">
                  <c:v>0.92823671</c:v>
                </c:pt>
                <c:pt idx="185">
                  <c:v>0.92066535</c:v>
                </c:pt>
                <c:pt idx="186">
                  <c:v>0.91300383</c:v>
                </c:pt>
                <c:pt idx="187">
                  <c:v>0.90525291</c:v>
                </c:pt>
                <c:pt idx="188">
                  <c:v>0.89741333</c:v>
                </c:pt>
                <c:pt idx="189">
                  <c:v>0.88948586</c:v>
                </c:pt>
                <c:pt idx="190">
                  <c:v>0.88147129</c:v>
                </c:pt>
                <c:pt idx="191">
                  <c:v>0.8733704</c:v>
                </c:pt>
                <c:pt idx="192">
                  <c:v>0.86518398</c:v>
                </c:pt>
                <c:pt idx="193">
                  <c:v>0.85691282</c:v>
                </c:pt>
                <c:pt idx="194">
                  <c:v>0.84855776</c:v>
                </c:pt>
                <c:pt idx="195">
                  <c:v>0.84011959</c:v>
                </c:pt>
                <c:pt idx="196">
                  <c:v>0.83159915</c:v>
                </c:pt>
                <c:pt idx="197">
                  <c:v>0.82299727</c:v>
                </c:pt>
                <c:pt idx="198">
                  <c:v>0.81431479</c:v>
                </c:pt>
                <c:pt idx="199">
                  <c:v>0.80555257</c:v>
                </c:pt>
                <c:pt idx="200">
                  <c:v>0.79671146</c:v>
                </c:pt>
                <c:pt idx="201">
                  <c:v>0.78779232</c:v>
                </c:pt>
                <c:pt idx="202">
                  <c:v>0.77879604</c:v>
                </c:pt>
                <c:pt idx="203">
                  <c:v>0.76972349</c:v>
                </c:pt>
                <c:pt idx="204">
                  <c:v>0.76057556</c:v>
                </c:pt>
                <c:pt idx="205">
                  <c:v>0.75135315</c:v>
                </c:pt>
                <c:pt idx="206">
                  <c:v>0.74205716</c:v>
                </c:pt>
                <c:pt idx="207">
                  <c:v>0.73268849</c:v>
                </c:pt>
                <c:pt idx="208">
                  <c:v>0.72324808</c:v>
                </c:pt>
                <c:pt idx="209">
                  <c:v>0.71373684</c:v>
                </c:pt>
                <c:pt idx="210">
                  <c:v>0.7041557</c:v>
                </c:pt>
                <c:pt idx="211">
                  <c:v>0.6945056</c:v>
                </c:pt>
                <c:pt idx="212">
                  <c:v>0.68478749</c:v>
                </c:pt>
                <c:pt idx="213">
                  <c:v>0.67500231</c:v>
                </c:pt>
                <c:pt idx="214">
                  <c:v>0.66515104</c:v>
                </c:pt>
                <c:pt idx="215">
                  <c:v>0.65523463</c:v>
                </c:pt>
                <c:pt idx="216">
                  <c:v>0.64525404</c:v>
                </c:pt>
                <c:pt idx="217">
                  <c:v>0.63521027</c:v>
                </c:pt>
                <c:pt idx="218">
                  <c:v>0.62510429</c:v>
                </c:pt>
                <c:pt idx="219">
                  <c:v>0.6149371</c:v>
                </c:pt>
                <c:pt idx="220">
                  <c:v>0.60470968</c:v>
                </c:pt>
                <c:pt idx="221">
                  <c:v>0.59442305</c:v>
                </c:pt>
                <c:pt idx="222">
                  <c:v>0.5840782</c:v>
                </c:pt>
                <c:pt idx="223">
                  <c:v>0.57367616</c:v>
                </c:pt>
                <c:pt idx="224">
                  <c:v>0.56321793</c:v>
                </c:pt>
                <c:pt idx="225">
                  <c:v>0.55270455</c:v>
                </c:pt>
                <c:pt idx="226">
                  <c:v>0.54213704</c:v>
                </c:pt>
                <c:pt idx="227">
                  <c:v>0.53151644</c:v>
                </c:pt>
                <c:pt idx="228">
                  <c:v>0.52084379</c:v>
                </c:pt>
                <c:pt idx="229">
                  <c:v>0.51012013</c:v>
                </c:pt>
                <c:pt idx="230">
                  <c:v>0.49934651</c:v>
                </c:pt>
                <c:pt idx="231">
                  <c:v>0.488524</c:v>
                </c:pt>
                <c:pt idx="232">
                  <c:v>0.47765364</c:v>
                </c:pt>
                <c:pt idx="233">
                  <c:v>0.46673651</c:v>
                </c:pt>
                <c:pt idx="234">
                  <c:v>0.45577366</c:v>
                </c:pt>
                <c:pt idx="235">
                  <c:v>0.44476619</c:v>
                </c:pt>
                <c:pt idx="236">
                  <c:v>0.43371516</c:v>
                </c:pt>
                <c:pt idx="237">
                  <c:v>0.42262165</c:v>
                </c:pt>
                <c:pt idx="238">
                  <c:v>0.41148676</c:v>
                </c:pt>
                <c:pt idx="239">
                  <c:v>0.40031157</c:v>
                </c:pt>
                <c:pt idx="240">
                  <c:v>0.38909717</c:v>
                </c:pt>
                <c:pt idx="241">
                  <c:v>0.37784468</c:v>
                </c:pt>
                <c:pt idx="242">
                  <c:v>0.36655518</c:v>
                </c:pt>
                <c:pt idx="243">
                  <c:v>0.35522978</c:v>
                </c:pt>
                <c:pt idx="244">
                  <c:v>0.34386959</c:v>
                </c:pt>
                <c:pt idx="245">
                  <c:v>0.33247573</c:v>
                </c:pt>
                <c:pt idx="246">
                  <c:v>0.32104932</c:v>
                </c:pt>
                <c:pt idx="247">
                  <c:v>0.30959146</c:v>
                </c:pt>
                <c:pt idx="248">
                  <c:v>0.29810328</c:v>
                </c:pt>
                <c:pt idx="249">
                  <c:v>0.28658591</c:v>
                </c:pt>
                <c:pt idx="250">
                  <c:v>0.27504047</c:v>
                </c:pt>
                <c:pt idx="251">
                  <c:v>0.2634681</c:v>
                </c:pt>
                <c:pt idx="252">
                  <c:v>0.25186992</c:v>
                </c:pt>
                <c:pt idx="253">
                  <c:v>0.24024708</c:v>
                </c:pt>
                <c:pt idx="254">
                  <c:v>0.22860072</c:v>
                </c:pt>
                <c:pt idx="255">
                  <c:v>0.21693196</c:v>
                </c:pt>
                <c:pt idx="256">
                  <c:v>0.20524197</c:v>
                </c:pt>
                <c:pt idx="257">
                  <c:v>0.19353187</c:v>
                </c:pt>
                <c:pt idx="258">
                  <c:v>0.18180282</c:v>
                </c:pt>
                <c:pt idx="259">
                  <c:v>0.17005597</c:v>
                </c:pt>
                <c:pt idx="260">
                  <c:v>0.15829246</c:v>
                </c:pt>
                <c:pt idx="261">
                  <c:v>0.14651345</c:v>
                </c:pt>
                <c:pt idx="262">
                  <c:v>0.13472009</c:v>
                </c:pt>
                <c:pt idx="263">
                  <c:v>0.12291354</c:v>
                </c:pt>
                <c:pt idx="264">
                  <c:v>0.11109496</c:v>
                </c:pt>
                <c:pt idx="265">
                  <c:v>0.09926549</c:v>
                </c:pt>
                <c:pt idx="266">
                  <c:v>0.0874263</c:v>
                </c:pt>
                <c:pt idx="267">
                  <c:v>0.07557855</c:v>
                </c:pt>
                <c:pt idx="268">
                  <c:v>0.0637234</c:v>
                </c:pt>
                <c:pt idx="269">
                  <c:v>0.05186201</c:v>
                </c:pt>
                <c:pt idx="270">
                  <c:v>0.03999554</c:v>
                </c:pt>
                <c:pt idx="271">
                  <c:v>0.02812515</c:v>
                </c:pt>
                <c:pt idx="272">
                  <c:v>0.01625201</c:v>
                </c:pt>
                <c:pt idx="273">
                  <c:v>0.00437728</c:v>
                </c:pt>
                <c:pt idx="274">
                  <c:v>-0.00749789</c:v>
                </c:pt>
                <c:pt idx="275">
                  <c:v>-0.01937231</c:v>
                </c:pt>
                <c:pt idx="276">
                  <c:v>-0.03124484</c:v>
                </c:pt>
                <c:pt idx="277">
                  <c:v>-0.04311431</c:v>
                </c:pt>
                <c:pt idx="278">
                  <c:v>-0.05497956</c:v>
                </c:pt>
                <c:pt idx="279">
                  <c:v>-0.06683943</c:v>
                </c:pt>
                <c:pt idx="280">
                  <c:v>-0.07869274</c:v>
                </c:pt>
                <c:pt idx="281">
                  <c:v>-0.09053836</c:v>
                </c:pt>
                <c:pt idx="282">
                  <c:v>-0.1023751</c:v>
                </c:pt>
                <c:pt idx="283">
                  <c:v>-0.11420182</c:v>
                </c:pt>
                <c:pt idx="284">
                  <c:v>-0.12601736</c:v>
                </c:pt>
                <c:pt idx="285">
                  <c:v>-0.13782055</c:v>
                </c:pt>
                <c:pt idx="286">
                  <c:v>-0.14961025</c:v>
                </c:pt>
                <c:pt idx="287">
                  <c:v>-0.1613853</c:v>
                </c:pt>
                <c:pt idx="288">
                  <c:v>-0.17314454</c:v>
                </c:pt>
                <c:pt idx="289">
                  <c:v>-0.18488683</c:v>
                </c:pt>
                <c:pt idx="290">
                  <c:v>-0.19661101</c:v>
                </c:pt>
                <c:pt idx="291">
                  <c:v>-0.20831594</c:v>
                </c:pt>
                <c:pt idx="292">
                  <c:v>-0.22000046</c:v>
                </c:pt>
                <c:pt idx="293">
                  <c:v>-0.23166344</c:v>
                </c:pt>
                <c:pt idx="294">
                  <c:v>-0.24330374</c:v>
                </c:pt>
                <c:pt idx="295">
                  <c:v>-0.2549202</c:v>
                </c:pt>
                <c:pt idx="296">
                  <c:v>-0.26651171</c:v>
                </c:pt>
                <c:pt idx="297">
                  <c:v>-0.27807711</c:v>
                </c:pt>
                <c:pt idx="298">
                  <c:v>-0.28961528</c:v>
                </c:pt>
                <c:pt idx="299">
                  <c:v>-0.30112509</c:v>
                </c:pt>
                <c:pt idx="300">
                  <c:v>-0.31260541</c:v>
                </c:pt>
                <c:pt idx="301">
                  <c:v>-0.32405512</c:v>
                </c:pt>
                <c:pt idx="302">
                  <c:v>-0.33547309</c:v>
                </c:pt>
                <c:pt idx="303">
                  <c:v>-0.34685821</c:v>
                </c:pt>
                <c:pt idx="304">
                  <c:v>-0.35820936</c:v>
                </c:pt>
                <c:pt idx="305">
                  <c:v>-0.36952543</c:v>
                </c:pt>
                <c:pt idx="306">
                  <c:v>-0.38080531</c:v>
                </c:pt>
                <c:pt idx="307">
                  <c:v>-0.3920479</c:v>
                </c:pt>
                <c:pt idx="308">
                  <c:v>-0.4032521</c:v>
                </c:pt>
                <c:pt idx="309">
                  <c:v>-0.41441681</c:v>
                </c:pt>
                <c:pt idx="310">
                  <c:v>-0.42554093</c:v>
                </c:pt>
                <c:pt idx="311">
                  <c:v>-0.43662338</c:v>
                </c:pt>
                <c:pt idx="312">
                  <c:v>-0.44766307</c:v>
                </c:pt>
                <c:pt idx="313">
                  <c:v>-0.45865892</c:v>
                </c:pt>
                <c:pt idx="314">
                  <c:v>-0.46960985</c:v>
                </c:pt>
                <c:pt idx="315">
                  <c:v>-0.4805148</c:v>
                </c:pt>
                <c:pt idx="316">
                  <c:v>-0.49137269</c:v>
                </c:pt>
                <c:pt idx="317">
                  <c:v>-0.50218245</c:v>
                </c:pt>
                <c:pt idx="318">
                  <c:v>-0.51294304</c:v>
                </c:pt>
                <c:pt idx="319">
                  <c:v>-0.5236534</c:v>
                </c:pt>
                <c:pt idx="320">
                  <c:v>-0.53431247</c:v>
                </c:pt>
                <c:pt idx="321">
                  <c:v>-0.54491922</c:v>
                </c:pt>
                <c:pt idx="322">
                  <c:v>-0.55547261</c:v>
                </c:pt>
                <c:pt idx="323">
                  <c:v>-0.5659716</c:v>
                </c:pt>
                <c:pt idx="324">
                  <c:v>-0.57641516</c:v>
                </c:pt>
                <c:pt idx="325">
                  <c:v>-0.58680227</c:v>
                </c:pt>
                <c:pt idx="326">
                  <c:v>-0.59713192</c:v>
                </c:pt>
                <c:pt idx="327">
                  <c:v>-0.60740309</c:v>
                </c:pt>
                <c:pt idx="328">
                  <c:v>-0.61761478</c:v>
                </c:pt>
                <c:pt idx="329">
                  <c:v>-0.62776598</c:v>
                </c:pt>
                <c:pt idx="330">
                  <c:v>-0.63785571</c:v>
                </c:pt>
                <c:pt idx="331">
                  <c:v>-0.64788297</c:v>
                </c:pt>
                <c:pt idx="332">
                  <c:v>-0.65784678</c:v>
                </c:pt>
                <c:pt idx="333">
                  <c:v>-0.66774617</c:v>
                </c:pt>
                <c:pt idx="334">
                  <c:v>-0.67758017</c:v>
                </c:pt>
                <c:pt idx="335">
                  <c:v>-0.68734781</c:v>
                </c:pt>
                <c:pt idx="336">
                  <c:v>-0.69704814</c:v>
                </c:pt>
                <c:pt idx="337">
                  <c:v>-0.70668021</c:v>
                </c:pt>
                <c:pt idx="338">
                  <c:v>-0.71624307</c:v>
                </c:pt>
                <c:pt idx="339">
                  <c:v>-0.72573579</c:v>
                </c:pt>
                <c:pt idx="340">
                  <c:v>-0.73515744</c:v>
                </c:pt>
                <c:pt idx="341">
                  <c:v>-0.74450709</c:v>
                </c:pt>
                <c:pt idx="342">
                  <c:v>-0.75378384</c:v>
                </c:pt>
                <c:pt idx="343">
                  <c:v>-0.76298677</c:v>
                </c:pt>
                <c:pt idx="344">
                  <c:v>-0.77211497</c:v>
                </c:pt>
                <c:pt idx="345">
                  <c:v>-0.78116757</c:v>
                </c:pt>
                <c:pt idx="346">
                  <c:v>-0.79014366</c:v>
                </c:pt>
                <c:pt idx="347">
                  <c:v>-0.79904237</c:v>
                </c:pt>
                <c:pt idx="348">
                  <c:v>-0.80786284</c:v>
                </c:pt>
                <c:pt idx="349">
                  <c:v>-0.81660419</c:v>
                </c:pt>
                <c:pt idx="350">
                  <c:v>-0.82526557</c:v>
                </c:pt>
                <c:pt idx="351">
                  <c:v>-0.83384613</c:v>
                </c:pt>
                <c:pt idx="352">
                  <c:v>-0.84234503</c:v>
                </c:pt>
                <c:pt idx="353">
                  <c:v>-0.85076144</c:v>
                </c:pt>
                <c:pt idx="354">
                  <c:v>-0.85909453</c:v>
                </c:pt>
                <c:pt idx="355">
                  <c:v>-0.8673435</c:v>
                </c:pt>
                <c:pt idx="356">
                  <c:v>-0.87550752</c:v>
                </c:pt>
                <c:pt idx="357">
                  <c:v>-0.88358581</c:v>
                </c:pt>
                <c:pt idx="358">
                  <c:v>-0.89157756</c:v>
                </c:pt>
                <c:pt idx="359">
                  <c:v>-0.89948201</c:v>
                </c:pt>
                <c:pt idx="360">
                  <c:v>-0.90729836</c:v>
                </c:pt>
                <c:pt idx="361">
                  <c:v>-0.91502587</c:v>
                </c:pt>
                <c:pt idx="362">
                  <c:v>-0.92266377</c:v>
                </c:pt>
                <c:pt idx="363">
                  <c:v>-0.9302113</c:v>
                </c:pt>
                <c:pt idx="364">
                  <c:v>-0.93766775</c:v>
                </c:pt>
                <c:pt idx="365">
                  <c:v>-0.94503237</c:v>
                </c:pt>
                <c:pt idx="366">
                  <c:v>-0.95230444</c:v>
                </c:pt>
                <c:pt idx="367">
                  <c:v>-0.95948325</c:v>
                </c:pt>
                <c:pt idx="368">
                  <c:v>-0.96656809</c:v>
                </c:pt>
                <c:pt idx="369">
                  <c:v>-0.97355828</c:v>
                </c:pt>
                <c:pt idx="370">
                  <c:v>-0.98045314</c:v>
                </c:pt>
                <c:pt idx="371">
                  <c:v>-0.98725197</c:v>
                </c:pt>
                <c:pt idx="372">
                  <c:v>-0.99395412</c:v>
                </c:pt>
                <c:pt idx="373">
                  <c:v>-1.00055894</c:v>
                </c:pt>
                <c:pt idx="374">
                  <c:v>-1.00706577</c:v>
                </c:pt>
                <c:pt idx="375">
                  <c:v>-1.01347397</c:v>
                </c:pt>
                <c:pt idx="376">
                  <c:v>-1.01978293</c:v>
                </c:pt>
                <c:pt idx="377">
                  <c:v>-1.02599202</c:v>
                </c:pt>
                <c:pt idx="378">
                  <c:v>-1.03210063</c:v>
                </c:pt>
                <c:pt idx="379">
                  <c:v>-1.03810817</c:v>
                </c:pt>
                <c:pt idx="380">
                  <c:v>-1.04401405</c:v>
                </c:pt>
                <c:pt idx="381">
                  <c:v>-1.04981769</c:v>
                </c:pt>
                <c:pt idx="382">
                  <c:v>-1.05551851</c:v>
                </c:pt>
                <c:pt idx="383">
                  <c:v>-1.06111597</c:v>
                </c:pt>
                <c:pt idx="384">
                  <c:v>-1.06660952</c:v>
                </c:pt>
                <c:pt idx="385">
                  <c:v>-1.07199861</c:v>
                </c:pt>
                <c:pt idx="386">
                  <c:v>-1.07728272</c:v>
                </c:pt>
                <c:pt idx="387">
                  <c:v>-1.08246133</c:v>
                </c:pt>
                <c:pt idx="388">
                  <c:v>-1.08753394</c:v>
                </c:pt>
                <c:pt idx="389">
                  <c:v>-1.09250004</c:v>
                </c:pt>
                <c:pt idx="390">
                  <c:v>-1.09735915</c:v>
                </c:pt>
                <c:pt idx="391">
                  <c:v>-1.1021108</c:v>
                </c:pt>
                <c:pt idx="392">
                  <c:v>-1.10675452</c:v>
                </c:pt>
                <c:pt idx="393">
                  <c:v>-1.11128986</c:v>
                </c:pt>
                <c:pt idx="394">
                  <c:v>-1.11571636</c:v>
                </c:pt>
                <c:pt idx="395">
                  <c:v>-1.12003361</c:v>
                </c:pt>
                <c:pt idx="396">
                  <c:v>-1.12424116</c:v>
                </c:pt>
                <c:pt idx="397">
                  <c:v>-1.12833862</c:v>
                </c:pt>
                <c:pt idx="398">
                  <c:v>-1.13232559</c:v>
                </c:pt>
                <c:pt idx="399">
                  <c:v>-1.13620166</c:v>
                </c:pt>
                <c:pt idx="400">
                  <c:v>-1.13996646</c:v>
                </c:pt>
              </c:numCache>
            </c:numRef>
          </c:yVal>
        </c:ser>
        <c:ser>
          <c:idx val="1"/>
          <c:order val="1"/>
          <c:tx>
            <c:v>Zero phase reference</c:v>
          </c:tx>
          <c:spPr>
            <a:ln xmlns:a="http://schemas.openxmlformats.org/drawingml/2006/main" w="19050">
              <a:solidFill>
                <a:srgbClr val="929292"/>
              </a:solidFill>
            </a:ln>
          </c:spPr>
          <c:marker>
            <c:symbol val="none"/>
            <c:size val="7"/>
            <c:spPr>
              <a:solidFill xmlns:a="http://schemas.openxmlformats.org/drawingml/2006/main">
                <a:srgbClr val="929292"/>
              </a:solidFill>
            </c:spPr>
          </c:marker>
          <c:xVal>
            <c:numRef>
              <c:f>'Chart Data'!$C$2:$C$402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Data'!$D$2:$D$402</c:f>
              <c:numCache>
                <c:formatCode>0.0</c:formatCode>
                <c:ptCount val="401"/>
                <c:pt idx="0">
                  <c:v>0</c:v>
                </c:pt>
                <c:pt idx="1">
                  <c:v>0.01187503</c:v>
                </c:pt>
                <c:pt idx="2">
                  <c:v>0.02374889</c:v>
                </c:pt>
                <c:pt idx="3">
                  <c:v>0.03562043</c:v>
                </c:pt>
                <c:pt idx="4">
                  <c:v>0.04748848</c:v>
                </c:pt>
                <c:pt idx="5">
                  <c:v>0.05935188</c:v>
                </c:pt>
                <c:pt idx="6">
                  <c:v>0.07120946</c:v>
                </c:pt>
                <c:pt idx="7">
                  <c:v>0.08306008</c:v>
                </c:pt>
                <c:pt idx="8">
                  <c:v>0.09490255</c:v>
                </c:pt>
                <c:pt idx="9">
                  <c:v>0.10673574</c:v>
                </c:pt>
                <c:pt idx="10">
                  <c:v>0.11855847</c:v>
                </c:pt>
                <c:pt idx="11">
                  <c:v>0.13036959</c:v>
                </c:pt>
                <c:pt idx="12">
                  <c:v>0.14216795</c:v>
                </c:pt>
                <c:pt idx="13">
                  <c:v>0.15395238</c:v>
                </c:pt>
                <c:pt idx="14">
                  <c:v>0.16572174</c:v>
                </c:pt>
                <c:pt idx="15">
                  <c:v>0.17747486</c:v>
                </c:pt>
                <c:pt idx="16">
                  <c:v>0.18921061</c:v>
                </c:pt>
                <c:pt idx="17">
                  <c:v>0.20092783</c:v>
                </c:pt>
                <c:pt idx="18">
                  <c:v>0.21262536</c:v>
                </c:pt>
                <c:pt idx="19">
                  <c:v>0.22430208</c:v>
                </c:pt>
                <c:pt idx="20">
                  <c:v>0.23595683</c:v>
                </c:pt>
                <c:pt idx="21">
                  <c:v>0.24758848</c:v>
                </c:pt>
                <c:pt idx="22">
                  <c:v>0.25919588</c:v>
                </c:pt>
                <c:pt idx="23">
                  <c:v>0.27077789</c:v>
                </c:pt>
                <c:pt idx="24">
                  <c:v>0.28233339</c:v>
                </c:pt>
                <c:pt idx="25">
                  <c:v>0.29386123</c:v>
                </c:pt>
                <c:pt idx="26">
                  <c:v>0.3053603</c:v>
                </c:pt>
                <c:pt idx="27">
                  <c:v>0.31682947</c:v>
                </c:pt>
                <c:pt idx="28">
                  <c:v>0.32826761</c:v>
                </c:pt>
                <c:pt idx="29">
                  <c:v>0.3396736</c:v>
                </c:pt>
                <c:pt idx="30">
                  <c:v>0.35104633</c:v>
                </c:pt>
                <c:pt idx="31">
                  <c:v>0.36238468</c:v>
                </c:pt>
                <c:pt idx="32">
                  <c:v>0.37368754</c:v>
                </c:pt>
                <c:pt idx="33">
                  <c:v>0.3849538</c:v>
                </c:pt>
                <c:pt idx="34">
                  <c:v>0.39618237</c:v>
                </c:pt>
                <c:pt idx="35">
                  <c:v>0.40737214</c:v>
                </c:pt>
                <c:pt idx="36">
                  <c:v>0.41852201</c:v>
                </c:pt>
                <c:pt idx="37">
                  <c:v>0.4296309</c:v>
                </c:pt>
                <c:pt idx="38">
                  <c:v>0.44069771</c:v>
                </c:pt>
                <c:pt idx="39">
                  <c:v>0.45172137</c:v>
                </c:pt>
                <c:pt idx="40">
                  <c:v>0.46270079</c:v>
                </c:pt>
                <c:pt idx="41">
                  <c:v>0.4736349</c:v>
                </c:pt>
                <c:pt idx="42">
                  <c:v>0.48452262</c:v>
                </c:pt>
                <c:pt idx="43">
                  <c:v>0.4953629</c:v>
                </c:pt>
                <c:pt idx="44">
                  <c:v>0.50615466</c:v>
                </c:pt>
                <c:pt idx="45">
                  <c:v>0.51689685</c:v>
                </c:pt>
                <c:pt idx="46">
                  <c:v>0.52758843</c:v>
                </c:pt>
                <c:pt idx="47">
                  <c:v>0.53822834</c:v>
                </c:pt>
                <c:pt idx="48">
                  <c:v>0.54881554</c:v>
                </c:pt>
                <c:pt idx="49">
                  <c:v>0.55934899</c:v>
                </c:pt>
                <c:pt idx="50">
                  <c:v>0.56982767</c:v>
                </c:pt>
                <c:pt idx="51">
                  <c:v>0.58025054</c:v>
                </c:pt>
                <c:pt idx="52">
                  <c:v>0.59061659</c:v>
                </c:pt>
                <c:pt idx="53">
                  <c:v>0.6009248</c:v>
                </c:pt>
                <c:pt idx="54">
                  <c:v>0.61117416</c:v>
                </c:pt>
                <c:pt idx="55">
                  <c:v>0.62136367</c:v>
                </c:pt>
                <c:pt idx="56">
                  <c:v>0.63149233</c:v>
                </c:pt>
                <c:pt idx="57">
                  <c:v>0.64155914</c:v>
                </c:pt>
                <c:pt idx="58">
                  <c:v>0.65156313</c:v>
                </c:pt>
                <c:pt idx="59">
                  <c:v>0.66150331</c:v>
                </c:pt>
                <c:pt idx="60">
                  <c:v>0.67137871</c:v>
                </c:pt>
                <c:pt idx="61">
                  <c:v>0.68118836</c:v>
                </c:pt>
                <c:pt idx="62">
                  <c:v>0.6909313</c:v>
                </c:pt>
                <c:pt idx="63">
                  <c:v>0.70060658</c:v>
                </c:pt>
                <c:pt idx="64">
                  <c:v>0.71021325</c:v>
                </c:pt>
                <c:pt idx="65">
                  <c:v>0.71975036</c:v>
                </c:pt>
                <c:pt idx="66">
                  <c:v>0.72921699</c:v>
                </c:pt>
                <c:pt idx="67">
                  <c:v>0.73861221</c:v>
                </c:pt>
                <c:pt idx="68">
                  <c:v>0.7479351</c:v>
                </c:pt>
                <c:pt idx="69">
                  <c:v>0.75718474</c:v>
                </c:pt>
                <c:pt idx="70">
                  <c:v>0.76636023</c:v>
                </c:pt>
                <c:pt idx="71">
                  <c:v>0.77546067</c:v>
                </c:pt>
                <c:pt idx="72">
                  <c:v>0.78448516</c:v>
                </c:pt>
                <c:pt idx="73">
                  <c:v>0.79343284</c:v>
                </c:pt>
                <c:pt idx="74">
                  <c:v>0.80230281</c:v>
                </c:pt>
                <c:pt idx="75">
                  <c:v>0.81109421</c:v>
                </c:pt>
                <c:pt idx="76">
                  <c:v>0.81980618</c:v>
                </c:pt>
                <c:pt idx="77">
                  <c:v>0.82843787</c:v>
                </c:pt>
                <c:pt idx="78">
                  <c:v>0.83698843</c:v>
                </c:pt>
                <c:pt idx="79">
                  <c:v>0.84545702</c:v>
                </c:pt>
                <c:pt idx="80">
                  <c:v>0.85384281</c:v>
                </c:pt>
                <c:pt idx="81">
                  <c:v>0.86214499</c:v>
                </c:pt>
                <c:pt idx="82">
                  <c:v>0.87036274</c:v>
                </c:pt>
                <c:pt idx="83">
                  <c:v>0.87849525</c:v>
                </c:pt>
                <c:pt idx="84">
                  <c:v>0.88654173</c:v>
                </c:pt>
                <c:pt idx="85">
                  <c:v>0.8945014</c:v>
                </c:pt>
                <c:pt idx="86">
                  <c:v>0.90237346</c:v>
                </c:pt>
                <c:pt idx="87">
                  <c:v>0.91015715</c:v>
                </c:pt>
                <c:pt idx="88">
                  <c:v>0.91785172</c:v>
                </c:pt>
                <c:pt idx="89">
                  <c:v>0.92545639</c:v>
                </c:pt>
                <c:pt idx="90">
                  <c:v>0.93297044</c:v>
                </c:pt>
                <c:pt idx="91">
                  <c:v>0.94039312</c:v>
                </c:pt>
                <c:pt idx="92">
                  <c:v>0.94772371</c:v>
                </c:pt>
                <c:pt idx="93">
                  <c:v>0.95496148</c:v>
                </c:pt>
                <c:pt idx="94">
                  <c:v>0.96210574</c:v>
                </c:pt>
                <c:pt idx="95">
                  <c:v>0.96915578</c:v>
                </c:pt>
                <c:pt idx="96">
                  <c:v>0.9761109</c:v>
                </c:pt>
                <c:pt idx="97">
                  <c:v>0.98297044</c:v>
                </c:pt>
                <c:pt idx="98">
                  <c:v>0.98973371</c:v>
                </c:pt>
                <c:pt idx="99">
                  <c:v>0.99640006</c:v>
                </c:pt>
                <c:pt idx="100">
                  <c:v>1.00296883</c:v>
                </c:pt>
                <c:pt idx="101">
                  <c:v>1.00943938</c:v>
                </c:pt>
                <c:pt idx="102">
                  <c:v>1.01581108</c:v>
                </c:pt>
                <c:pt idx="103">
                  <c:v>1.0220833</c:v>
                </c:pt>
                <c:pt idx="104">
                  <c:v>1.02825542</c:v>
                </c:pt>
                <c:pt idx="105">
                  <c:v>1.03432684</c:v>
                </c:pt>
                <c:pt idx="106">
                  <c:v>1.04029698</c:v>
                </c:pt>
                <c:pt idx="107">
                  <c:v>1.04616524</c:v>
                </c:pt>
                <c:pt idx="108">
                  <c:v>1.05193104</c:v>
                </c:pt>
                <c:pt idx="109">
                  <c:v>1.05759383</c:v>
                </c:pt>
                <c:pt idx="110">
                  <c:v>1.06315305</c:v>
                </c:pt>
                <c:pt idx="111">
                  <c:v>1.06860816</c:v>
                </c:pt>
                <c:pt idx="112">
                  <c:v>1.07395861</c:v>
                </c:pt>
                <c:pt idx="113">
                  <c:v>1.07920389</c:v>
                </c:pt>
                <c:pt idx="114">
                  <c:v>1.08434349</c:v>
                </c:pt>
                <c:pt idx="115">
                  <c:v>1.0893769</c:v>
                </c:pt>
                <c:pt idx="116">
                  <c:v>1.09430362</c:v>
                </c:pt>
                <c:pt idx="117">
                  <c:v>1.09912317</c:v>
                </c:pt>
                <c:pt idx="118">
                  <c:v>1.10383509</c:v>
                </c:pt>
                <c:pt idx="119">
                  <c:v>1.10843891</c:v>
                </c:pt>
                <c:pt idx="120">
                  <c:v>1.11293418</c:v>
                </c:pt>
                <c:pt idx="121">
                  <c:v>1.11732046</c:v>
                </c:pt>
                <c:pt idx="122">
                  <c:v>1.12159733</c:v>
                </c:pt>
                <c:pt idx="123">
                  <c:v>1.12576435</c:v>
                </c:pt>
                <c:pt idx="124">
                  <c:v>1.12982112</c:v>
                </c:pt>
                <c:pt idx="125">
                  <c:v>1.13376726</c:v>
                </c:pt>
                <c:pt idx="126">
                  <c:v>1.13760236</c:v>
                </c:pt>
                <c:pt idx="127">
                  <c:v>1.14132605</c:v>
                </c:pt>
                <c:pt idx="128">
                  <c:v>1.14493798</c:v>
                </c:pt>
                <c:pt idx="129">
                  <c:v>1.14843778</c:v>
                </c:pt>
                <c:pt idx="130">
                  <c:v>1.15182512</c:v>
                </c:pt>
                <c:pt idx="131">
                  <c:v>1.15509965</c:v>
                </c:pt>
                <c:pt idx="132">
                  <c:v>1.15826107</c:v>
                </c:pt>
                <c:pt idx="133">
                  <c:v>1.16130906</c:v>
                </c:pt>
                <c:pt idx="134">
                  <c:v>1.16424332</c:v>
                </c:pt>
                <c:pt idx="135">
                  <c:v>1.16706356</c:v>
                </c:pt>
                <c:pt idx="136">
                  <c:v>1.16976952</c:v>
                </c:pt>
                <c:pt idx="137">
                  <c:v>1.17236091</c:v>
                </c:pt>
                <c:pt idx="138">
                  <c:v>1.1748375</c:v>
                </c:pt>
                <c:pt idx="139">
                  <c:v>1.17719904</c:v>
                </c:pt>
                <c:pt idx="140">
                  <c:v>1.17944529</c:v>
                </c:pt>
                <c:pt idx="141">
                  <c:v>1.18157604</c:v>
                </c:pt>
                <c:pt idx="142">
                  <c:v>1.18359108</c:v>
                </c:pt>
                <c:pt idx="143">
                  <c:v>1.18549021</c:v>
                </c:pt>
                <c:pt idx="144">
                  <c:v>1.18727324</c:v>
                </c:pt>
                <c:pt idx="145">
                  <c:v>1.18894</c:v>
                </c:pt>
                <c:pt idx="146">
                  <c:v>1.19049033</c:v>
                </c:pt>
                <c:pt idx="147">
                  <c:v>1.19192408</c:v>
                </c:pt>
                <c:pt idx="148">
                  <c:v>1.1932411</c:v>
                </c:pt>
                <c:pt idx="149">
                  <c:v>1.19444126</c:v>
                </c:pt>
                <c:pt idx="150">
                  <c:v>1.19552445</c:v>
                </c:pt>
                <c:pt idx="151">
                  <c:v>1.19649057</c:v>
                </c:pt>
                <c:pt idx="152">
                  <c:v>1.19733951</c:v>
                </c:pt>
                <c:pt idx="153">
                  <c:v>1.19807119</c:v>
                </c:pt>
                <c:pt idx="154">
                  <c:v>1.19868555</c:v>
                </c:pt>
                <c:pt idx="155">
                  <c:v>1.19918252</c:v>
                </c:pt>
                <c:pt idx="156">
                  <c:v>1.19956205</c:v>
                </c:pt>
                <c:pt idx="157">
                  <c:v>1.19982411</c:v>
                </c:pt>
                <c:pt idx="158">
                  <c:v>1.19996867</c:v>
                </c:pt>
                <c:pt idx="159">
                  <c:v>1.19999572</c:v>
                </c:pt>
                <c:pt idx="160">
                  <c:v>1.19990525</c:v>
                </c:pt>
                <c:pt idx="161">
                  <c:v>1.19969728</c:v>
                </c:pt>
                <c:pt idx="162">
                  <c:v>1.19937182</c:v>
                </c:pt>
                <c:pt idx="163">
                  <c:v>1.1989289</c:v>
                </c:pt>
                <c:pt idx="164">
                  <c:v>1.19836857</c:v>
                </c:pt>
                <c:pt idx="165">
                  <c:v>1.19769088</c:v>
                </c:pt>
                <c:pt idx="166">
                  <c:v>1.19689591</c:v>
                </c:pt>
                <c:pt idx="167">
                  <c:v>1.19598372</c:v>
                </c:pt>
                <c:pt idx="168">
                  <c:v>1.19495441</c:v>
                </c:pt>
                <c:pt idx="169">
                  <c:v>1.19380807</c:v>
                </c:pt>
                <c:pt idx="170">
                  <c:v>1.19254483</c:v>
                </c:pt>
                <c:pt idx="171">
                  <c:v>1.1911648</c:v>
                </c:pt>
                <c:pt idx="172">
                  <c:v>1.18966812</c:v>
                </c:pt>
                <c:pt idx="173">
                  <c:v>1.18805493</c:v>
                </c:pt>
                <c:pt idx="174">
                  <c:v>1.1863254</c:v>
                </c:pt>
                <c:pt idx="175">
                  <c:v>1.18447969</c:v>
                </c:pt>
                <c:pt idx="176">
                  <c:v>1.18251799</c:v>
                </c:pt>
                <c:pt idx="177">
                  <c:v>1.18044047</c:v>
                </c:pt>
                <c:pt idx="178">
                  <c:v>1.17824736</c:v>
                </c:pt>
                <c:pt idx="179">
                  <c:v>1.17593887</c:v>
                </c:pt>
                <c:pt idx="180">
                  <c:v>1.17351521</c:v>
                </c:pt>
                <c:pt idx="181">
                  <c:v>1.17097663</c:v>
                </c:pt>
                <c:pt idx="182">
                  <c:v>1.16832337</c:v>
                </c:pt>
                <c:pt idx="183">
                  <c:v>1.1655557</c:v>
                </c:pt>
                <c:pt idx="184">
                  <c:v>1.16267389</c:v>
                </c:pt>
                <c:pt idx="185">
                  <c:v>1.15967822</c:v>
                </c:pt>
                <c:pt idx="186">
                  <c:v>1.15656898</c:v>
                </c:pt>
                <c:pt idx="187">
                  <c:v>1.15334647</c:v>
                </c:pt>
                <c:pt idx="188">
                  <c:v>1.15001102</c:v>
                </c:pt>
                <c:pt idx="189">
                  <c:v>1.14656295</c:v>
                </c:pt>
                <c:pt idx="190">
                  <c:v>1.14300259</c:v>
                </c:pt>
                <c:pt idx="191">
                  <c:v>1.1393303</c:v>
                </c:pt>
                <c:pt idx="192">
                  <c:v>1.13554643</c:v>
                </c:pt>
                <c:pt idx="193">
                  <c:v>1.13165136</c:v>
                </c:pt>
                <c:pt idx="194">
                  <c:v>1.12764547</c:v>
                </c:pt>
                <c:pt idx="195">
                  <c:v>1.12352915</c:v>
                </c:pt>
                <c:pt idx="196">
                  <c:v>1.1193028</c:v>
                </c:pt>
                <c:pt idx="197">
                  <c:v>1.11496683</c:v>
                </c:pt>
                <c:pt idx="198">
                  <c:v>1.11052168</c:v>
                </c:pt>
                <c:pt idx="199">
                  <c:v>1.10596777</c:v>
                </c:pt>
                <c:pt idx="200">
                  <c:v>1.10130555</c:v>
                </c:pt>
                <c:pt idx="201">
                  <c:v>1.09653548</c:v>
                </c:pt>
                <c:pt idx="202">
                  <c:v>1.09165803</c:v>
                </c:pt>
                <c:pt idx="203">
                  <c:v>1.08667367</c:v>
                </c:pt>
                <c:pt idx="204">
                  <c:v>1.0815829</c:v>
                </c:pt>
                <c:pt idx="205">
                  <c:v>1.0763862</c:v>
                </c:pt>
                <c:pt idx="206">
                  <c:v>1.0710841</c:v>
                </c:pt>
                <c:pt idx="207">
                  <c:v>1.0656771</c:v>
                </c:pt>
                <c:pt idx="208">
                  <c:v>1.06016574</c:v>
                </c:pt>
                <c:pt idx="209">
                  <c:v>1.05455055</c:v>
                </c:pt>
                <c:pt idx="210">
                  <c:v>1.0488321</c:v>
                </c:pt>
                <c:pt idx="211">
                  <c:v>1.04301093</c:v>
                </c:pt>
                <c:pt idx="212">
                  <c:v>1.03708762</c:v>
                </c:pt>
                <c:pt idx="213">
                  <c:v>1.03106275</c:v>
                </c:pt>
                <c:pt idx="214">
                  <c:v>1.0249369</c:v>
                </c:pt>
                <c:pt idx="215">
                  <c:v>1.01871068</c:v>
                </c:pt>
                <c:pt idx="216">
                  <c:v>1.0123847</c:v>
                </c:pt>
                <c:pt idx="217">
                  <c:v>1.00595958</c:v>
                </c:pt>
                <c:pt idx="218">
                  <c:v>0.99943594</c:v>
                </c:pt>
                <c:pt idx="219">
                  <c:v>0.99281443</c:v>
                </c:pt>
                <c:pt idx="220">
                  <c:v>0.98609569</c:v>
                </c:pt>
                <c:pt idx="221">
                  <c:v>0.97928038</c:v>
                </c:pt>
                <c:pt idx="222">
                  <c:v>0.97236917</c:v>
                </c:pt>
                <c:pt idx="223">
                  <c:v>0.96536274</c:v>
                </c:pt>
                <c:pt idx="224">
                  <c:v>0.95826177</c:v>
                </c:pt>
                <c:pt idx="225">
                  <c:v>0.95106695</c:v>
                </c:pt>
                <c:pt idx="226">
                  <c:v>0.943779</c:v>
                </c:pt>
                <c:pt idx="227">
                  <c:v>0.93639862</c:v>
                </c:pt>
                <c:pt idx="228">
                  <c:v>0.92892654</c:v>
                </c:pt>
                <c:pt idx="229">
                  <c:v>0.92136349</c:v>
                </c:pt>
                <c:pt idx="230">
                  <c:v>0.91371021</c:v>
                </c:pt>
                <c:pt idx="231">
                  <c:v>0.90596745</c:v>
                </c:pt>
                <c:pt idx="232">
                  <c:v>0.89813597</c:v>
                </c:pt>
                <c:pt idx="233">
                  <c:v>0.89021654</c:v>
                </c:pt>
                <c:pt idx="234">
                  <c:v>0.88220992</c:v>
                </c:pt>
                <c:pt idx="235">
                  <c:v>0.87411691</c:v>
                </c:pt>
                <c:pt idx="236">
                  <c:v>0.8659383</c:v>
                </c:pt>
                <c:pt idx="237">
                  <c:v>0.85767489</c:v>
                </c:pt>
                <c:pt idx="238">
                  <c:v>0.84932748</c:v>
                </c:pt>
                <c:pt idx="239">
                  <c:v>0.8408969</c:v>
                </c:pt>
                <c:pt idx="240">
                  <c:v>0.83238397</c:v>
                </c:pt>
                <c:pt idx="241">
                  <c:v>0.82378952</c:v>
                </c:pt>
                <c:pt idx="242">
                  <c:v>0.8151144</c:v>
                </c:pt>
                <c:pt idx="243">
                  <c:v>0.80635945</c:v>
                </c:pt>
                <c:pt idx="244">
                  <c:v>0.79752554</c:v>
                </c:pt>
                <c:pt idx="245">
                  <c:v>0.78861353</c:v>
                </c:pt>
                <c:pt idx="246">
                  <c:v>0.77962429</c:v>
                </c:pt>
                <c:pt idx="247">
                  <c:v>0.77055869</c:v>
                </c:pt>
                <c:pt idx="248">
                  <c:v>0.76141764</c:v>
                </c:pt>
                <c:pt idx="249">
                  <c:v>0.75220202</c:v>
                </c:pt>
                <c:pt idx="250">
                  <c:v>0.74291274</c:v>
                </c:pt>
                <c:pt idx="251">
                  <c:v>0.7335507</c:v>
                </c:pt>
                <c:pt idx="252">
                  <c:v>0.72411683</c:v>
                </c:pt>
                <c:pt idx="253">
                  <c:v>0.71461204</c:v>
                </c:pt>
                <c:pt idx="254">
                  <c:v>0.70503728</c:v>
                </c:pt>
                <c:pt idx="255">
                  <c:v>0.69539346</c:v>
                </c:pt>
                <c:pt idx="256">
                  <c:v>0.68568155</c:v>
                </c:pt>
                <c:pt idx="257">
                  <c:v>0.67590249</c:v>
                </c:pt>
                <c:pt idx="258">
                  <c:v>0.66605723</c:v>
                </c:pt>
                <c:pt idx="259">
                  <c:v>0.65614675</c:v>
                </c:pt>
                <c:pt idx="260">
                  <c:v>0.64617202</c:v>
                </c:pt>
                <c:pt idx="261">
                  <c:v>0.636134</c:v>
                </c:pt>
                <c:pt idx="262">
                  <c:v>0.62603369</c:v>
                </c:pt>
                <c:pt idx="263">
                  <c:v>0.61587206</c:v>
                </c:pt>
                <c:pt idx="264">
                  <c:v>0.60565013</c:v>
                </c:pt>
                <c:pt idx="265">
                  <c:v>0.59536888</c:v>
                </c:pt>
                <c:pt idx="266">
                  <c:v>0.58502933</c:v>
                </c:pt>
                <c:pt idx="267">
                  <c:v>0.57463249</c:v>
                </c:pt>
                <c:pt idx="268">
                  <c:v>0.56417938</c:v>
                </c:pt>
                <c:pt idx="269">
                  <c:v>0.55367101</c:v>
                </c:pt>
                <c:pt idx="270">
                  <c:v>0.54310842</c:v>
                </c:pt>
                <c:pt idx="271">
                  <c:v>0.53249265</c:v>
                </c:pt>
                <c:pt idx="272">
                  <c:v>0.52182472</c:v>
                </c:pt>
                <c:pt idx="273">
                  <c:v>0.5111057</c:v>
                </c:pt>
                <c:pt idx="274">
                  <c:v>0.50033662</c:v>
                </c:pt>
                <c:pt idx="275">
                  <c:v>0.48951855</c:v>
                </c:pt>
                <c:pt idx="276">
                  <c:v>0.47865253</c:v>
                </c:pt>
                <c:pt idx="277">
                  <c:v>0.46773964</c:v>
                </c:pt>
                <c:pt idx="278">
                  <c:v>0.45678095</c:v>
                </c:pt>
                <c:pt idx="279">
                  <c:v>0.44577752</c:v>
                </c:pt>
                <c:pt idx="280">
                  <c:v>0.43473044</c:v>
                </c:pt>
                <c:pt idx="281">
                  <c:v>0.42364078</c:v>
                </c:pt>
                <c:pt idx="282">
                  <c:v>0.41250964</c:v>
                </c:pt>
                <c:pt idx="283">
                  <c:v>0.4013381</c:v>
                </c:pt>
                <c:pt idx="284">
                  <c:v>0.39012726</c:v>
                </c:pt>
                <c:pt idx="285">
                  <c:v>0.37887821</c:v>
                </c:pt>
                <c:pt idx="286">
                  <c:v>0.36759206</c:v>
                </c:pt>
                <c:pt idx="287">
                  <c:v>0.35626991</c:v>
                </c:pt>
                <c:pt idx="288">
                  <c:v>0.34491287</c:v>
                </c:pt>
                <c:pt idx="289">
                  <c:v>0.33352205</c:v>
                </c:pt>
                <c:pt idx="290">
                  <c:v>0.32209857</c:v>
                </c:pt>
                <c:pt idx="291">
                  <c:v>0.31064354</c:v>
                </c:pt>
                <c:pt idx="292">
                  <c:v>0.2991581</c:v>
                </c:pt>
                <c:pt idx="293">
                  <c:v>0.28764336</c:v>
                </c:pt>
                <c:pt idx="294">
                  <c:v>0.27610045</c:v>
                </c:pt>
                <c:pt idx="295">
                  <c:v>0.2645305</c:v>
                </c:pt>
                <c:pt idx="296">
                  <c:v>0.25293465</c:v>
                </c:pt>
                <c:pt idx="297">
                  <c:v>0.24131402</c:v>
                </c:pt>
                <c:pt idx="298">
                  <c:v>0.22966977</c:v>
                </c:pt>
                <c:pt idx="299">
                  <c:v>0.21800302</c:v>
                </c:pt>
                <c:pt idx="300">
                  <c:v>0.20631492</c:v>
                </c:pt>
                <c:pt idx="301">
                  <c:v>0.19460662</c:v>
                </c:pt>
                <c:pt idx="302">
                  <c:v>0.18287926</c:v>
                </c:pt>
                <c:pt idx="303">
                  <c:v>0.17113399</c:v>
                </c:pt>
                <c:pt idx="304">
                  <c:v>0.15937196</c:v>
                </c:pt>
                <c:pt idx="305">
                  <c:v>0.14759433</c:v>
                </c:pt>
                <c:pt idx="306">
                  <c:v>0.13580224</c:v>
                </c:pt>
                <c:pt idx="307">
                  <c:v>0.12399685</c:v>
                </c:pt>
                <c:pt idx="308">
                  <c:v>0.11217932</c:v>
                </c:pt>
                <c:pt idx="309">
                  <c:v>0.1003508</c:v>
                </c:pt>
                <c:pt idx="310">
                  <c:v>0.08851246</c:v>
                </c:pt>
                <c:pt idx="311">
                  <c:v>0.07666544</c:v>
                </c:pt>
                <c:pt idx="312">
                  <c:v>0.06481092</c:v>
                </c:pt>
                <c:pt idx="313">
                  <c:v>0.05295005</c:v>
                </c:pt>
                <c:pt idx="314">
                  <c:v>0.041084</c:v>
                </c:pt>
                <c:pt idx="315">
                  <c:v>0.02921393</c:v>
                </c:pt>
                <c:pt idx="316">
                  <c:v>0.01734099</c:v>
                </c:pt>
                <c:pt idx="317">
                  <c:v>0.00546635</c:v>
                </c:pt>
                <c:pt idx="318">
                  <c:v>-0.00640882</c:v>
                </c:pt>
                <c:pt idx="319">
                  <c:v>-0.01828336</c:v>
                </c:pt>
                <c:pt idx="320">
                  <c:v>-0.03015611</c:v>
                </c:pt>
                <c:pt idx="321">
                  <c:v>-0.04202591</c:v>
                </c:pt>
                <c:pt idx="322">
                  <c:v>-0.0538916</c:v>
                </c:pt>
                <c:pt idx="323">
                  <c:v>-0.065752</c:v>
                </c:pt>
                <c:pt idx="324">
                  <c:v>-0.07760597</c:v>
                </c:pt>
                <c:pt idx="325">
                  <c:v>-0.08945234</c:v>
                </c:pt>
                <c:pt idx="326">
                  <c:v>-0.10128995</c:v>
                </c:pt>
                <c:pt idx="327">
                  <c:v>-0.11311763</c:v>
                </c:pt>
                <c:pt idx="328">
                  <c:v>-0.12493424</c:v>
                </c:pt>
                <c:pt idx="329">
                  <c:v>-0.13673862</c:v>
                </c:pt>
                <c:pt idx="330">
                  <c:v>-0.1485296</c:v>
                </c:pt>
                <c:pt idx="331">
                  <c:v>-0.16030604</c:v>
                </c:pt>
                <c:pt idx="332">
                  <c:v>-0.17206678</c:v>
                </c:pt>
                <c:pt idx="333">
                  <c:v>-0.18381067</c:v>
                </c:pt>
                <c:pt idx="334">
                  <c:v>-0.19553656</c:v>
                </c:pt>
                <c:pt idx="335">
                  <c:v>-0.2072433</c:v>
                </c:pt>
                <c:pt idx="336">
                  <c:v>-0.21892974</c:v>
                </c:pt>
                <c:pt idx="337">
                  <c:v>-0.23059475</c:v>
                </c:pt>
                <c:pt idx="338">
                  <c:v>-0.24223717</c:v>
                </c:pt>
                <c:pt idx="339">
                  <c:v>-0.25385587</c:v>
                </c:pt>
                <c:pt idx="340">
                  <c:v>-0.26544971</c:v>
                </c:pt>
                <c:pt idx="341">
                  <c:v>-0.27701756</c:v>
                </c:pt>
                <c:pt idx="342">
                  <c:v>-0.28855827</c:v>
                </c:pt>
                <c:pt idx="343">
                  <c:v>-0.30007073</c:v>
                </c:pt>
                <c:pt idx="344">
                  <c:v>-0.3115538</c:v>
                </c:pt>
                <c:pt idx="345">
                  <c:v>-0.32300636</c:v>
                </c:pt>
                <c:pt idx="346">
                  <c:v>-0.33442729</c:v>
                </c:pt>
                <c:pt idx="347">
                  <c:v>-0.34581547</c:v>
                </c:pt>
                <c:pt idx="348">
                  <c:v>-0.35716978</c:v>
                </c:pt>
                <c:pt idx="349">
                  <c:v>-0.36848911</c:v>
                </c:pt>
                <c:pt idx="350">
                  <c:v>-0.37977236</c:v>
                </c:pt>
                <c:pt idx="351">
                  <c:v>-0.39101842</c:v>
                </c:pt>
                <c:pt idx="352">
                  <c:v>-0.40222618</c:v>
                </c:pt>
                <c:pt idx="353">
                  <c:v>-0.41339456</c:v>
                </c:pt>
                <c:pt idx="354">
                  <c:v>-0.42452245</c:v>
                </c:pt>
                <c:pt idx="355">
                  <c:v>-0.43560876</c:v>
                </c:pt>
                <c:pt idx="356">
                  <c:v>-0.44665242</c:v>
                </c:pt>
                <c:pt idx="357">
                  <c:v>-0.45765234</c:v>
                </c:pt>
                <c:pt idx="358">
                  <c:v>-0.46860743</c:v>
                </c:pt>
                <c:pt idx="359">
                  <c:v>-0.47951664</c:v>
                </c:pt>
                <c:pt idx="360">
                  <c:v>-0.49037889</c:v>
                </c:pt>
                <c:pt idx="361">
                  <c:v>-0.50119311</c:v>
                </c:pt>
                <c:pt idx="362">
                  <c:v>-0.51195826</c:v>
                </c:pt>
                <c:pt idx="363">
                  <c:v>-0.52267327</c:v>
                </c:pt>
                <c:pt idx="364">
                  <c:v>-0.53333709</c:v>
                </c:pt>
                <c:pt idx="365">
                  <c:v>-0.54394868</c:v>
                </c:pt>
                <c:pt idx="366">
                  <c:v>-0.554507</c:v>
                </c:pt>
                <c:pt idx="367">
                  <c:v>-0.56501102</c:v>
                </c:pt>
                <c:pt idx="368">
                  <c:v>-0.57545971</c:v>
                </c:pt>
                <c:pt idx="369">
                  <c:v>-0.58585204</c:v>
                </c:pt>
                <c:pt idx="370">
                  <c:v>-0.596187</c:v>
                </c:pt>
                <c:pt idx="371">
                  <c:v>-0.60646357</c:v>
                </c:pt>
                <c:pt idx="372">
                  <c:v>-0.61668076</c:v>
                </c:pt>
                <c:pt idx="373">
                  <c:v>-0.62683755</c:v>
                </c:pt>
                <c:pt idx="374">
                  <c:v>-0.63693296</c:v>
                </c:pt>
                <c:pt idx="375">
                  <c:v>-0.64696599</c:v>
                </c:pt>
                <c:pt idx="376">
                  <c:v>-0.65693566</c:v>
                </c:pt>
                <c:pt idx="377">
                  <c:v>-0.666841</c:v>
                </c:pt>
                <c:pt idx="378">
                  <c:v>-0.67668103</c:v>
                </c:pt>
                <c:pt idx="379">
                  <c:v>-0.6864548</c:v>
                </c:pt>
                <c:pt idx="380">
                  <c:v>-0.69616135</c:v>
                </c:pt>
                <c:pt idx="381">
                  <c:v>-0.70579971</c:v>
                </c:pt>
                <c:pt idx="382">
                  <c:v>-0.71536896</c:v>
                </c:pt>
                <c:pt idx="383">
                  <c:v>-0.72486815</c:v>
                </c:pt>
                <c:pt idx="384">
                  <c:v>-0.73429636</c:v>
                </c:pt>
                <c:pt idx="385">
                  <c:v>-0.74365265</c:v>
                </c:pt>
                <c:pt idx="386">
                  <c:v>-0.75293612</c:v>
                </c:pt>
                <c:pt idx="387">
                  <c:v>-0.76214586</c:v>
                </c:pt>
                <c:pt idx="388">
                  <c:v>-0.77128095</c:v>
                </c:pt>
                <c:pt idx="389">
                  <c:v>-0.78034052</c:v>
                </c:pt>
                <c:pt idx="390">
                  <c:v>-0.78932366</c:v>
                </c:pt>
                <c:pt idx="391">
                  <c:v>-0.79822951</c:v>
                </c:pt>
                <c:pt idx="392">
                  <c:v>-0.80705719</c:v>
                </c:pt>
                <c:pt idx="393">
                  <c:v>-0.81580583</c:v>
                </c:pt>
                <c:pt idx="394">
                  <c:v>-0.82447458</c:v>
                </c:pt>
                <c:pt idx="395">
                  <c:v>-0.83306259</c:v>
                </c:pt>
                <c:pt idx="396">
                  <c:v>-0.84156901</c:v>
                </c:pt>
                <c:pt idx="397">
                  <c:v>-0.84999302</c:v>
                </c:pt>
                <c:pt idx="398">
                  <c:v>-0.85833379</c:v>
                </c:pt>
                <c:pt idx="399">
                  <c:v>-0.86659051</c:v>
                </c:pt>
                <c:pt idx="400">
                  <c:v>-0.87476235</c:v>
                </c:pt>
              </c:numCache>
            </c:numRef>
          </c:yVal>
        </c:ser>
        <c:ser>
          <c:idx val="2"/>
          <c:order val="2"/>
          <c:tx>
            <c:v>Time lead = 3.86 ms</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Data'!$E$2:$E$3</c:f>
              <c:numCache>
                <c:formatCode>General</c:formatCode>
                <c:ptCount val="2"/>
                <c:pt idx="0">
                  <c:v>10.0308642</c:v>
                </c:pt>
                <c:pt idx="1">
                  <c:v>13.88888889</c:v>
                </c:pt>
              </c:numCache>
            </c:numRef>
          </c:xVal>
          <c:yVal>
            <c:numRef>
              <c:f>'Chart Data'!$F$2:$F$3</c:f>
              <c:numCache>
                <c:formatCode>0.0</c:formatCode>
                <c:ptCount val="2"/>
                <c:pt idx="0">
                  <c:v>1.42</c:v>
                </c:pt>
                <c:pt idx="1">
                  <c:v>1.42</c:v>
                </c:pt>
              </c:numCache>
            </c:numRef>
          </c:yVal>
        </c:ser>
        <c:ser>
          <c:idx val="3"/>
          <c:order val="3"/>
          <c:tx>
            <c:v>Peak guides</c:v>
          </c:tx>
          <c:spPr>
            <a:ln xmlns:a="http://schemas.openxmlformats.org/drawingml/2006/main" w="9525">
              <a:solidFill>
                <a:srgbClr val="881C1C"/>
              </a:solidFill>
            </a:ln>
          </c:spPr>
          <c:marker>
            <c:symbol val="none"/>
            <c:size val="7"/>
            <c:spPr>
              <a:solidFill xmlns:a="http://schemas.openxmlformats.org/drawingml/2006/main">
                <a:srgbClr val="881C1C"/>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1.42</c:v>
                </c:pt>
              </c:numCache>
            </c:numRef>
          </c:yVal>
        </c:ser>
        <c:ser>
          <c:idx val="4"/>
          <c:order val="4"/>
          <c:tx>
            <c:v>Reference peak guide</c:v>
          </c:tx>
          <c:spPr>
            <a:ln xmlns:a="http://schemas.openxmlformats.org/drawingml/2006/main" w="9525">
              <a:solidFill>
                <a:srgbClr val="929292"/>
              </a:solidFill>
            </a:ln>
          </c:spPr>
          <c:marker>
            <c:symbol val="none"/>
            <c:size val="7"/>
            <c:spPr>
              <a:solidFill xmlns:a="http://schemas.openxmlformats.org/drawingml/2006/main">
                <a:srgbClr val="929292"/>
              </a:solidFill>
            </c:spPr>
          </c:marker>
          <c:xVal>
            <c:numRef>
              <c:f>'Chart Data'!$I$2:$I$3</c:f>
              <c:numCache>
                <c:formatCode>General</c:formatCode>
                <c:ptCount val="2"/>
                <c:pt idx="0">
                  <c:v>13.88888889</c:v>
                </c:pt>
                <c:pt idx="1">
                  <c:v>13.88888889</c:v>
                </c:pt>
              </c:numCache>
            </c:numRef>
          </c:xVal>
          <c:yVal>
            <c:numRef>
              <c:f>'Chart Data'!$J$2:$J$3</c:f>
              <c:numCache>
                <c:formatCode>0.0</c:formatCode>
                <c:ptCount val="2"/>
                <c:pt idx="0">
                  <c:v>1.2</c:v>
                </c:pt>
                <c:pt idx="1">
                  <c:v>1.42</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2"/>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7"/>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er>
          <c:idx val="0"/>
          <c:order val="0"/>
          <c:tx>
            <c:v>Dense reference</c:v>
          </c:tx>
          <c:spPr>
            <a:ln xmlns:a="http://schemas.openxmlformats.org/drawingml/2006/main" w="19050">
              <a:solidFill>
                <a:srgbClr val="AEB2B7"/>
              </a:solidFill>
            </a:ln>
          </c:spPr>
          <c:marker>
            <c:symbol val="none"/>
          </c:marker>
          <c:xVal>
            <c:numRef>
              <c:f>'Chart Data'!$A$2:$A$602</c:f>
              <c:numCache>
                <c:formatCode>General</c:formatCode>
                <c:ptCount val="601"/>
                <c:pt idx="0">
                  <c:v>0</c:v>
                </c:pt>
                <c:pt idx="1">
                  <c:v>0.00033333</c:v>
                </c:pt>
                <c:pt idx="2">
                  <c:v>0.00066667</c:v>
                </c:pt>
                <c:pt idx="3">
                  <c:v>0.001</c:v>
                </c:pt>
                <c:pt idx="4">
                  <c:v>0.00133333</c:v>
                </c:pt>
                <c:pt idx="5">
                  <c:v>0.00166667</c:v>
                </c:pt>
                <c:pt idx="6">
                  <c:v>0.002</c:v>
                </c:pt>
                <c:pt idx="7">
                  <c:v>0.00233333</c:v>
                </c:pt>
                <c:pt idx="8">
                  <c:v>0.00266667</c:v>
                </c:pt>
                <c:pt idx="9">
                  <c:v>0.003</c:v>
                </c:pt>
                <c:pt idx="10">
                  <c:v>0.00333333</c:v>
                </c:pt>
                <c:pt idx="11">
                  <c:v>0.00366667</c:v>
                </c:pt>
                <c:pt idx="12">
                  <c:v>0.004</c:v>
                </c:pt>
                <c:pt idx="13">
                  <c:v>0.00433333</c:v>
                </c:pt>
                <c:pt idx="14">
                  <c:v>0.00466667</c:v>
                </c:pt>
                <c:pt idx="15">
                  <c:v>0.005</c:v>
                </c:pt>
                <c:pt idx="16">
                  <c:v>0.00533333</c:v>
                </c:pt>
                <c:pt idx="17">
                  <c:v>0.00566667</c:v>
                </c:pt>
                <c:pt idx="18">
                  <c:v>0.006</c:v>
                </c:pt>
                <c:pt idx="19">
                  <c:v>0.00633333</c:v>
                </c:pt>
                <c:pt idx="20">
                  <c:v>0.00666667</c:v>
                </c:pt>
                <c:pt idx="21">
                  <c:v>0.007</c:v>
                </c:pt>
                <c:pt idx="22">
                  <c:v>0.00733333</c:v>
                </c:pt>
                <c:pt idx="23">
                  <c:v>0.00766667</c:v>
                </c:pt>
                <c:pt idx="24">
                  <c:v>0.008</c:v>
                </c:pt>
                <c:pt idx="25">
                  <c:v>0.00833333</c:v>
                </c:pt>
                <c:pt idx="26">
                  <c:v>0.00866667</c:v>
                </c:pt>
                <c:pt idx="27">
                  <c:v>0.009</c:v>
                </c:pt>
                <c:pt idx="28">
                  <c:v>0.00933333</c:v>
                </c:pt>
                <c:pt idx="29">
                  <c:v>0.00966667</c:v>
                </c:pt>
                <c:pt idx="30">
                  <c:v>0.01</c:v>
                </c:pt>
                <c:pt idx="31">
                  <c:v>0.01033333</c:v>
                </c:pt>
                <c:pt idx="32">
                  <c:v>0.01066667</c:v>
                </c:pt>
                <c:pt idx="33">
                  <c:v>0.011</c:v>
                </c:pt>
                <c:pt idx="34">
                  <c:v>0.01133333</c:v>
                </c:pt>
                <c:pt idx="35">
                  <c:v>0.01166667</c:v>
                </c:pt>
                <c:pt idx="36">
                  <c:v>0.012</c:v>
                </c:pt>
                <c:pt idx="37">
                  <c:v>0.01233333</c:v>
                </c:pt>
                <c:pt idx="38">
                  <c:v>0.01266667</c:v>
                </c:pt>
                <c:pt idx="39">
                  <c:v>0.013</c:v>
                </c:pt>
                <c:pt idx="40">
                  <c:v>0.01333333</c:v>
                </c:pt>
                <c:pt idx="41">
                  <c:v>0.01366667</c:v>
                </c:pt>
                <c:pt idx="42">
                  <c:v>0.014</c:v>
                </c:pt>
                <c:pt idx="43">
                  <c:v>0.01433333</c:v>
                </c:pt>
                <c:pt idx="44">
                  <c:v>0.01466667</c:v>
                </c:pt>
                <c:pt idx="45">
                  <c:v>0.015</c:v>
                </c:pt>
                <c:pt idx="46">
                  <c:v>0.01533333</c:v>
                </c:pt>
                <c:pt idx="47">
                  <c:v>0.01566667</c:v>
                </c:pt>
                <c:pt idx="48">
                  <c:v>0.016</c:v>
                </c:pt>
                <c:pt idx="49">
                  <c:v>0.01633333</c:v>
                </c:pt>
                <c:pt idx="50">
                  <c:v>0.01666667</c:v>
                </c:pt>
                <c:pt idx="51">
                  <c:v>0.017</c:v>
                </c:pt>
                <c:pt idx="52">
                  <c:v>0.01733333</c:v>
                </c:pt>
                <c:pt idx="53">
                  <c:v>0.01766667</c:v>
                </c:pt>
                <c:pt idx="54">
                  <c:v>0.018</c:v>
                </c:pt>
                <c:pt idx="55">
                  <c:v>0.01833333</c:v>
                </c:pt>
                <c:pt idx="56">
                  <c:v>0.01866667</c:v>
                </c:pt>
                <c:pt idx="57">
                  <c:v>0.019</c:v>
                </c:pt>
                <c:pt idx="58">
                  <c:v>0.01933333</c:v>
                </c:pt>
                <c:pt idx="59">
                  <c:v>0.01966667</c:v>
                </c:pt>
                <c:pt idx="60">
                  <c:v>0.02</c:v>
                </c:pt>
                <c:pt idx="61">
                  <c:v>0.02033333</c:v>
                </c:pt>
                <c:pt idx="62">
                  <c:v>0.02066667</c:v>
                </c:pt>
                <c:pt idx="63">
                  <c:v>0.021</c:v>
                </c:pt>
                <c:pt idx="64">
                  <c:v>0.02133333</c:v>
                </c:pt>
                <c:pt idx="65">
                  <c:v>0.02166667</c:v>
                </c:pt>
                <c:pt idx="66">
                  <c:v>0.022</c:v>
                </c:pt>
                <c:pt idx="67">
                  <c:v>0.02233333</c:v>
                </c:pt>
                <c:pt idx="68">
                  <c:v>0.02266667</c:v>
                </c:pt>
                <c:pt idx="69">
                  <c:v>0.023</c:v>
                </c:pt>
                <c:pt idx="70">
                  <c:v>0.02333333</c:v>
                </c:pt>
                <c:pt idx="71">
                  <c:v>0.02366667</c:v>
                </c:pt>
                <c:pt idx="72">
                  <c:v>0.024</c:v>
                </c:pt>
                <c:pt idx="73">
                  <c:v>0.02433333</c:v>
                </c:pt>
                <c:pt idx="74">
                  <c:v>0.02466667</c:v>
                </c:pt>
                <c:pt idx="75">
                  <c:v>0.025</c:v>
                </c:pt>
                <c:pt idx="76">
                  <c:v>0.02533333</c:v>
                </c:pt>
                <c:pt idx="77">
                  <c:v>0.02566667</c:v>
                </c:pt>
                <c:pt idx="78">
                  <c:v>0.026</c:v>
                </c:pt>
                <c:pt idx="79">
                  <c:v>0.02633333</c:v>
                </c:pt>
                <c:pt idx="80">
                  <c:v>0.02666667</c:v>
                </c:pt>
                <c:pt idx="81">
                  <c:v>0.027</c:v>
                </c:pt>
                <c:pt idx="82">
                  <c:v>0.02733333</c:v>
                </c:pt>
                <c:pt idx="83">
                  <c:v>0.02766667</c:v>
                </c:pt>
                <c:pt idx="84">
                  <c:v>0.028</c:v>
                </c:pt>
                <c:pt idx="85">
                  <c:v>0.02833333</c:v>
                </c:pt>
                <c:pt idx="86">
                  <c:v>0.02866667</c:v>
                </c:pt>
                <c:pt idx="87">
                  <c:v>0.029</c:v>
                </c:pt>
                <c:pt idx="88">
                  <c:v>0.02933333</c:v>
                </c:pt>
                <c:pt idx="89">
                  <c:v>0.02966667</c:v>
                </c:pt>
                <c:pt idx="90">
                  <c:v>0.03</c:v>
                </c:pt>
                <c:pt idx="91">
                  <c:v>0.03033333</c:v>
                </c:pt>
                <c:pt idx="92">
                  <c:v>0.03066667</c:v>
                </c:pt>
                <c:pt idx="93">
                  <c:v>0.031</c:v>
                </c:pt>
                <c:pt idx="94">
                  <c:v>0.03133333</c:v>
                </c:pt>
                <c:pt idx="95">
                  <c:v>0.03166667</c:v>
                </c:pt>
                <c:pt idx="96">
                  <c:v>0.032</c:v>
                </c:pt>
                <c:pt idx="97">
                  <c:v>0.03233333</c:v>
                </c:pt>
                <c:pt idx="98">
                  <c:v>0.03266667</c:v>
                </c:pt>
                <c:pt idx="99">
                  <c:v>0.033</c:v>
                </c:pt>
                <c:pt idx="100">
                  <c:v>0.03333333</c:v>
                </c:pt>
                <c:pt idx="101">
                  <c:v>0.03366667</c:v>
                </c:pt>
                <c:pt idx="102">
                  <c:v>0.034</c:v>
                </c:pt>
                <c:pt idx="103">
                  <c:v>0.03433333</c:v>
                </c:pt>
                <c:pt idx="104">
                  <c:v>0.03466667</c:v>
                </c:pt>
                <c:pt idx="105">
                  <c:v>0.035</c:v>
                </c:pt>
                <c:pt idx="106">
                  <c:v>0.03533333</c:v>
                </c:pt>
                <c:pt idx="107">
                  <c:v>0.03566667</c:v>
                </c:pt>
                <c:pt idx="108">
                  <c:v>0.036</c:v>
                </c:pt>
                <c:pt idx="109">
                  <c:v>0.03633333</c:v>
                </c:pt>
                <c:pt idx="110">
                  <c:v>0.03666667</c:v>
                </c:pt>
                <c:pt idx="111">
                  <c:v>0.037</c:v>
                </c:pt>
                <c:pt idx="112">
                  <c:v>0.03733333</c:v>
                </c:pt>
                <c:pt idx="113">
                  <c:v>0.03766667</c:v>
                </c:pt>
                <c:pt idx="114">
                  <c:v>0.038</c:v>
                </c:pt>
                <c:pt idx="115">
                  <c:v>0.03833333</c:v>
                </c:pt>
                <c:pt idx="116">
                  <c:v>0.03866667</c:v>
                </c:pt>
                <c:pt idx="117">
                  <c:v>0.039</c:v>
                </c:pt>
                <c:pt idx="118">
                  <c:v>0.03933333</c:v>
                </c:pt>
                <c:pt idx="119">
                  <c:v>0.03966667</c:v>
                </c:pt>
                <c:pt idx="120">
                  <c:v>0.04</c:v>
                </c:pt>
                <c:pt idx="121">
                  <c:v>0.04033333</c:v>
                </c:pt>
                <c:pt idx="122">
                  <c:v>0.04066667</c:v>
                </c:pt>
                <c:pt idx="123">
                  <c:v>0.041</c:v>
                </c:pt>
                <c:pt idx="124">
                  <c:v>0.04133333</c:v>
                </c:pt>
                <c:pt idx="125">
                  <c:v>0.04166667</c:v>
                </c:pt>
                <c:pt idx="126">
                  <c:v>0.042</c:v>
                </c:pt>
                <c:pt idx="127">
                  <c:v>0.04233333</c:v>
                </c:pt>
                <c:pt idx="128">
                  <c:v>0.04266667</c:v>
                </c:pt>
                <c:pt idx="129">
                  <c:v>0.043</c:v>
                </c:pt>
                <c:pt idx="130">
                  <c:v>0.04333333</c:v>
                </c:pt>
                <c:pt idx="131">
                  <c:v>0.04366667</c:v>
                </c:pt>
                <c:pt idx="132">
                  <c:v>0.044</c:v>
                </c:pt>
                <c:pt idx="133">
                  <c:v>0.04433333</c:v>
                </c:pt>
                <c:pt idx="134">
                  <c:v>0.04466667</c:v>
                </c:pt>
                <c:pt idx="135">
                  <c:v>0.045</c:v>
                </c:pt>
                <c:pt idx="136">
                  <c:v>0.04533333</c:v>
                </c:pt>
                <c:pt idx="137">
                  <c:v>0.04566667</c:v>
                </c:pt>
                <c:pt idx="138">
                  <c:v>0.046</c:v>
                </c:pt>
                <c:pt idx="139">
                  <c:v>0.04633333</c:v>
                </c:pt>
                <c:pt idx="140">
                  <c:v>0.04666667</c:v>
                </c:pt>
                <c:pt idx="141">
                  <c:v>0.047</c:v>
                </c:pt>
                <c:pt idx="142">
                  <c:v>0.04733333</c:v>
                </c:pt>
                <c:pt idx="143">
                  <c:v>0.04766667</c:v>
                </c:pt>
                <c:pt idx="144">
                  <c:v>0.048</c:v>
                </c:pt>
                <c:pt idx="145">
                  <c:v>0.04833333</c:v>
                </c:pt>
                <c:pt idx="146">
                  <c:v>0.04866667</c:v>
                </c:pt>
                <c:pt idx="147">
                  <c:v>0.049</c:v>
                </c:pt>
                <c:pt idx="148">
                  <c:v>0.04933333</c:v>
                </c:pt>
                <c:pt idx="149">
                  <c:v>0.04966667</c:v>
                </c:pt>
                <c:pt idx="150">
                  <c:v>0.05</c:v>
                </c:pt>
                <c:pt idx="151">
                  <c:v>0.05033333</c:v>
                </c:pt>
                <c:pt idx="152">
                  <c:v>0.05066667</c:v>
                </c:pt>
                <c:pt idx="153">
                  <c:v>0.051</c:v>
                </c:pt>
                <c:pt idx="154">
                  <c:v>0.05133333</c:v>
                </c:pt>
                <c:pt idx="155">
                  <c:v>0.05166667</c:v>
                </c:pt>
                <c:pt idx="156">
                  <c:v>0.052</c:v>
                </c:pt>
                <c:pt idx="157">
                  <c:v>0.05233333</c:v>
                </c:pt>
                <c:pt idx="158">
                  <c:v>0.05266667</c:v>
                </c:pt>
                <c:pt idx="159">
                  <c:v>0.053</c:v>
                </c:pt>
                <c:pt idx="160">
                  <c:v>0.05333333</c:v>
                </c:pt>
                <c:pt idx="161">
                  <c:v>0.05366667</c:v>
                </c:pt>
                <c:pt idx="162">
                  <c:v>0.054</c:v>
                </c:pt>
                <c:pt idx="163">
                  <c:v>0.05433333</c:v>
                </c:pt>
                <c:pt idx="164">
                  <c:v>0.05466667</c:v>
                </c:pt>
                <c:pt idx="165">
                  <c:v>0.055</c:v>
                </c:pt>
                <c:pt idx="166">
                  <c:v>0.05533333</c:v>
                </c:pt>
                <c:pt idx="167">
                  <c:v>0.05566667</c:v>
                </c:pt>
                <c:pt idx="168">
                  <c:v>0.056</c:v>
                </c:pt>
                <c:pt idx="169">
                  <c:v>0.05633333</c:v>
                </c:pt>
                <c:pt idx="170">
                  <c:v>0.05666667</c:v>
                </c:pt>
                <c:pt idx="171">
                  <c:v>0.057</c:v>
                </c:pt>
                <c:pt idx="172">
                  <c:v>0.05733333</c:v>
                </c:pt>
                <c:pt idx="173">
                  <c:v>0.05766667</c:v>
                </c:pt>
                <c:pt idx="174">
                  <c:v>0.058</c:v>
                </c:pt>
                <c:pt idx="175">
                  <c:v>0.05833333</c:v>
                </c:pt>
                <c:pt idx="176">
                  <c:v>0.05866667</c:v>
                </c:pt>
                <c:pt idx="177">
                  <c:v>0.059</c:v>
                </c:pt>
                <c:pt idx="178">
                  <c:v>0.05933333</c:v>
                </c:pt>
                <c:pt idx="179">
                  <c:v>0.05966667</c:v>
                </c:pt>
                <c:pt idx="180">
                  <c:v>0.06</c:v>
                </c:pt>
                <c:pt idx="181">
                  <c:v>0.06033333</c:v>
                </c:pt>
                <c:pt idx="182">
                  <c:v>0.06066667</c:v>
                </c:pt>
                <c:pt idx="183">
                  <c:v>0.061</c:v>
                </c:pt>
                <c:pt idx="184">
                  <c:v>0.06133333</c:v>
                </c:pt>
                <c:pt idx="185">
                  <c:v>0.06166667</c:v>
                </c:pt>
                <c:pt idx="186">
                  <c:v>0.062</c:v>
                </c:pt>
                <c:pt idx="187">
                  <c:v>0.06233333</c:v>
                </c:pt>
                <c:pt idx="188">
                  <c:v>0.06266667</c:v>
                </c:pt>
                <c:pt idx="189">
                  <c:v>0.063</c:v>
                </c:pt>
                <c:pt idx="190">
                  <c:v>0.06333333</c:v>
                </c:pt>
                <c:pt idx="191">
                  <c:v>0.06366667</c:v>
                </c:pt>
                <c:pt idx="192">
                  <c:v>0.064</c:v>
                </c:pt>
                <c:pt idx="193">
                  <c:v>0.06433333</c:v>
                </c:pt>
                <c:pt idx="194">
                  <c:v>0.06466667</c:v>
                </c:pt>
                <c:pt idx="195">
                  <c:v>0.065</c:v>
                </c:pt>
                <c:pt idx="196">
                  <c:v>0.06533333</c:v>
                </c:pt>
                <c:pt idx="197">
                  <c:v>0.06566667</c:v>
                </c:pt>
                <c:pt idx="198">
                  <c:v>0.066</c:v>
                </c:pt>
                <c:pt idx="199">
                  <c:v>0.06633333</c:v>
                </c:pt>
                <c:pt idx="200">
                  <c:v>0.06666667</c:v>
                </c:pt>
                <c:pt idx="201">
                  <c:v>0.067</c:v>
                </c:pt>
                <c:pt idx="202">
                  <c:v>0.06733333</c:v>
                </c:pt>
                <c:pt idx="203">
                  <c:v>0.06766667</c:v>
                </c:pt>
                <c:pt idx="204">
                  <c:v>0.068</c:v>
                </c:pt>
                <c:pt idx="205">
                  <c:v>0.06833333</c:v>
                </c:pt>
                <c:pt idx="206">
                  <c:v>0.06866667</c:v>
                </c:pt>
                <c:pt idx="207">
                  <c:v>0.069</c:v>
                </c:pt>
                <c:pt idx="208">
                  <c:v>0.06933333</c:v>
                </c:pt>
                <c:pt idx="209">
                  <c:v>0.06966667</c:v>
                </c:pt>
                <c:pt idx="210">
                  <c:v>0.07</c:v>
                </c:pt>
                <c:pt idx="211">
                  <c:v>0.07033333</c:v>
                </c:pt>
                <c:pt idx="212">
                  <c:v>0.07066667</c:v>
                </c:pt>
                <c:pt idx="213">
                  <c:v>0.071</c:v>
                </c:pt>
                <c:pt idx="214">
                  <c:v>0.07133333</c:v>
                </c:pt>
                <c:pt idx="215">
                  <c:v>0.07166667</c:v>
                </c:pt>
                <c:pt idx="216">
                  <c:v>0.072</c:v>
                </c:pt>
                <c:pt idx="217">
                  <c:v>0.07233333</c:v>
                </c:pt>
                <c:pt idx="218">
                  <c:v>0.07266667</c:v>
                </c:pt>
                <c:pt idx="219">
                  <c:v>0.073</c:v>
                </c:pt>
                <c:pt idx="220">
                  <c:v>0.07333333</c:v>
                </c:pt>
                <c:pt idx="221">
                  <c:v>0.07366667</c:v>
                </c:pt>
                <c:pt idx="222">
                  <c:v>0.074</c:v>
                </c:pt>
                <c:pt idx="223">
                  <c:v>0.07433333</c:v>
                </c:pt>
                <c:pt idx="224">
                  <c:v>0.07466667</c:v>
                </c:pt>
                <c:pt idx="225">
                  <c:v>0.075</c:v>
                </c:pt>
                <c:pt idx="226">
                  <c:v>0.07533333</c:v>
                </c:pt>
                <c:pt idx="227">
                  <c:v>0.07566667</c:v>
                </c:pt>
                <c:pt idx="228">
                  <c:v>0.076</c:v>
                </c:pt>
                <c:pt idx="229">
                  <c:v>0.07633333</c:v>
                </c:pt>
                <c:pt idx="230">
                  <c:v>0.07666667</c:v>
                </c:pt>
                <c:pt idx="231">
                  <c:v>0.077</c:v>
                </c:pt>
                <c:pt idx="232">
                  <c:v>0.07733333</c:v>
                </c:pt>
                <c:pt idx="233">
                  <c:v>0.07766667</c:v>
                </c:pt>
                <c:pt idx="234">
                  <c:v>0.078</c:v>
                </c:pt>
                <c:pt idx="235">
                  <c:v>0.07833333</c:v>
                </c:pt>
                <c:pt idx="236">
                  <c:v>0.07866667</c:v>
                </c:pt>
                <c:pt idx="237">
                  <c:v>0.079</c:v>
                </c:pt>
                <c:pt idx="238">
                  <c:v>0.07933333</c:v>
                </c:pt>
                <c:pt idx="239">
                  <c:v>0.07966667</c:v>
                </c:pt>
                <c:pt idx="240">
                  <c:v>0.08</c:v>
                </c:pt>
                <c:pt idx="241">
                  <c:v>0.08033333</c:v>
                </c:pt>
                <c:pt idx="242">
                  <c:v>0.08066667</c:v>
                </c:pt>
                <c:pt idx="243">
                  <c:v>0.081</c:v>
                </c:pt>
                <c:pt idx="244">
                  <c:v>0.08133333</c:v>
                </c:pt>
                <c:pt idx="245">
                  <c:v>0.08166667</c:v>
                </c:pt>
                <c:pt idx="246">
                  <c:v>0.082</c:v>
                </c:pt>
                <c:pt idx="247">
                  <c:v>0.08233333</c:v>
                </c:pt>
                <c:pt idx="248">
                  <c:v>0.08266667</c:v>
                </c:pt>
                <c:pt idx="249">
                  <c:v>0.083</c:v>
                </c:pt>
                <c:pt idx="250">
                  <c:v>0.08333333</c:v>
                </c:pt>
                <c:pt idx="251">
                  <c:v>0.08366667</c:v>
                </c:pt>
                <c:pt idx="252">
                  <c:v>0.084</c:v>
                </c:pt>
                <c:pt idx="253">
                  <c:v>0.08433333</c:v>
                </c:pt>
                <c:pt idx="254">
                  <c:v>0.08466667</c:v>
                </c:pt>
                <c:pt idx="255">
                  <c:v>0.085</c:v>
                </c:pt>
                <c:pt idx="256">
                  <c:v>0.08533333</c:v>
                </c:pt>
                <c:pt idx="257">
                  <c:v>0.08566667</c:v>
                </c:pt>
                <c:pt idx="258">
                  <c:v>0.086</c:v>
                </c:pt>
                <c:pt idx="259">
                  <c:v>0.08633333</c:v>
                </c:pt>
                <c:pt idx="260">
                  <c:v>0.08666667</c:v>
                </c:pt>
                <c:pt idx="261">
                  <c:v>0.087</c:v>
                </c:pt>
                <c:pt idx="262">
                  <c:v>0.08733333</c:v>
                </c:pt>
                <c:pt idx="263">
                  <c:v>0.08766667</c:v>
                </c:pt>
                <c:pt idx="264">
                  <c:v>0.088</c:v>
                </c:pt>
                <c:pt idx="265">
                  <c:v>0.08833333</c:v>
                </c:pt>
                <c:pt idx="266">
                  <c:v>0.08866667</c:v>
                </c:pt>
                <c:pt idx="267">
                  <c:v>0.089</c:v>
                </c:pt>
                <c:pt idx="268">
                  <c:v>0.08933333</c:v>
                </c:pt>
                <c:pt idx="269">
                  <c:v>0.08966667</c:v>
                </c:pt>
                <c:pt idx="270">
                  <c:v>0.09</c:v>
                </c:pt>
                <c:pt idx="271">
                  <c:v>0.09033333</c:v>
                </c:pt>
                <c:pt idx="272">
                  <c:v>0.09066667</c:v>
                </c:pt>
                <c:pt idx="273">
                  <c:v>0.091</c:v>
                </c:pt>
                <c:pt idx="274">
                  <c:v>0.09133333</c:v>
                </c:pt>
                <c:pt idx="275">
                  <c:v>0.09166667</c:v>
                </c:pt>
                <c:pt idx="276">
                  <c:v>0.092</c:v>
                </c:pt>
                <c:pt idx="277">
                  <c:v>0.09233333</c:v>
                </c:pt>
                <c:pt idx="278">
                  <c:v>0.09266667</c:v>
                </c:pt>
                <c:pt idx="279">
                  <c:v>0.093</c:v>
                </c:pt>
                <c:pt idx="280">
                  <c:v>0.09333333</c:v>
                </c:pt>
                <c:pt idx="281">
                  <c:v>0.09366667</c:v>
                </c:pt>
                <c:pt idx="282">
                  <c:v>0.094</c:v>
                </c:pt>
                <c:pt idx="283">
                  <c:v>0.09433333</c:v>
                </c:pt>
                <c:pt idx="284">
                  <c:v>0.09466667</c:v>
                </c:pt>
                <c:pt idx="285">
                  <c:v>0.095</c:v>
                </c:pt>
                <c:pt idx="286">
                  <c:v>0.09533333</c:v>
                </c:pt>
                <c:pt idx="287">
                  <c:v>0.09566667</c:v>
                </c:pt>
                <c:pt idx="288">
                  <c:v>0.096</c:v>
                </c:pt>
                <c:pt idx="289">
                  <c:v>0.09633333</c:v>
                </c:pt>
                <c:pt idx="290">
                  <c:v>0.09666667</c:v>
                </c:pt>
                <c:pt idx="291">
                  <c:v>0.097</c:v>
                </c:pt>
                <c:pt idx="292">
                  <c:v>0.09733333</c:v>
                </c:pt>
                <c:pt idx="293">
                  <c:v>0.09766667</c:v>
                </c:pt>
                <c:pt idx="294">
                  <c:v>0.098</c:v>
                </c:pt>
                <c:pt idx="295">
                  <c:v>0.09833333</c:v>
                </c:pt>
                <c:pt idx="296">
                  <c:v>0.09866667</c:v>
                </c:pt>
                <c:pt idx="297">
                  <c:v>0.099</c:v>
                </c:pt>
                <c:pt idx="298">
                  <c:v>0.09933333</c:v>
                </c:pt>
                <c:pt idx="299">
                  <c:v>0.09966667</c:v>
                </c:pt>
                <c:pt idx="300">
                  <c:v>0.1</c:v>
                </c:pt>
                <c:pt idx="301">
                  <c:v>0.10033333</c:v>
                </c:pt>
                <c:pt idx="302">
                  <c:v>0.10066667</c:v>
                </c:pt>
                <c:pt idx="303">
                  <c:v>0.101</c:v>
                </c:pt>
                <c:pt idx="304">
                  <c:v>0.10133333</c:v>
                </c:pt>
                <c:pt idx="305">
                  <c:v>0.10166667</c:v>
                </c:pt>
                <c:pt idx="306">
                  <c:v>0.102</c:v>
                </c:pt>
                <c:pt idx="307">
                  <c:v>0.10233333</c:v>
                </c:pt>
                <c:pt idx="308">
                  <c:v>0.10266667</c:v>
                </c:pt>
                <c:pt idx="309">
                  <c:v>0.103</c:v>
                </c:pt>
                <c:pt idx="310">
                  <c:v>0.10333333</c:v>
                </c:pt>
                <c:pt idx="311">
                  <c:v>0.10366667</c:v>
                </c:pt>
                <c:pt idx="312">
                  <c:v>0.104</c:v>
                </c:pt>
                <c:pt idx="313">
                  <c:v>0.10433333</c:v>
                </c:pt>
                <c:pt idx="314">
                  <c:v>0.10466667</c:v>
                </c:pt>
                <c:pt idx="315">
                  <c:v>0.105</c:v>
                </c:pt>
                <c:pt idx="316">
                  <c:v>0.10533333</c:v>
                </c:pt>
                <c:pt idx="317">
                  <c:v>0.10566667</c:v>
                </c:pt>
                <c:pt idx="318">
                  <c:v>0.106</c:v>
                </c:pt>
                <c:pt idx="319">
                  <c:v>0.10633333</c:v>
                </c:pt>
                <c:pt idx="320">
                  <c:v>0.10666667</c:v>
                </c:pt>
                <c:pt idx="321">
                  <c:v>0.107</c:v>
                </c:pt>
                <c:pt idx="322">
                  <c:v>0.10733333</c:v>
                </c:pt>
                <c:pt idx="323">
                  <c:v>0.10766667</c:v>
                </c:pt>
                <c:pt idx="324">
                  <c:v>0.108</c:v>
                </c:pt>
                <c:pt idx="325">
                  <c:v>0.10833333</c:v>
                </c:pt>
                <c:pt idx="326">
                  <c:v>0.10866667</c:v>
                </c:pt>
                <c:pt idx="327">
                  <c:v>0.109</c:v>
                </c:pt>
                <c:pt idx="328">
                  <c:v>0.10933333</c:v>
                </c:pt>
                <c:pt idx="329">
                  <c:v>0.10966667</c:v>
                </c:pt>
                <c:pt idx="330">
                  <c:v>0.11</c:v>
                </c:pt>
                <c:pt idx="331">
                  <c:v>0.11033333</c:v>
                </c:pt>
                <c:pt idx="332">
                  <c:v>0.11066667</c:v>
                </c:pt>
                <c:pt idx="333">
                  <c:v>0.111</c:v>
                </c:pt>
                <c:pt idx="334">
                  <c:v>0.11133333</c:v>
                </c:pt>
                <c:pt idx="335">
                  <c:v>0.11166667</c:v>
                </c:pt>
                <c:pt idx="336">
                  <c:v>0.112</c:v>
                </c:pt>
                <c:pt idx="337">
                  <c:v>0.11233333</c:v>
                </c:pt>
                <c:pt idx="338">
                  <c:v>0.11266667</c:v>
                </c:pt>
                <c:pt idx="339">
                  <c:v>0.113</c:v>
                </c:pt>
                <c:pt idx="340">
                  <c:v>0.11333333</c:v>
                </c:pt>
                <c:pt idx="341">
                  <c:v>0.11366667</c:v>
                </c:pt>
                <c:pt idx="342">
                  <c:v>0.114</c:v>
                </c:pt>
                <c:pt idx="343">
                  <c:v>0.11433333</c:v>
                </c:pt>
                <c:pt idx="344">
                  <c:v>0.11466667</c:v>
                </c:pt>
                <c:pt idx="345">
                  <c:v>0.115</c:v>
                </c:pt>
                <c:pt idx="346">
                  <c:v>0.11533333</c:v>
                </c:pt>
                <c:pt idx="347">
                  <c:v>0.11566667</c:v>
                </c:pt>
                <c:pt idx="348">
                  <c:v>0.116</c:v>
                </c:pt>
                <c:pt idx="349">
                  <c:v>0.11633333</c:v>
                </c:pt>
                <c:pt idx="350">
                  <c:v>0.11666667</c:v>
                </c:pt>
                <c:pt idx="351">
                  <c:v>0.117</c:v>
                </c:pt>
                <c:pt idx="352">
                  <c:v>0.11733333</c:v>
                </c:pt>
                <c:pt idx="353">
                  <c:v>0.11766667</c:v>
                </c:pt>
                <c:pt idx="354">
                  <c:v>0.118</c:v>
                </c:pt>
                <c:pt idx="355">
                  <c:v>0.11833333</c:v>
                </c:pt>
                <c:pt idx="356">
                  <c:v>0.11866667</c:v>
                </c:pt>
                <c:pt idx="357">
                  <c:v>0.119</c:v>
                </c:pt>
                <c:pt idx="358">
                  <c:v>0.11933333</c:v>
                </c:pt>
                <c:pt idx="359">
                  <c:v>0.11966667</c:v>
                </c:pt>
                <c:pt idx="360">
                  <c:v>0.12</c:v>
                </c:pt>
                <c:pt idx="361">
                  <c:v>0.12033333</c:v>
                </c:pt>
                <c:pt idx="362">
                  <c:v>0.12066667</c:v>
                </c:pt>
                <c:pt idx="363">
                  <c:v>0.121</c:v>
                </c:pt>
                <c:pt idx="364">
                  <c:v>0.12133333</c:v>
                </c:pt>
                <c:pt idx="365">
                  <c:v>0.12166667</c:v>
                </c:pt>
                <c:pt idx="366">
                  <c:v>0.122</c:v>
                </c:pt>
                <c:pt idx="367">
                  <c:v>0.12233333</c:v>
                </c:pt>
                <c:pt idx="368">
                  <c:v>0.12266667</c:v>
                </c:pt>
                <c:pt idx="369">
                  <c:v>0.123</c:v>
                </c:pt>
                <c:pt idx="370">
                  <c:v>0.12333333</c:v>
                </c:pt>
                <c:pt idx="371">
                  <c:v>0.12366667</c:v>
                </c:pt>
                <c:pt idx="372">
                  <c:v>0.124</c:v>
                </c:pt>
                <c:pt idx="373">
                  <c:v>0.12433333</c:v>
                </c:pt>
                <c:pt idx="374">
                  <c:v>0.12466667</c:v>
                </c:pt>
                <c:pt idx="375">
                  <c:v>0.125</c:v>
                </c:pt>
                <c:pt idx="376">
                  <c:v>0.12533333</c:v>
                </c:pt>
                <c:pt idx="377">
                  <c:v>0.12566667</c:v>
                </c:pt>
                <c:pt idx="378">
                  <c:v>0.126</c:v>
                </c:pt>
                <c:pt idx="379">
                  <c:v>0.12633333</c:v>
                </c:pt>
                <c:pt idx="380">
                  <c:v>0.12666667</c:v>
                </c:pt>
                <c:pt idx="381">
                  <c:v>0.127</c:v>
                </c:pt>
                <c:pt idx="382">
                  <c:v>0.12733333</c:v>
                </c:pt>
                <c:pt idx="383">
                  <c:v>0.12766667</c:v>
                </c:pt>
                <c:pt idx="384">
                  <c:v>0.128</c:v>
                </c:pt>
                <c:pt idx="385">
                  <c:v>0.12833333</c:v>
                </c:pt>
                <c:pt idx="386">
                  <c:v>0.12866667</c:v>
                </c:pt>
                <c:pt idx="387">
                  <c:v>0.129</c:v>
                </c:pt>
                <c:pt idx="388">
                  <c:v>0.12933333</c:v>
                </c:pt>
                <c:pt idx="389">
                  <c:v>0.12966667</c:v>
                </c:pt>
                <c:pt idx="390">
                  <c:v>0.13</c:v>
                </c:pt>
                <c:pt idx="391">
                  <c:v>0.13033333</c:v>
                </c:pt>
                <c:pt idx="392">
                  <c:v>0.13066667</c:v>
                </c:pt>
                <c:pt idx="393">
                  <c:v>0.131</c:v>
                </c:pt>
                <c:pt idx="394">
                  <c:v>0.13133333</c:v>
                </c:pt>
                <c:pt idx="395">
                  <c:v>0.13166667</c:v>
                </c:pt>
                <c:pt idx="396">
                  <c:v>0.132</c:v>
                </c:pt>
                <c:pt idx="397">
                  <c:v>0.13233333</c:v>
                </c:pt>
                <c:pt idx="398">
                  <c:v>0.13266667</c:v>
                </c:pt>
                <c:pt idx="399">
                  <c:v>0.133</c:v>
                </c:pt>
                <c:pt idx="400">
                  <c:v>0.13333333</c:v>
                </c:pt>
                <c:pt idx="401">
                  <c:v>0.13366667</c:v>
                </c:pt>
                <c:pt idx="402">
                  <c:v>0.134</c:v>
                </c:pt>
                <c:pt idx="403">
                  <c:v>0.13433333</c:v>
                </c:pt>
                <c:pt idx="404">
                  <c:v>0.13466667</c:v>
                </c:pt>
                <c:pt idx="405">
                  <c:v>0.135</c:v>
                </c:pt>
                <c:pt idx="406">
                  <c:v>0.13533333</c:v>
                </c:pt>
                <c:pt idx="407">
                  <c:v>0.13566667</c:v>
                </c:pt>
                <c:pt idx="408">
                  <c:v>0.136</c:v>
                </c:pt>
                <c:pt idx="409">
                  <c:v>0.13633333</c:v>
                </c:pt>
                <c:pt idx="410">
                  <c:v>0.13666667</c:v>
                </c:pt>
                <c:pt idx="411">
                  <c:v>0.137</c:v>
                </c:pt>
                <c:pt idx="412">
                  <c:v>0.13733333</c:v>
                </c:pt>
                <c:pt idx="413">
                  <c:v>0.13766667</c:v>
                </c:pt>
                <c:pt idx="414">
                  <c:v>0.138</c:v>
                </c:pt>
                <c:pt idx="415">
                  <c:v>0.13833333</c:v>
                </c:pt>
                <c:pt idx="416">
                  <c:v>0.13866667</c:v>
                </c:pt>
                <c:pt idx="417">
                  <c:v>0.139</c:v>
                </c:pt>
                <c:pt idx="418">
                  <c:v>0.13933333</c:v>
                </c:pt>
                <c:pt idx="419">
                  <c:v>0.13966667</c:v>
                </c:pt>
                <c:pt idx="420">
                  <c:v>0.14</c:v>
                </c:pt>
                <c:pt idx="421">
                  <c:v>0.14033333</c:v>
                </c:pt>
                <c:pt idx="422">
                  <c:v>0.14066667</c:v>
                </c:pt>
                <c:pt idx="423">
                  <c:v>0.141</c:v>
                </c:pt>
                <c:pt idx="424">
                  <c:v>0.14133333</c:v>
                </c:pt>
                <c:pt idx="425">
                  <c:v>0.14166667</c:v>
                </c:pt>
                <c:pt idx="426">
                  <c:v>0.142</c:v>
                </c:pt>
                <c:pt idx="427">
                  <c:v>0.14233333</c:v>
                </c:pt>
                <c:pt idx="428">
                  <c:v>0.14266667</c:v>
                </c:pt>
                <c:pt idx="429">
                  <c:v>0.143</c:v>
                </c:pt>
                <c:pt idx="430">
                  <c:v>0.14333333</c:v>
                </c:pt>
                <c:pt idx="431">
                  <c:v>0.14366667</c:v>
                </c:pt>
                <c:pt idx="432">
                  <c:v>0.144</c:v>
                </c:pt>
                <c:pt idx="433">
                  <c:v>0.14433333</c:v>
                </c:pt>
                <c:pt idx="434">
                  <c:v>0.14466667</c:v>
                </c:pt>
                <c:pt idx="435">
                  <c:v>0.145</c:v>
                </c:pt>
                <c:pt idx="436">
                  <c:v>0.14533333</c:v>
                </c:pt>
                <c:pt idx="437">
                  <c:v>0.14566667</c:v>
                </c:pt>
                <c:pt idx="438">
                  <c:v>0.146</c:v>
                </c:pt>
                <c:pt idx="439">
                  <c:v>0.14633333</c:v>
                </c:pt>
                <c:pt idx="440">
                  <c:v>0.14666667</c:v>
                </c:pt>
                <c:pt idx="441">
                  <c:v>0.147</c:v>
                </c:pt>
                <c:pt idx="442">
                  <c:v>0.14733333</c:v>
                </c:pt>
                <c:pt idx="443">
                  <c:v>0.14766667</c:v>
                </c:pt>
                <c:pt idx="444">
                  <c:v>0.148</c:v>
                </c:pt>
                <c:pt idx="445">
                  <c:v>0.14833333</c:v>
                </c:pt>
                <c:pt idx="446">
                  <c:v>0.14866667</c:v>
                </c:pt>
                <c:pt idx="447">
                  <c:v>0.149</c:v>
                </c:pt>
                <c:pt idx="448">
                  <c:v>0.14933333</c:v>
                </c:pt>
                <c:pt idx="449">
                  <c:v>0.14966667</c:v>
                </c:pt>
                <c:pt idx="450">
                  <c:v>0.15</c:v>
                </c:pt>
                <c:pt idx="451">
                  <c:v>0.15033333</c:v>
                </c:pt>
                <c:pt idx="452">
                  <c:v>0.15066667</c:v>
                </c:pt>
                <c:pt idx="453">
                  <c:v>0.151</c:v>
                </c:pt>
                <c:pt idx="454">
                  <c:v>0.15133333</c:v>
                </c:pt>
                <c:pt idx="455">
                  <c:v>0.15166667</c:v>
                </c:pt>
                <c:pt idx="456">
                  <c:v>0.152</c:v>
                </c:pt>
                <c:pt idx="457">
                  <c:v>0.15233333</c:v>
                </c:pt>
                <c:pt idx="458">
                  <c:v>0.15266667</c:v>
                </c:pt>
                <c:pt idx="459">
                  <c:v>0.153</c:v>
                </c:pt>
                <c:pt idx="460">
                  <c:v>0.15333333</c:v>
                </c:pt>
                <c:pt idx="461">
                  <c:v>0.15366667</c:v>
                </c:pt>
                <c:pt idx="462">
                  <c:v>0.154</c:v>
                </c:pt>
                <c:pt idx="463">
                  <c:v>0.15433333</c:v>
                </c:pt>
                <c:pt idx="464">
                  <c:v>0.15466667</c:v>
                </c:pt>
                <c:pt idx="465">
                  <c:v>0.155</c:v>
                </c:pt>
                <c:pt idx="466">
                  <c:v>0.15533333</c:v>
                </c:pt>
                <c:pt idx="467">
                  <c:v>0.15566667</c:v>
                </c:pt>
                <c:pt idx="468">
                  <c:v>0.156</c:v>
                </c:pt>
                <c:pt idx="469">
                  <c:v>0.15633333</c:v>
                </c:pt>
                <c:pt idx="470">
                  <c:v>0.15666667</c:v>
                </c:pt>
                <c:pt idx="471">
                  <c:v>0.157</c:v>
                </c:pt>
                <c:pt idx="472">
                  <c:v>0.15733333</c:v>
                </c:pt>
                <c:pt idx="473">
                  <c:v>0.15766667</c:v>
                </c:pt>
                <c:pt idx="474">
                  <c:v>0.158</c:v>
                </c:pt>
                <c:pt idx="475">
                  <c:v>0.15833333</c:v>
                </c:pt>
                <c:pt idx="476">
                  <c:v>0.15866667</c:v>
                </c:pt>
                <c:pt idx="477">
                  <c:v>0.159</c:v>
                </c:pt>
                <c:pt idx="478">
                  <c:v>0.15933333</c:v>
                </c:pt>
                <c:pt idx="479">
                  <c:v>0.15966667</c:v>
                </c:pt>
                <c:pt idx="480">
                  <c:v>0.16</c:v>
                </c:pt>
                <c:pt idx="481">
                  <c:v>0.16033333</c:v>
                </c:pt>
                <c:pt idx="482">
                  <c:v>0.16066667</c:v>
                </c:pt>
                <c:pt idx="483">
                  <c:v>0.161</c:v>
                </c:pt>
                <c:pt idx="484">
                  <c:v>0.16133333</c:v>
                </c:pt>
                <c:pt idx="485">
                  <c:v>0.16166667</c:v>
                </c:pt>
                <c:pt idx="486">
                  <c:v>0.162</c:v>
                </c:pt>
                <c:pt idx="487">
                  <c:v>0.16233333</c:v>
                </c:pt>
                <c:pt idx="488">
                  <c:v>0.16266667</c:v>
                </c:pt>
                <c:pt idx="489">
                  <c:v>0.163</c:v>
                </c:pt>
                <c:pt idx="490">
                  <c:v>0.16333333</c:v>
                </c:pt>
                <c:pt idx="491">
                  <c:v>0.16366667</c:v>
                </c:pt>
                <c:pt idx="492">
                  <c:v>0.164</c:v>
                </c:pt>
                <c:pt idx="493">
                  <c:v>0.16433333</c:v>
                </c:pt>
                <c:pt idx="494">
                  <c:v>0.16466667</c:v>
                </c:pt>
                <c:pt idx="495">
                  <c:v>0.165</c:v>
                </c:pt>
                <c:pt idx="496">
                  <c:v>0.16533333</c:v>
                </c:pt>
                <c:pt idx="497">
                  <c:v>0.16566667</c:v>
                </c:pt>
                <c:pt idx="498">
                  <c:v>0.166</c:v>
                </c:pt>
                <c:pt idx="499">
                  <c:v>0.16633333</c:v>
                </c:pt>
                <c:pt idx="500">
                  <c:v>0.16666667</c:v>
                </c:pt>
                <c:pt idx="501">
                  <c:v>0.167</c:v>
                </c:pt>
                <c:pt idx="502">
                  <c:v>0.16733333</c:v>
                </c:pt>
                <c:pt idx="503">
                  <c:v>0.16766667</c:v>
                </c:pt>
                <c:pt idx="504">
                  <c:v>0.168</c:v>
                </c:pt>
                <c:pt idx="505">
                  <c:v>0.16833333</c:v>
                </c:pt>
                <c:pt idx="506">
                  <c:v>0.16866667</c:v>
                </c:pt>
                <c:pt idx="507">
                  <c:v>0.169</c:v>
                </c:pt>
                <c:pt idx="508">
                  <c:v>0.16933333</c:v>
                </c:pt>
                <c:pt idx="509">
                  <c:v>0.16966667</c:v>
                </c:pt>
                <c:pt idx="510">
                  <c:v>0.17</c:v>
                </c:pt>
                <c:pt idx="511">
                  <c:v>0.17033333</c:v>
                </c:pt>
                <c:pt idx="512">
                  <c:v>0.17066667</c:v>
                </c:pt>
                <c:pt idx="513">
                  <c:v>0.171</c:v>
                </c:pt>
                <c:pt idx="514">
                  <c:v>0.17133333</c:v>
                </c:pt>
                <c:pt idx="515">
                  <c:v>0.17166667</c:v>
                </c:pt>
                <c:pt idx="516">
                  <c:v>0.172</c:v>
                </c:pt>
                <c:pt idx="517">
                  <c:v>0.17233333</c:v>
                </c:pt>
                <c:pt idx="518">
                  <c:v>0.17266667</c:v>
                </c:pt>
                <c:pt idx="519">
                  <c:v>0.173</c:v>
                </c:pt>
                <c:pt idx="520">
                  <c:v>0.17333333</c:v>
                </c:pt>
                <c:pt idx="521">
                  <c:v>0.17366667</c:v>
                </c:pt>
                <c:pt idx="522">
                  <c:v>0.174</c:v>
                </c:pt>
                <c:pt idx="523">
                  <c:v>0.17433333</c:v>
                </c:pt>
                <c:pt idx="524">
                  <c:v>0.17466667</c:v>
                </c:pt>
                <c:pt idx="525">
                  <c:v>0.175</c:v>
                </c:pt>
                <c:pt idx="526">
                  <c:v>0.17533333</c:v>
                </c:pt>
                <c:pt idx="527">
                  <c:v>0.17566667</c:v>
                </c:pt>
                <c:pt idx="528">
                  <c:v>0.176</c:v>
                </c:pt>
                <c:pt idx="529">
                  <c:v>0.17633333</c:v>
                </c:pt>
                <c:pt idx="530">
                  <c:v>0.17666667</c:v>
                </c:pt>
                <c:pt idx="531">
                  <c:v>0.177</c:v>
                </c:pt>
                <c:pt idx="532">
                  <c:v>0.17733333</c:v>
                </c:pt>
                <c:pt idx="533">
                  <c:v>0.17766667</c:v>
                </c:pt>
                <c:pt idx="534">
                  <c:v>0.178</c:v>
                </c:pt>
                <c:pt idx="535">
                  <c:v>0.17833333</c:v>
                </c:pt>
                <c:pt idx="536">
                  <c:v>0.17866667</c:v>
                </c:pt>
                <c:pt idx="537">
                  <c:v>0.179</c:v>
                </c:pt>
                <c:pt idx="538">
                  <c:v>0.17933333</c:v>
                </c:pt>
                <c:pt idx="539">
                  <c:v>0.17966667</c:v>
                </c:pt>
                <c:pt idx="540">
                  <c:v>0.18</c:v>
                </c:pt>
                <c:pt idx="541">
                  <c:v>0.18033333</c:v>
                </c:pt>
                <c:pt idx="542">
                  <c:v>0.18066667</c:v>
                </c:pt>
                <c:pt idx="543">
                  <c:v>0.181</c:v>
                </c:pt>
                <c:pt idx="544">
                  <c:v>0.18133333</c:v>
                </c:pt>
                <c:pt idx="545">
                  <c:v>0.18166667</c:v>
                </c:pt>
                <c:pt idx="546">
                  <c:v>0.182</c:v>
                </c:pt>
                <c:pt idx="547">
                  <c:v>0.18233333</c:v>
                </c:pt>
                <c:pt idx="548">
                  <c:v>0.18266667</c:v>
                </c:pt>
                <c:pt idx="549">
                  <c:v>0.183</c:v>
                </c:pt>
                <c:pt idx="550">
                  <c:v>0.18333333</c:v>
                </c:pt>
                <c:pt idx="551">
                  <c:v>0.18366667</c:v>
                </c:pt>
                <c:pt idx="552">
                  <c:v>0.184</c:v>
                </c:pt>
                <c:pt idx="553">
                  <c:v>0.18433333</c:v>
                </c:pt>
                <c:pt idx="554">
                  <c:v>0.18466667</c:v>
                </c:pt>
                <c:pt idx="555">
                  <c:v>0.185</c:v>
                </c:pt>
                <c:pt idx="556">
                  <c:v>0.18533333</c:v>
                </c:pt>
                <c:pt idx="557">
                  <c:v>0.18566667</c:v>
                </c:pt>
                <c:pt idx="558">
                  <c:v>0.186</c:v>
                </c:pt>
                <c:pt idx="559">
                  <c:v>0.18633333</c:v>
                </c:pt>
                <c:pt idx="560">
                  <c:v>0.18666667</c:v>
                </c:pt>
                <c:pt idx="561">
                  <c:v>0.187</c:v>
                </c:pt>
                <c:pt idx="562">
                  <c:v>0.18733333</c:v>
                </c:pt>
                <c:pt idx="563">
                  <c:v>0.18766667</c:v>
                </c:pt>
                <c:pt idx="564">
                  <c:v>0.188</c:v>
                </c:pt>
                <c:pt idx="565">
                  <c:v>0.18833333</c:v>
                </c:pt>
                <c:pt idx="566">
                  <c:v>0.18866667</c:v>
                </c:pt>
                <c:pt idx="567">
                  <c:v>0.189</c:v>
                </c:pt>
                <c:pt idx="568">
                  <c:v>0.18933333</c:v>
                </c:pt>
                <c:pt idx="569">
                  <c:v>0.18966667</c:v>
                </c:pt>
                <c:pt idx="570">
                  <c:v>0.19</c:v>
                </c:pt>
                <c:pt idx="571">
                  <c:v>0.19033333</c:v>
                </c:pt>
                <c:pt idx="572">
                  <c:v>0.19066667</c:v>
                </c:pt>
                <c:pt idx="573">
                  <c:v>0.191</c:v>
                </c:pt>
                <c:pt idx="574">
                  <c:v>0.19133333</c:v>
                </c:pt>
                <c:pt idx="575">
                  <c:v>0.19166667</c:v>
                </c:pt>
                <c:pt idx="576">
                  <c:v>0.192</c:v>
                </c:pt>
                <c:pt idx="577">
                  <c:v>0.19233333</c:v>
                </c:pt>
                <c:pt idx="578">
                  <c:v>0.19266667</c:v>
                </c:pt>
                <c:pt idx="579">
                  <c:v>0.193</c:v>
                </c:pt>
                <c:pt idx="580">
                  <c:v>0.19333333</c:v>
                </c:pt>
                <c:pt idx="581">
                  <c:v>0.19366667</c:v>
                </c:pt>
                <c:pt idx="582">
                  <c:v>0.194</c:v>
                </c:pt>
                <c:pt idx="583">
                  <c:v>0.19433333</c:v>
                </c:pt>
                <c:pt idx="584">
                  <c:v>0.19466667</c:v>
                </c:pt>
                <c:pt idx="585">
                  <c:v>0.195</c:v>
                </c:pt>
                <c:pt idx="586">
                  <c:v>0.19533333</c:v>
                </c:pt>
                <c:pt idx="587">
                  <c:v>0.19566667</c:v>
                </c:pt>
                <c:pt idx="588">
                  <c:v>0.196</c:v>
                </c:pt>
                <c:pt idx="589">
                  <c:v>0.19633333</c:v>
                </c:pt>
                <c:pt idx="590">
                  <c:v>0.19666667</c:v>
                </c:pt>
                <c:pt idx="591">
                  <c:v>0.197</c:v>
                </c:pt>
                <c:pt idx="592">
                  <c:v>0.19733333</c:v>
                </c:pt>
                <c:pt idx="593">
                  <c:v>0.19766667</c:v>
                </c:pt>
                <c:pt idx="594">
                  <c:v>0.198</c:v>
                </c:pt>
                <c:pt idx="595">
                  <c:v>0.19833333</c:v>
                </c:pt>
                <c:pt idx="596">
                  <c:v>0.19866667</c:v>
                </c:pt>
                <c:pt idx="597">
                  <c:v>0.199</c:v>
                </c:pt>
                <c:pt idx="598">
                  <c:v>0.19933333</c:v>
                </c:pt>
                <c:pt idx="599">
                  <c:v>0.19966667</c:v>
                </c:pt>
                <c:pt idx="600">
                  <c:v>0.2</c:v>
                </c:pt>
              </c:numCache>
            </c:numRef>
          </c:xVal>
          <c:yVal>
            <c:numRef>
              <c:f>'Chart Data'!$B$2:$B$602</c:f>
              <c:numCache>
                <c:formatCode>0.0</c:formatCode>
                <c:ptCount val="601"/>
                <c:pt idx="0">
                  <c:v>0.941809</c:v>
                </c:pt>
                <c:pt idx="1">
                  <c:v>0.99099</c:v>
                </c:pt>
                <c:pt idx="2">
                  <c:v>1.035966</c:v>
                </c:pt>
                <c:pt idx="3">
                  <c:v>1.07664</c:v>
                </c:pt>
                <c:pt idx="4">
                  <c:v>1.112944</c:v>
                </c:pt>
                <c:pt idx="5">
                  <c:v>1.144837</c:v>
                </c:pt>
                <c:pt idx="6">
                  <c:v>1.172308</c:v>
                </c:pt>
                <c:pt idx="7">
                  <c:v>1.195373</c:v>
                </c:pt>
                <c:pt idx="8">
                  <c:v>1.214075</c:v>
                </c:pt>
                <c:pt idx="9">
                  <c:v>1.228484</c:v>
                </c:pt>
                <c:pt idx="10">
                  <c:v>1.238697</c:v>
                </c:pt>
                <c:pt idx="11">
                  <c:v>1.244834</c:v>
                </c:pt>
                <c:pt idx="12">
                  <c:v>1.247041</c:v>
                </c:pt>
                <c:pt idx="13">
                  <c:v>1.245484</c:v>
                </c:pt>
                <c:pt idx="14">
                  <c:v>1.240351</c:v>
                </c:pt>
                <c:pt idx="15">
                  <c:v>1.23185</c:v>
                </c:pt>
                <c:pt idx="16">
                  <c:v>1.220203</c:v>
                </c:pt>
                <c:pt idx="17">
                  <c:v>1.205651</c:v>
                </c:pt>
                <c:pt idx="18">
                  <c:v>1.188446</c:v>
                </c:pt>
                <c:pt idx="19">
                  <c:v>1.168852</c:v>
                </c:pt>
                <c:pt idx="20">
                  <c:v>1.14714</c:v>
                </c:pt>
                <c:pt idx="21">
                  <c:v>1.123591</c:v>
                </c:pt>
                <c:pt idx="22">
                  <c:v>1.098486</c:v>
                </c:pt>
                <c:pt idx="23">
                  <c:v>1.072111</c:v>
                </c:pt>
                <c:pt idx="24">
                  <c:v>1.044751</c:v>
                </c:pt>
                <c:pt idx="25">
                  <c:v>1.016687</c:v>
                </c:pt>
                <c:pt idx="26">
                  <c:v>0.988196</c:v>
                </c:pt>
                <c:pt idx="27">
                  <c:v>0.959548</c:v>
                </c:pt>
                <c:pt idx="28">
                  <c:v>0.931003</c:v>
                </c:pt>
                <c:pt idx="29">
                  <c:v>0.902808</c:v>
                </c:pt>
                <c:pt idx="30">
                  <c:v>0.875201</c:v>
                </c:pt>
                <c:pt idx="31">
                  <c:v>0.848399</c:v>
                </c:pt>
                <c:pt idx="32">
                  <c:v>0.822607</c:v>
                </c:pt>
                <c:pt idx="33">
                  <c:v>0.798008</c:v>
                </c:pt>
                <c:pt idx="34">
                  <c:v>0.774767</c:v>
                </c:pt>
                <c:pt idx="35">
                  <c:v>0.753027</c:v>
                </c:pt>
                <c:pt idx="36">
                  <c:v>0.732908</c:v>
                </c:pt>
                <c:pt idx="37">
                  <c:v>0.71451</c:v>
                </c:pt>
                <c:pt idx="38">
                  <c:v>0.697904</c:v>
                </c:pt>
                <c:pt idx="39">
                  <c:v>0.683143</c:v>
                </c:pt>
                <c:pt idx="40">
                  <c:v>0.670249</c:v>
                </c:pt>
                <c:pt idx="41">
                  <c:v>0.659225</c:v>
                </c:pt>
                <c:pt idx="42">
                  <c:v>0.650045</c:v>
                </c:pt>
                <c:pt idx="43">
                  <c:v>0.642663</c:v>
                </c:pt>
                <c:pt idx="44">
                  <c:v>0.637006</c:v>
                </c:pt>
                <c:pt idx="45">
                  <c:v>0.63298</c:v>
                </c:pt>
                <c:pt idx="46">
                  <c:v>0.630468</c:v>
                </c:pt>
                <c:pt idx="47">
                  <c:v>0.629334</c:v>
                </c:pt>
                <c:pt idx="48">
                  <c:v>0.62942</c:v>
                </c:pt>
                <c:pt idx="49">
                  <c:v>0.630551</c:v>
                </c:pt>
                <c:pt idx="50">
                  <c:v>0.632537</c:v>
                </c:pt>
                <c:pt idx="51">
                  <c:v>0.635171</c:v>
                </c:pt>
                <c:pt idx="52">
                  <c:v>0.638233</c:v>
                </c:pt>
                <c:pt idx="53">
                  <c:v>0.641495</c:v>
                </c:pt>
                <c:pt idx="54">
                  <c:v>0.644717</c:v>
                </c:pt>
                <c:pt idx="55">
                  <c:v>0.647655</c:v>
                </c:pt>
                <c:pt idx="56">
                  <c:v>0.650057</c:v>
                </c:pt>
                <c:pt idx="57">
                  <c:v>0.651673</c:v>
                </c:pt>
                <c:pt idx="58">
                  <c:v>0.652249</c:v>
                </c:pt>
                <c:pt idx="59">
                  <c:v>0.651537</c:v>
                </c:pt>
                <c:pt idx="60">
                  <c:v>0.649291</c:v>
                </c:pt>
                <c:pt idx="61">
                  <c:v>0.645272</c:v>
                </c:pt>
                <c:pt idx="62">
                  <c:v>0.639253</c:v>
                </c:pt>
                <c:pt idx="63">
                  <c:v>0.631014</c:v>
                </c:pt>
                <c:pt idx="64">
                  <c:v>0.620352</c:v>
                </c:pt>
                <c:pt idx="65">
                  <c:v>0.607077</c:v>
                </c:pt>
                <c:pt idx="66">
                  <c:v>0.591017</c:v>
                </c:pt>
                <c:pt idx="67">
                  <c:v>0.572018</c:v>
                </c:pt>
                <c:pt idx="68">
                  <c:v>0.549948</c:v>
                </c:pt>
                <c:pt idx="69">
                  <c:v>0.524695</c:v>
                </c:pt>
                <c:pt idx="70">
                  <c:v>0.49617</c:v>
                </c:pt>
                <c:pt idx="71">
                  <c:v>0.464311</c:v>
                </c:pt>
                <c:pt idx="72">
                  <c:v>0.429079</c:v>
                </c:pt>
                <c:pt idx="73">
                  <c:v>0.390459</c:v>
                </c:pt>
                <c:pt idx="74">
                  <c:v>0.348467</c:v>
                </c:pt>
                <c:pt idx="75">
                  <c:v>0.30314</c:v>
                </c:pt>
                <c:pt idx="76">
                  <c:v>0.254546</c:v>
                </c:pt>
                <c:pt idx="77">
                  <c:v>0.202779</c:v>
                </c:pt>
                <c:pt idx="78">
                  <c:v>0.147956</c:v>
                </c:pt>
                <c:pt idx="79">
                  <c:v>0.090224</c:v>
                </c:pt>
                <c:pt idx="80">
                  <c:v>0.029752</c:v>
                </c:pt>
                <c:pt idx="81">
                  <c:v>-0.033265</c:v>
                </c:pt>
                <c:pt idx="82">
                  <c:v>-0.09861</c:v>
                </c:pt>
                <c:pt idx="83">
                  <c:v>-0.166045</c:v>
                </c:pt>
                <c:pt idx="84">
                  <c:v>-0.235311</c:v>
                </c:pt>
                <c:pt idx="85">
                  <c:v>-0.306129</c:v>
                </c:pt>
                <c:pt idx="86">
                  <c:v>-0.378206</c:v>
                </c:pt>
                <c:pt idx="87">
                  <c:v>-0.451231</c:v>
                </c:pt>
                <c:pt idx="88">
                  <c:v>-0.524884</c:v>
                </c:pt>
                <c:pt idx="89">
                  <c:v>-0.598831</c:v>
                </c:pt>
                <c:pt idx="90">
                  <c:v>-0.672731</c:v>
                </c:pt>
                <c:pt idx="91">
                  <c:v>-0.746236</c:v>
                </c:pt>
                <c:pt idx="92">
                  <c:v>-0.818995</c:v>
                </c:pt>
                <c:pt idx="93">
                  <c:v>-0.890656</c:v>
                </c:pt>
                <c:pt idx="94">
                  <c:v>-0.960867</c:v>
                </c:pt>
                <c:pt idx="95">
                  <c:v>-1.02928</c:v>
                </c:pt>
                <c:pt idx="96">
                  <c:v>-1.095553</c:v>
                </c:pt>
                <c:pt idx="97">
                  <c:v>-1.159352</c:v>
                </c:pt>
                <c:pt idx="98">
                  <c:v>-1.220353</c:v>
                </c:pt>
                <c:pt idx="99">
                  <c:v>-1.278247</c:v>
                </c:pt>
                <c:pt idx="100">
                  <c:v>-1.332738</c:v>
                </c:pt>
                <c:pt idx="101">
                  <c:v>-1.383547</c:v>
                </c:pt>
                <c:pt idx="102">
                  <c:v>-1.430416</c:v>
                </c:pt>
                <c:pt idx="103">
                  <c:v>-1.473106</c:v>
                </c:pt>
                <c:pt idx="104">
                  <c:v>-1.511401</c:v>
                </c:pt>
                <c:pt idx="105">
                  <c:v>-1.54511</c:v>
                </c:pt>
                <c:pt idx="106">
                  <c:v>-1.574066</c:v>
                </c:pt>
                <c:pt idx="107">
                  <c:v>-1.598129</c:v>
                </c:pt>
                <c:pt idx="108">
                  <c:v>-1.617187</c:v>
                </c:pt>
                <c:pt idx="109">
                  <c:v>-1.631156</c:v>
                </c:pt>
                <c:pt idx="110">
                  <c:v>-1.639981</c:v>
                </c:pt>
                <c:pt idx="111">
                  <c:v>-1.643635</c:v>
                </c:pt>
                <c:pt idx="112">
                  <c:v>-1.642121</c:v>
                </c:pt>
                <c:pt idx="113">
                  <c:v>-1.635472</c:v>
                </c:pt>
                <c:pt idx="114">
                  <c:v>-1.62375</c:v>
                </c:pt>
                <c:pt idx="115">
                  <c:v>-1.607044</c:v>
                </c:pt>
                <c:pt idx="116">
                  <c:v>-1.585472</c:v>
                </c:pt>
                <c:pt idx="117">
                  <c:v>-1.559178</c:v>
                </c:pt>
                <c:pt idx="118">
                  <c:v>-1.528333</c:v>
                </c:pt>
                <c:pt idx="119">
                  <c:v>-1.493131</c:v>
                </c:pt>
                <c:pt idx="120">
                  <c:v>-1.45379</c:v>
                </c:pt>
                <c:pt idx="121">
                  <c:v>-1.410551</c:v>
                </c:pt>
                <c:pt idx="122">
                  <c:v>-1.363671</c:v>
                </c:pt>
                <c:pt idx="123">
                  <c:v>-1.313428</c:v>
                </c:pt>
                <c:pt idx="124">
                  <c:v>-1.260115</c:v>
                </c:pt>
                <c:pt idx="125">
                  <c:v>-1.204038</c:v>
                </c:pt>
                <c:pt idx="126">
                  <c:v>-1.145515</c:v>
                </c:pt>
                <c:pt idx="127">
                  <c:v>-1.084872</c:v>
                </c:pt>
                <c:pt idx="128">
                  <c:v>-1.022445</c:v>
                </c:pt>
                <c:pt idx="129">
                  <c:v>-0.95857</c:v>
                </c:pt>
                <c:pt idx="130">
                  <c:v>-0.893588</c:v>
                </c:pt>
                <c:pt idx="131">
                  <c:v>-0.82784</c:v>
                </c:pt>
                <c:pt idx="132">
                  <c:v>-0.761662</c:v>
                </c:pt>
                <c:pt idx="133">
                  <c:v>-0.695386</c:v>
                </c:pt>
                <c:pt idx="134">
                  <c:v>-0.629337</c:v>
                </c:pt>
                <c:pt idx="135">
                  <c:v>-0.563828</c:v>
                </c:pt>
                <c:pt idx="136">
                  <c:v>-0.499164</c:v>
                </c:pt>
                <c:pt idx="137">
                  <c:v>-0.435633</c:v>
                </c:pt>
                <c:pt idx="138">
                  <c:v>-0.373508</c:v>
                </c:pt>
                <c:pt idx="139">
                  <c:v>-0.313045</c:v>
                </c:pt>
                <c:pt idx="140">
                  <c:v>-0.254479</c:v>
                </c:pt>
                <c:pt idx="141">
                  <c:v>-0.198026</c:v>
                </c:pt>
                <c:pt idx="142">
                  <c:v>-0.143879</c:v>
                </c:pt>
                <c:pt idx="143">
                  <c:v>-0.092207</c:v>
                </c:pt>
                <c:pt idx="144">
                  <c:v>-0.043158</c:v>
                </c:pt>
                <c:pt idx="145">
                  <c:v>0.00315</c:v>
                </c:pt>
                <c:pt idx="146">
                  <c:v>0.046621</c:v>
                </c:pt>
                <c:pt idx="147">
                  <c:v>0.087185</c:v>
                </c:pt>
                <c:pt idx="148">
                  <c:v>0.1248</c:v>
                </c:pt>
                <c:pt idx="149">
                  <c:v>0.159449</c:v>
                </c:pt>
                <c:pt idx="150">
                  <c:v>0.19114</c:v>
                </c:pt>
                <c:pt idx="151">
                  <c:v>0.219909</c:v>
                </c:pt>
                <c:pt idx="152">
                  <c:v>0.245812</c:v>
                </c:pt>
                <c:pt idx="153">
                  <c:v>0.268934</c:v>
                </c:pt>
                <c:pt idx="154">
                  <c:v>0.28938</c:v>
                </c:pt>
                <c:pt idx="155">
                  <c:v>0.307276</c:v>
                </c:pt>
                <c:pt idx="156">
                  <c:v>0.322769</c:v>
                </c:pt>
                <c:pt idx="157">
                  <c:v>0.336025</c:v>
                </c:pt>
                <c:pt idx="158">
                  <c:v>0.347228</c:v>
                </c:pt>
                <c:pt idx="159">
                  <c:v>0.356573</c:v>
                </c:pt>
                <c:pt idx="160">
                  <c:v>0.364273</c:v>
                </c:pt>
                <c:pt idx="161">
                  <c:v>0.37055</c:v>
                </c:pt>
                <c:pt idx="162">
                  <c:v>0.375634</c:v>
                </c:pt>
                <c:pt idx="163">
                  <c:v>0.379763</c:v>
                </c:pt>
                <c:pt idx="164">
                  <c:v>0.38318</c:v>
                </c:pt>
                <c:pt idx="165">
                  <c:v>0.38613</c:v>
                </c:pt>
                <c:pt idx="166">
                  <c:v>0.388858</c:v>
                </c:pt>
                <c:pt idx="167">
                  <c:v>0.391607</c:v>
                </c:pt>
                <c:pt idx="168">
                  <c:v>0.394614</c:v>
                </c:pt>
                <c:pt idx="169">
                  <c:v>0.398111</c:v>
                </c:pt>
                <c:pt idx="170">
                  <c:v>0.402321</c:v>
                </c:pt>
                <c:pt idx="171">
                  <c:v>0.407457</c:v>
                </c:pt>
                <c:pt idx="172">
                  <c:v>0.413716</c:v>
                </c:pt>
                <c:pt idx="173">
                  <c:v>0.421284</c:v>
                </c:pt>
                <c:pt idx="174">
                  <c:v>0.430327</c:v>
                </c:pt>
                <c:pt idx="175">
                  <c:v>0.440996</c:v>
                </c:pt>
                <c:pt idx="176">
                  <c:v>0.453421</c:v>
                </c:pt>
                <c:pt idx="177">
                  <c:v>0.467709</c:v>
                </c:pt>
                <c:pt idx="178">
                  <c:v>0.483949</c:v>
                </c:pt>
                <c:pt idx="179">
                  <c:v>0.502205</c:v>
                </c:pt>
                <c:pt idx="180">
                  <c:v>0.522516</c:v>
                </c:pt>
                <c:pt idx="181">
                  <c:v>0.544898</c:v>
                </c:pt>
                <c:pt idx="182">
                  <c:v>0.569344</c:v>
                </c:pt>
                <c:pt idx="183">
                  <c:v>0.595818</c:v>
                </c:pt>
                <c:pt idx="184">
                  <c:v>0.624262</c:v>
                </c:pt>
                <c:pt idx="185">
                  <c:v>0.654594</c:v>
                </c:pt>
                <c:pt idx="186">
                  <c:v>0.686706</c:v>
                </c:pt>
                <c:pt idx="187">
                  <c:v>0.720468</c:v>
                </c:pt>
                <c:pt idx="188">
                  <c:v>0.755725</c:v>
                </c:pt>
                <c:pt idx="189">
                  <c:v>0.792303</c:v>
                </c:pt>
                <c:pt idx="190">
                  <c:v>0.830007</c:v>
                </c:pt>
                <c:pt idx="191">
                  <c:v>0.868623</c:v>
                </c:pt>
                <c:pt idx="192">
                  <c:v>0.907917</c:v>
                </c:pt>
                <c:pt idx="193">
                  <c:v>0.947644</c:v>
                </c:pt>
                <c:pt idx="194">
                  <c:v>0.98754</c:v>
                </c:pt>
                <c:pt idx="195">
                  <c:v>1.027333</c:v>
                </c:pt>
                <c:pt idx="196">
                  <c:v>1.06674</c:v>
                </c:pt>
                <c:pt idx="197">
                  <c:v>1.105469</c:v>
                </c:pt>
                <c:pt idx="198">
                  <c:v>1.143223</c:v>
                </c:pt>
                <c:pt idx="199">
                  <c:v>1.179702</c:v>
                </c:pt>
                <c:pt idx="200">
                  <c:v>1.214607</c:v>
                </c:pt>
                <c:pt idx="201">
                  <c:v>1.247636</c:v>
                </c:pt>
                <c:pt idx="202">
                  <c:v>1.278496</c:v>
                </c:pt>
                <c:pt idx="203">
                  <c:v>1.306895</c:v>
                </c:pt>
                <c:pt idx="204">
                  <c:v>1.332555</c:v>
                </c:pt>
                <c:pt idx="205">
                  <c:v>1.355203</c:v>
                </c:pt>
                <c:pt idx="206">
                  <c:v>1.374584</c:v>
                </c:pt>
                <c:pt idx="207">
                  <c:v>1.390454</c:v>
                </c:pt>
                <c:pt idx="208">
                  <c:v>1.402589</c:v>
                </c:pt>
                <c:pt idx="209">
                  <c:v>1.410782</c:v>
                </c:pt>
                <c:pt idx="210">
                  <c:v>1.414847</c:v>
                </c:pt>
                <c:pt idx="211">
                  <c:v>1.414622</c:v>
                </c:pt>
                <c:pt idx="212">
                  <c:v>1.409967</c:v>
                </c:pt>
                <c:pt idx="213">
                  <c:v>1.400766</c:v>
                </c:pt>
                <c:pt idx="214">
                  <c:v>1.386932</c:v>
                </c:pt>
                <c:pt idx="215">
                  <c:v>1.368402</c:v>
                </c:pt>
                <c:pt idx="216">
                  <c:v>1.345144</c:v>
                </c:pt>
                <c:pt idx="217">
                  <c:v>1.317152</c:v>
                </c:pt>
                <c:pt idx="218">
                  <c:v>1.284448</c:v>
                </c:pt>
                <c:pt idx="219">
                  <c:v>1.247085</c:v>
                </c:pt>
                <c:pt idx="220">
                  <c:v>1.205142</c:v>
                </c:pt>
                <c:pt idx="221">
                  <c:v>1.158729</c:v>
                </c:pt>
                <c:pt idx="222">
                  <c:v>1.10798</c:v>
                </c:pt>
                <c:pt idx="223">
                  <c:v>1.053061</c:v>
                </c:pt>
                <c:pt idx="224">
                  <c:v>0.994158</c:v>
                </c:pt>
                <c:pt idx="225">
                  <c:v>0.931487</c:v>
                </c:pt>
                <c:pt idx="226">
                  <c:v>0.865285</c:v>
                </c:pt>
                <c:pt idx="227">
                  <c:v>0.795812</c:v>
                </c:pt>
                <c:pt idx="228">
                  <c:v>0.723347</c:v>
                </c:pt>
                <c:pt idx="229">
                  <c:v>0.64819</c:v>
                </c:pt>
                <c:pt idx="230">
                  <c:v>0.570656</c:v>
                </c:pt>
                <c:pt idx="231">
                  <c:v>0.491074</c:v>
                </c:pt>
                <c:pt idx="232">
                  <c:v>0.409788</c:v>
                </c:pt>
                <c:pt idx="233">
                  <c:v>0.327151</c:v>
                </c:pt>
                <c:pt idx="234">
                  <c:v>0.243521</c:v>
                </c:pt>
                <c:pt idx="235">
                  <c:v>0.159267</c:v>
                </c:pt>
                <c:pt idx="236">
                  <c:v>0.074757</c:v>
                </c:pt>
                <c:pt idx="237">
                  <c:v>-0.00964</c:v>
                </c:pt>
                <c:pt idx="238">
                  <c:v>-0.093555</c:v>
                </c:pt>
                <c:pt idx="239">
                  <c:v>-0.176626</c:v>
                </c:pt>
                <c:pt idx="240">
                  <c:v>-0.258494</c:v>
                </c:pt>
                <c:pt idx="241">
                  <c:v>-0.338813</c:v>
                </c:pt>
                <c:pt idx="242">
                  <c:v>-0.417245</c:v>
                </c:pt>
                <c:pt idx="243">
                  <c:v>-0.493469</c:v>
                </c:pt>
                <c:pt idx="244">
                  <c:v>-0.567176</c:v>
                </c:pt>
                <c:pt idx="245">
                  <c:v>-0.638077</c:v>
                </c:pt>
                <c:pt idx="246">
                  <c:v>-0.705902</c:v>
                </c:pt>
                <c:pt idx="247">
                  <c:v>-0.770402</c:v>
                </c:pt>
                <c:pt idx="248">
                  <c:v>-0.831351</c:v>
                </c:pt>
                <c:pt idx="249">
                  <c:v>-0.888545</c:v>
                </c:pt>
                <c:pt idx="250">
                  <c:v>-0.941809</c:v>
                </c:pt>
                <c:pt idx="251">
                  <c:v>-0.99099</c:v>
                </c:pt>
                <c:pt idx="252">
                  <c:v>-1.035966</c:v>
                </c:pt>
                <c:pt idx="253">
                  <c:v>-1.07664</c:v>
                </c:pt>
                <c:pt idx="254">
                  <c:v>-1.112944</c:v>
                </c:pt>
                <c:pt idx="255">
                  <c:v>-1.144837</c:v>
                </c:pt>
                <c:pt idx="256">
                  <c:v>-1.172308</c:v>
                </c:pt>
                <c:pt idx="257">
                  <c:v>-1.195373</c:v>
                </c:pt>
                <c:pt idx="258">
                  <c:v>-1.214075</c:v>
                </c:pt>
                <c:pt idx="259">
                  <c:v>-1.228484</c:v>
                </c:pt>
                <c:pt idx="260">
                  <c:v>-1.238697</c:v>
                </c:pt>
                <c:pt idx="261">
                  <c:v>-1.244834</c:v>
                </c:pt>
                <c:pt idx="262">
                  <c:v>-1.247041</c:v>
                </c:pt>
                <c:pt idx="263">
                  <c:v>-1.245484</c:v>
                </c:pt>
                <c:pt idx="264">
                  <c:v>-1.240351</c:v>
                </c:pt>
                <c:pt idx="265">
                  <c:v>-1.23185</c:v>
                </c:pt>
                <c:pt idx="266">
                  <c:v>-1.220203</c:v>
                </c:pt>
                <c:pt idx="267">
                  <c:v>-1.205651</c:v>
                </c:pt>
                <c:pt idx="268">
                  <c:v>-1.188446</c:v>
                </c:pt>
                <c:pt idx="269">
                  <c:v>-1.168852</c:v>
                </c:pt>
                <c:pt idx="270">
                  <c:v>-1.14714</c:v>
                </c:pt>
                <c:pt idx="271">
                  <c:v>-1.123591</c:v>
                </c:pt>
                <c:pt idx="272">
                  <c:v>-1.098486</c:v>
                </c:pt>
                <c:pt idx="273">
                  <c:v>-1.072111</c:v>
                </c:pt>
                <c:pt idx="274">
                  <c:v>-1.044751</c:v>
                </c:pt>
                <c:pt idx="275">
                  <c:v>-1.016687</c:v>
                </c:pt>
                <c:pt idx="276">
                  <c:v>-0.988196</c:v>
                </c:pt>
                <c:pt idx="277">
                  <c:v>-0.959548</c:v>
                </c:pt>
                <c:pt idx="278">
                  <c:v>-0.931003</c:v>
                </c:pt>
                <c:pt idx="279">
                  <c:v>-0.902808</c:v>
                </c:pt>
                <c:pt idx="280">
                  <c:v>-0.875201</c:v>
                </c:pt>
                <c:pt idx="281">
                  <c:v>-0.848399</c:v>
                </c:pt>
                <c:pt idx="282">
                  <c:v>-0.822607</c:v>
                </c:pt>
                <c:pt idx="283">
                  <c:v>-0.798008</c:v>
                </c:pt>
                <c:pt idx="284">
                  <c:v>-0.774767</c:v>
                </c:pt>
                <c:pt idx="285">
                  <c:v>-0.753027</c:v>
                </c:pt>
                <c:pt idx="286">
                  <c:v>-0.732908</c:v>
                </c:pt>
                <c:pt idx="287">
                  <c:v>-0.71451</c:v>
                </c:pt>
                <c:pt idx="288">
                  <c:v>-0.697904</c:v>
                </c:pt>
                <c:pt idx="289">
                  <c:v>-0.683143</c:v>
                </c:pt>
                <c:pt idx="290">
                  <c:v>-0.670249</c:v>
                </c:pt>
                <c:pt idx="291">
                  <c:v>-0.659225</c:v>
                </c:pt>
                <c:pt idx="292">
                  <c:v>-0.650045</c:v>
                </c:pt>
                <c:pt idx="293">
                  <c:v>-0.642663</c:v>
                </c:pt>
                <c:pt idx="294">
                  <c:v>-0.637006</c:v>
                </c:pt>
                <c:pt idx="295">
                  <c:v>-0.63298</c:v>
                </c:pt>
                <c:pt idx="296">
                  <c:v>-0.630468</c:v>
                </c:pt>
                <c:pt idx="297">
                  <c:v>-0.629334</c:v>
                </c:pt>
                <c:pt idx="298">
                  <c:v>-0.62942</c:v>
                </c:pt>
                <c:pt idx="299">
                  <c:v>-0.630551</c:v>
                </c:pt>
                <c:pt idx="300">
                  <c:v>-0.632537</c:v>
                </c:pt>
                <c:pt idx="301">
                  <c:v>-0.635171</c:v>
                </c:pt>
                <c:pt idx="302">
                  <c:v>-0.638233</c:v>
                </c:pt>
                <c:pt idx="303">
                  <c:v>-0.641495</c:v>
                </c:pt>
                <c:pt idx="304">
                  <c:v>-0.644717</c:v>
                </c:pt>
                <c:pt idx="305">
                  <c:v>-0.647655</c:v>
                </c:pt>
                <c:pt idx="306">
                  <c:v>-0.650057</c:v>
                </c:pt>
                <c:pt idx="307">
                  <c:v>-0.651673</c:v>
                </c:pt>
                <c:pt idx="308">
                  <c:v>-0.652249</c:v>
                </c:pt>
                <c:pt idx="309">
                  <c:v>-0.651537</c:v>
                </c:pt>
                <c:pt idx="310">
                  <c:v>-0.649291</c:v>
                </c:pt>
                <c:pt idx="311">
                  <c:v>-0.645272</c:v>
                </c:pt>
                <c:pt idx="312">
                  <c:v>-0.639253</c:v>
                </c:pt>
                <c:pt idx="313">
                  <c:v>-0.631014</c:v>
                </c:pt>
                <c:pt idx="314">
                  <c:v>-0.620352</c:v>
                </c:pt>
                <c:pt idx="315">
                  <c:v>-0.607077</c:v>
                </c:pt>
                <c:pt idx="316">
                  <c:v>-0.591017</c:v>
                </c:pt>
                <c:pt idx="317">
                  <c:v>-0.572018</c:v>
                </c:pt>
                <c:pt idx="318">
                  <c:v>-0.549948</c:v>
                </c:pt>
                <c:pt idx="319">
                  <c:v>-0.524695</c:v>
                </c:pt>
                <c:pt idx="320">
                  <c:v>-0.49617</c:v>
                </c:pt>
                <c:pt idx="321">
                  <c:v>-0.464311</c:v>
                </c:pt>
                <c:pt idx="322">
                  <c:v>-0.429079</c:v>
                </c:pt>
                <c:pt idx="323">
                  <c:v>-0.390459</c:v>
                </c:pt>
                <c:pt idx="324">
                  <c:v>-0.348467</c:v>
                </c:pt>
                <c:pt idx="325">
                  <c:v>-0.30314</c:v>
                </c:pt>
                <c:pt idx="326">
                  <c:v>-0.254546</c:v>
                </c:pt>
                <c:pt idx="327">
                  <c:v>-0.202779</c:v>
                </c:pt>
                <c:pt idx="328">
                  <c:v>-0.147956</c:v>
                </c:pt>
                <c:pt idx="329">
                  <c:v>-0.090224</c:v>
                </c:pt>
                <c:pt idx="330">
                  <c:v>-0.029752</c:v>
                </c:pt>
                <c:pt idx="331">
                  <c:v>0.033265</c:v>
                </c:pt>
                <c:pt idx="332">
                  <c:v>0.09861</c:v>
                </c:pt>
                <c:pt idx="333">
                  <c:v>0.166045</c:v>
                </c:pt>
                <c:pt idx="334">
                  <c:v>0.235311</c:v>
                </c:pt>
                <c:pt idx="335">
                  <c:v>0.306129</c:v>
                </c:pt>
                <c:pt idx="336">
                  <c:v>0.378206</c:v>
                </c:pt>
                <c:pt idx="337">
                  <c:v>0.451231</c:v>
                </c:pt>
                <c:pt idx="338">
                  <c:v>0.524884</c:v>
                </c:pt>
                <c:pt idx="339">
                  <c:v>0.598831</c:v>
                </c:pt>
                <c:pt idx="340">
                  <c:v>0.672731</c:v>
                </c:pt>
                <c:pt idx="341">
                  <c:v>0.746236</c:v>
                </c:pt>
                <c:pt idx="342">
                  <c:v>0.818995</c:v>
                </c:pt>
                <c:pt idx="343">
                  <c:v>0.890656</c:v>
                </c:pt>
                <c:pt idx="344">
                  <c:v>0.960867</c:v>
                </c:pt>
                <c:pt idx="345">
                  <c:v>1.02928</c:v>
                </c:pt>
                <c:pt idx="346">
                  <c:v>1.095553</c:v>
                </c:pt>
                <c:pt idx="347">
                  <c:v>1.159352</c:v>
                </c:pt>
                <c:pt idx="348">
                  <c:v>1.220353</c:v>
                </c:pt>
                <c:pt idx="349">
                  <c:v>1.278247</c:v>
                </c:pt>
                <c:pt idx="350">
                  <c:v>1.332738</c:v>
                </c:pt>
                <c:pt idx="351">
                  <c:v>1.383547</c:v>
                </c:pt>
                <c:pt idx="352">
                  <c:v>1.430416</c:v>
                </c:pt>
                <c:pt idx="353">
                  <c:v>1.473106</c:v>
                </c:pt>
                <c:pt idx="354">
                  <c:v>1.511401</c:v>
                </c:pt>
                <c:pt idx="355">
                  <c:v>1.54511</c:v>
                </c:pt>
                <c:pt idx="356">
                  <c:v>1.574066</c:v>
                </c:pt>
                <c:pt idx="357">
                  <c:v>1.598129</c:v>
                </c:pt>
                <c:pt idx="358">
                  <c:v>1.617187</c:v>
                </c:pt>
                <c:pt idx="359">
                  <c:v>1.631156</c:v>
                </c:pt>
                <c:pt idx="360">
                  <c:v>1.639981</c:v>
                </c:pt>
                <c:pt idx="361">
                  <c:v>1.643635</c:v>
                </c:pt>
                <c:pt idx="362">
                  <c:v>1.642121</c:v>
                </c:pt>
                <c:pt idx="363">
                  <c:v>1.635472</c:v>
                </c:pt>
                <c:pt idx="364">
                  <c:v>1.62375</c:v>
                </c:pt>
                <c:pt idx="365">
                  <c:v>1.607044</c:v>
                </c:pt>
                <c:pt idx="366">
                  <c:v>1.585472</c:v>
                </c:pt>
                <c:pt idx="367">
                  <c:v>1.559178</c:v>
                </c:pt>
                <c:pt idx="368">
                  <c:v>1.528333</c:v>
                </c:pt>
                <c:pt idx="369">
                  <c:v>1.493131</c:v>
                </c:pt>
                <c:pt idx="370">
                  <c:v>1.45379</c:v>
                </c:pt>
                <c:pt idx="371">
                  <c:v>1.410551</c:v>
                </c:pt>
                <c:pt idx="372">
                  <c:v>1.363671</c:v>
                </c:pt>
                <c:pt idx="373">
                  <c:v>1.313428</c:v>
                </c:pt>
                <c:pt idx="374">
                  <c:v>1.260115</c:v>
                </c:pt>
                <c:pt idx="375">
                  <c:v>1.204038</c:v>
                </c:pt>
                <c:pt idx="376">
                  <c:v>1.145515</c:v>
                </c:pt>
                <c:pt idx="377">
                  <c:v>1.084872</c:v>
                </c:pt>
                <c:pt idx="378">
                  <c:v>1.022445</c:v>
                </c:pt>
                <c:pt idx="379">
                  <c:v>0.95857</c:v>
                </c:pt>
                <c:pt idx="380">
                  <c:v>0.893588</c:v>
                </c:pt>
                <c:pt idx="381">
                  <c:v>0.82784</c:v>
                </c:pt>
                <c:pt idx="382">
                  <c:v>0.761662</c:v>
                </c:pt>
                <c:pt idx="383">
                  <c:v>0.695386</c:v>
                </c:pt>
                <c:pt idx="384">
                  <c:v>0.629337</c:v>
                </c:pt>
                <c:pt idx="385">
                  <c:v>0.563828</c:v>
                </c:pt>
                <c:pt idx="386">
                  <c:v>0.499164</c:v>
                </c:pt>
                <c:pt idx="387">
                  <c:v>0.435633</c:v>
                </c:pt>
                <c:pt idx="388">
                  <c:v>0.373508</c:v>
                </c:pt>
                <c:pt idx="389">
                  <c:v>0.313045</c:v>
                </c:pt>
                <c:pt idx="390">
                  <c:v>0.254479</c:v>
                </c:pt>
                <c:pt idx="391">
                  <c:v>0.198026</c:v>
                </c:pt>
                <c:pt idx="392">
                  <c:v>0.143879</c:v>
                </c:pt>
                <c:pt idx="393">
                  <c:v>0.092207</c:v>
                </c:pt>
                <c:pt idx="394">
                  <c:v>0.043158</c:v>
                </c:pt>
                <c:pt idx="395">
                  <c:v>-0.00315</c:v>
                </c:pt>
                <c:pt idx="396">
                  <c:v>-0.046621</c:v>
                </c:pt>
                <c:pt idx="397">
                  <c:v>-0.087185</c:v>
                </c:pt>
                <c:pt idx="398">
                  <c:v>-0.1248</c:v>
                </c:pt>
                <c:pt idx="399">
                  <c:v>-0.159449</c:v>
                </c:pt>
                <c:pt idx="400">
                  <c:v>-0.19114</c:v>
                </c:pt>
                <c:pt idx="401">
                  <c:v>-0.219909</c:v>
                </c:pt>
                <c:pt idx="402">
                  <c:v>-0.245812</c:v>
                </c:pt>
                <c:pt idx="403">
                  <c:v>-0.268934</c:v>
                </c:pt>
                <c:pt idx="404">
                  <c:v>-0.28938</c:v>
                </c:pt>
                <c:pt idx="405">
                  <c:v>-0.307276</c:v>
                </c:pt>
                <c:pt idx="406">
                  <c:v>-0.322769</c:v>
                </c:pt>
                <c:pt idx="407">
                  <c:v>-0.336025</c:v>
                </c:pt>
                <c:pt idx="408">
                  <c:v>-0.347228</c:v>
                </c:pt>
                <c:pt idx="409">
                  <c:v>-0.356573</c:v>
                </c:pt>
                <c:pt idx="410">
                  <c:v>-0.364273</c:v>
                </c:pt>
                <c:pt idx="411">
                  <c:v>-0.37055</c:v>
                </c:pt>
                <c:pt idx="412">
                  <c:v>-0.375634</c:v>
                </c:pt>
                <c:pt idx="413">
                  <c:v>-0.379763</c:v>
                </c:pt>
                <c:pt idx="414">
                  <c:v>-0.38318</c:v>
                </c:pt>
                <c:pt idx="415">
                  <c:v>-0.38613</c:v>
                </c:pt>
                <c:pt idx="416">
                  <c:v>-0.388858</c:v>
                </c:pt>
                <c:pt idx="417">
                  <c:v>-0.391607</c:v>
                </c:pt>
                <c:pt idx="418">
                  <c:v>-0.394614</c:v>
                </c:pt>
                <c:pt idx="419">
                  <c:v>-0.398111</c:v>
                </c:pt>
                <c:pt idx="420">
                  <c:v>-0.402321</c:v>
                </c:pt>
                <c:pt idx="421">
                  <c:v>-0.407457</c:v>
                </c:pt>
                <c:pt idx="422">
                  <c:v>-0.413716</c:v>
                </c:pt>
                <c:pt idx="423">
                  <c:v>-0.421284</c:v>
                </c:pt>
                <c:pt idx="424">
                  <c:v>-0.430327</c:v>
                </c:pt>
                <c:pt idx="425">
                  <c:v>-0.440996</c:v>
                </c:pt>
                <c:pt idx="426">
                  <c:v>-0.453421</c:v>
                </c:pt>
                <c:pt idx="427">
                  <c:v>-0.467709</c:v>
                </c:pt>
                <c:pt idx="428">
                  <c:v>-0.483949</c:v>
                </c:pt>
                <c:pt idx="429">
                  <c:v>-0.502205</c:v>
                </c:pt>
                <c:pt idx="430">
                  <c:v>-0.522516</c:v>
                </c:pt>
                <c:pt idx="431">
                  <c:v>-0.544898</c:v>
                </c:pt>
                <c:pt idx="432">
                  <c:v>-0.569344</c:v>
                </c:pt>
                <c:pt idx="433">
                  <c:v>-0.595818</c:v>
                </c:pt>
                <c:pt idx="434">
                  <c:v>-0.624262</c:v>
                </c:pt>
                <c:pt idx="435">
                  <c:v>-0.654594</c:v>
                </c:pt>
                <c:pt idx="436">
                  <c:v>-0.686706</c:v>
                </c:pt>
                <c:pt idx="437">
                  <c:v>-0.720468</c:v>
                </c:pt>
                <c:pt idx="438">
                  <c:v>-0.755725</c:v>
                </c:pt>
                <c:pt idx="439">
                  <c:v>-0.792303</c:v>
                </c:pt>
                <c:pt idx="440">
                  <c:v>-0.830007</c:v>
                </c:pt>
                <c:pt idx="441">
                  <c:v>-0.868623</c:v>
                </c:pt>
                <c:pt idx="442">
                  <c:v>-0.907917</c:v>
                </c:pt>
                <c:pt idx="443">
                  <c:v>-0.947644</c:v>
                </c:pt>
                <c:pt idx="444">
                  <c:v>-0.98754</c:v>
                </c:pt>
                <c:pt idx="445">
                  <c:v>-1.027333</c:v>
                </c:pt>
                <c:pt idx="446">
                  <c:v>-1.06674</c:v>
                </c:pt>
                <c:pt idx="447">
                  <c:v>-1.105469</c:v>
                </c:pt>
                <c:pt idx="448">
                  <c:v>-1.143223</c:v>
                </c:pt>
                <c:pt idx="449">
                  <c:v>-1.179702</c:v>
                </c:pt>
                <c:pt idx="450">
                  <c:v>-1.214607</c:v>
                </c:pt>
                <c:pt idx="451">
                  <c:v>-1.247636</c:v>
                </c:pt>
                <c:pt idx="452">
                  <c:v>-1.278496</c:v>
                </c:pt>
                <c:pt idx="453">
                  <c:v>-1.306895</c:v>
                </c:pt>
                <c:pt idx="454">
                  <c:v>-1.332555</c:v>
                </c:pt>
                <c:pt idx="455">
                  <c:v>-1.355203</c:v>
                </c:pt>
                <c:pt idx="456">
                  <c:v>-1.374584</c:v>
                </c:pt>
                <c:pt idx="457">
                  <c:v>-1.390454</c:v>
                </c:pt>
                <c:pt idx="458">
                  <c:v>-1.402589</c:v>
                </c:pt>
                <c:pt idx="459">
                  <c:v>-1.410782</c:v>
                </c:pt>
                <c:pt idx="460">
                  <c:v>-1.414847</c:v>
                </c:pt>
                <c:pt idx="461">
                  <c:v>-1.414622</c:v>
                </c:pt>
                <c:pt idx="462">
                  <c:v>-1.409967</c:v>
                </c:pt>
                <c:pt idx="463">
                  <c:v>-1.400766</c:v>
                </c:pt>
                <c:pt idx="464">
                  <c:v>-1.386932</c:v>
                </c:pt>
                <c:pt idx="465">
                  <c:v>-1.368402</c:v>
                </c:pt>
                <c:pt idx="466">
                  <c:v>-1.345144</c:v>
                </c:pt>
                <c:pt idx="467">
                  <c:v>-1.317152</c:v>
                </c:pt>
                <c:pt idx="468">
                  <c:v>-1.284448</c:v>
                </c:pt>
                <c:pt idx="469">
                  <c:v>-1.247085</c:v>
                </c:pt>
                <c:pt idx="470">
                  <c:v>-1.205142</c:v>
                </c:pt>
                <c:pt idx="471">
                  <c:v>-1.158729</c:v>
                </c:pt>
                <c:pt idx="472">
                  <c:v>-1.10798</c:v>
                </c:pt>
                <c:pt idx="473">
                  <c:v>-1.053061</c:v>
                </c:pt>
                <c:pt idx="474">
                  <c:v>-0.994158</c:v>
                </c:pt>
                <c:pt idx="475">
                  <c:v>-0.931487</c:v>
                </c:pt>
                <c:pt idx="476">
                  <c:v>-0.865285</c:v>
                </c:pt>
                <c:pt idx="477">
                  <c:v>-0.795812</c:v>
                </c:pt>
                <c:pt idx="478">
                  <c:v>-0.723347</c:v>
                </c:pt>
                <c:pt idx="479">
                  <c:v>-0.64819</c:v>
                </c:pt>
                <c:pt idx="480">
                  <c:v>-0.570656</c:v>
                </c:pt>
                <c:pt idx="481">
                  <c:v>-0.491074</c:v>
                </c:pt>
                <c:pt idx="482">
                  <c:v>-0.409788</c:v>
                </c:pt>
                <c:pt idx="483">
                  <c:v>-0.327151</c:v>
                </c:pt>
                <c:pt idx="484">
                  <c:v>-0.243521</c:v>
                </c:pt>
                <c:pt idx="485">
                  <c:v>-0.159267</c:v>
                </c:pt>
                <c:pt idx="486">
                  <c:v>-0.074757</c:v>
                </c:pt>
                <c:pt idx="487">
                  <c:v>0.00964</c:v>
                </c:pt>
                <c:pt idx="488">
                  <c:v>0.093555</c:v>
                </c:pt>
                <c:pt idx="489">
                  <c:v>0.176626</c:v>
                </c:pt>
                <c:pt idx="490">
                  <c:v>0.258494</c:v>
                </c:pt>
                <c:pt idx="491">
                  <c:v>0.338813</c:v>
                </c:pt>
                <c:pt idx="492">
                  <c:v>0.417245</c:v>
                </c:pt>
                <c:pt idx="493">
                  <c:v>0.493469</c:v>
                </c:pt>
                <c:pt idx="494">
                  <c:v>0.567176</c:v>
                </c:pt>
                <c:pt idx="495">
                  <c:v>0.638077</c:v>
                </c:pt>
                <c:pt idx="496">
                  <c:v>0.705902</c:v>
                </c:pt>
                <c:pt idx="497">
                  <c:v>0.770402</c:v>
                </c:pt>
                <c:pt idx="498">
                  <c:v>0.831351</c:v>
                </c:pt>
                <c:pt idx="499">
                  <c:v>0.888545</c:v>
                </c:pt>
                <c:pt idx="500">
                  <c:v>0.941809</c:v>
                </c:pt>
                <c:pt idx="501">
                  <c:v>0.99099</c:v>
                </c:pt>
                <c:pt idx="502">
                  <c:v>1.035966</c:v>
                </c:pt>
                <c:pt idx="503">
                  <c:v>1.07664</c:v>
                </c:pt>
                <c:pt idx="504">
                  <c:v>1.112944</c:v>
                </c:pt>
                <c:pt idx="505">
                  <c:v>1.144837</c:v>
                </c:pt>
                <c:pt idx="506">
                  <c:v>1.172308</c:v>
                </c:pt>
                <c:pt idx="507">
                  <c:v>1.195373</c:v>
                </c:pt>
                <c:pt idx="508">
                  <c:v>1.214075</c:v>
                </c:pt>
                <c:pt idx="509">
                  <c:v>1.228484</c:v>
                </c:pt>
                <c:pt idx="510">
                  <c:v>1.238697</c:v>
                </c:pt>
                <c:pt idx="511">
                  <c:v>1.244834</c:v>
                </c:pt>
                <c:pt idx="512">
                  <c:v>1.247041</c:v>
                </c:pt>
                <c:pt idx="513">
                  <c:v>1.245484</c:v>
                </c:pt>
                <c:pt idx="514">
                  <c:v>1.240351</c:v>
                </c:pt>
                <c:pt idx="515">
                  <c:v>1.23185</c:v>
                </c:pt>
                <c:pt idx="516">
                  <c:v>1.220203</c:v>
                </c:pt>
                <c:pt idx="517">
                  <c:v>1.205651</c:v>
                </c:pt>
                <c:pt idx="518">
                  <c:v>1.188446</c:v>
                </c:pt>
                <c:pt idx="519">
                  <c:v>1.168852</c:v>
                </c:pt>
                <c:pt idx="520">
                  <c:v>1.14714</c:v>
                </c:pt>
                <c:pt idx="521">
                  <c:v>1.123591</c:v>
                </c:pt>
                <c:pt idx="522">
                  <c:v>1.098486</c:v>
                </c:pt>
                <c:pt idx="523">
                  <c:v>1.072111</c:v>
                </c:pt>
                <c:pt idx="524">
                  <c:v>1.044751</c:v>
                </c:pt>
                <c:pt idx="525">
                  <c:v>1.016687</c:v>
                </c:pt>
                <c:pt idx="526">
                  <c:v>0.988196</c:v>
                </c:pt>
                <c:pt idx="527">
                  <c:v>0.959548</c:v>
                </c:pt>
                <c:pt idx="528">
                  <c:v>0.931003</c:v>
                </c:pt>
                <c:pt idx="529">
                  <c:v>0.902808</c:v>
                </c:pt>
                <c:pt idx="530">
                  <c:v>0.875201</c:v>
                </c:pt>
                <c:pt idx="531">
                  <c:v>0.848399</c:v>
                </c:pt>
                <c:pt idx="532">
                  <c:v>0.822607</c:v>
                </c:pt>
                <c:pt idx="533">
                  <c:v>0.798008</c:v>
                </c:pt>
                <c:pt idx="534">
                  <c:v>0.774767</c:v>
                </c:pt>
                <c:pt idx="535">
                  <c:v>0.753027</c:v>
                </c:pt>
                <c:pt idx="536">
                  <c:v>0.732908</c:v>
                </c:pt>
                <c:pt idx="537">
                  <c:v>0.71451</c:v>
                </c:pt>
                <c:pt idx="538">
                  <c:v>0.697904</c:v>
                </c:pt>
                <c:pt idx="539">
                  <c:v>0.683143</c:v>
                </c:pt>
                <c:pt idx="540">
                  <c:v>0.670249</c:v>
                </c:pt>
                <c:pt idx="541">
                  <c:v>0.659225</c:v>
                </c:pt>
                <c:pt idx="542">
                  <c:v>0.650045</c:v>
                </c:pt>
                <c:pt idx="543">
                  <c:v>0.642663</c:v>
                </c:pt>
                <c:pt idx="544">
                  <c:v>0.637006</c:v>
                </c:pt>
                <c:pt idx="545">
                  <c:v>0.63298</c:v>
                </c:pt>
                <c:pt idx="546">
                  <c:v>0.630468</c:v>
                </c:pt>
                <c:pt idx="547">
                  <c:v>0.629334</c:v>
                </c:pt>
                <c:pt idx="548">
                  <c:v>0.62942</c:v>
                </c:pt>
                <c:pt idx="549">
                  <c:v>0.630551</c:v>
                </c:pt>
                <c:pt idx="550">
                  <c:v>0.632537</c:v>
                </c:pt>
                <c:pt idx="551">
                  <c:v>0.635171</c:v>
                </c:pt>
                <c:pt idx="552">
                  <c:v>0.638233</c:v>
                </c:pt>
                <c:pt idx="553">
                  <c:v>0.641495</c:v>
                </c:pt>
                <c:pt idx="554">
                  <c:v>0.644717</c:v>
                </c:pt>
                <c:pt idx="555">
                  <c:v>0.647655</c:v>
                </c:pt>
                <c:pt idx="556">
                  <c:v>0.650057</c:v>
                </c:pt>
                <c:pt idx="557">
                  <c:v>0.651673</c:v>
                </c:pt>
                <c:pt idx="558">
                  <c:v>0.652249</c:v>
                </c:pt>
                <c:pt idx="559">
                  <c:v>0.651537</c:v>
                </c:pt>
                <c:pt idx="560">
                  <c:v>0.649291</c:v>
                </c:pt>
                <c:pt idx="561">
                  <c:v>0.645272</c:v>
                </c:pt>
                <c:pt idx="562">
                  <c:v>0.639253</c:v>
                </c:pt>
                <c:pt idx="563">
                  <c:v>0.631014</c:v>
                </c:pt>
                <c:pt idx="564">
                  <c:v>0.620352</c:v>
                </c:pt>
                <c:pt idx="565">
                  <c:v>0.607077</c:v>
                </c:pt>
                <c:pt idx="566">
                  <c:v>0.591017</c:v>
                </c:pt>
                <c:pt idx="567">
                  <c:v>0.572018</c:v>
                </c:pt>
                <c:pt idx="568">
                  <c:v>0.549948</c:v>
                </c:pt>
                <c:pt idx="569">
                  <c:v>0.524695</c:v>
                </c:pt>
                <c:pt idx="570">
                  <c:v>0.49617</c:v>
                </c:pt>
                <c:pt idx="571">
                  <c:v>0.464311</c:v>
                </c:pt>
                <c:pt idx="572">
                  <c:v>0.429079</c:v>
                </c:pt>
                <c:pt idx="573">
                  <c:v>0.390459</c:v>
                </c:pt>
                <c:pt idx="574">
                  <c:v>0.348467</c:v>
                </c:pt>
                <c:pt idx="575">
                  <c:v>0.30314</c:v>
                </c:pt>
                <c:pt idx="576">
                  <c:v>0.254546</c:v>
                </c:pt>
                <c:pt idx="577">
                  <c:v>0.202779</c:v>
                </c:pt>
                <c:pt idx="578">
                  <c:v>0.147956</c:v>
                </c:pt>
                <c:pt idx="579">
                  <c:v>0.090224</c:v>
                </c:pt>
                <c:pt idx="580">
                  <c:v>0.029752</c:v>
                </c:pt>
                <c:pt idx="581">
                  <c:v>-0.033265</c:v>
                </c:pt>
                <c:pt idx="582">
                  <c:v>-0.09861</c:v>
                </c:pt>
                <c:pt idx="583">
                  <c:v>-0.166045</c:v>
                </c:pt>
                <c:pt idx="584">
                  <c:v>-0.235311</c:v>
                </c:pt>
                <c:pt idx="585">
                  <c:v>-0.306129</c:v>
                </c:pt>
                <c:pt idx="586">
                  <c:v>-0.378206</c:v>
                </c:pt>
                <c:pt idx="587">
                  <c:v>-0.451231</c:v>
                </c:pt>
                <c:pt idx="588">
                  <c:v>-0.524884</c:v>
                </c:pt>
                <c:pt idx="589">
                  <c:v>-0.598831</c:v>
                </c:pt>
                <c:pt idx="590">
                  <c:v>-0.672731</c:v>
                </c:pt>
                <c:pt idx="591">
                  <c:v>-0.746236</c:v>
                </c:pt>
                <c:pt idx="592">
                  <c:v>-0.818995</c:v>
                </c:pt>
                <c:pt idx="593">
                  <c:v>-0.890656</c:v>
                </c:pt>
                <c:pt idx="594">
                  <c:v>-0.960867</c:v>
                </c:pt>
                <c:pt idx="595">
                  <c:v>-1.02928</c:v>
                </c:pt>
                <c:pt idx="596">
                  <c:v>-1.095553</c:v>
                </c:pt>
                <c:pt idx="597">
                  <c:v>-1.159352</c:v>
                </c:pt>
                <c:pt idx="598">
                  <c:v>-1.220353</c:v>
                </c:pt>
                <c:pt idx="599">
                  <c:v>-1.278247</c:v>
                </c:pt>
                <c:pt idx="600">
                  <c:v>-1.332738</c:v>
                </c:pt>
              </c:numCache>
            </c:numRef>
          </c:yVal>
        </c:ser>
        <c:ser>
          <c:idx val="1"/>
          <c:order val="1"/>
          <c:tx>
            <c:v>48 Hz samples</c:v>
          </c:tx>
          <c:spPr>
            <a:ln xmlns:a="http://schemas.openxmlformats.org/drawingml/2006/main" w="19050">
              <a:solidFill>
                <a:srgbClr val="286BB0"/>
              </a:solidFill>
            </a:ln>
          </c:spPr>
          <c:marker>
            <c:symbol val="circle"/>
            <c:size val="7"/>
            <c:spPr>
              <a:solidFill xmlns:a="http://schemas.openxmlformats.org/drawingml/2006/main">
                <a:srgbClr val="286BB0"/>
              </a:solidFill>
            </c:spPr>
          </c:marker>
          <c:xVal>
            <c:numRef>
              <c:f>'Chart Data'!$C$2:$C$11</c:f>
              <c:numCache>
                <c:formatCode>General</c:formatCode>
                <c:ptCount val="10"/>
                <c:pt idx="0">
                  <c:v>0</c:v>
                </c:pt>
                <c:pt idx="1">
                  <c:v>0.02083333</c:v>
                </c:pt>
                <c:pt idx="2">
                  <c:v>0.04166667</c:v>
                </c:pt>
                <c:pt idx="3">
                  <c:v>0.0625</c:v>
                </c:pt>
                <c:pt idx="4">
                  <c:v>0.08333333</c:v>
                </c:pt>
                <c:pt idx="5">
                  <c:v>0.10416667</c:v>
                </c:pt>
                <c:pt idx="6">
                  <c:v>0.125</c:v>
                </c:pt>
                <c:pt idx="7">
                  <c:v>0.14583333</c:v>
                </c:pt>
                <c:pt idx="8">
                  <c:v>0.16666667</c:v>
                </c:pt>
                <c:pt idx="9">
                  <c:v>0.1875</c:v>
                </c:pt>
              </c:numCache>
            </c:numRef>
          </c:xVal>
          <c:yVal>
            <c:numRef>
              <c:f>'Chart Data'!$D$2:$D$11</c:f>
              <c:numCache>
                <c:formatCode>0.0</c:formatCode>
                <c:ptCount val="10"/>
                <c:pt idx="0">
                  <c:v>0.941809</c:v>
                </c:pt>
                <c:pt idx="1">
                  <c:v>0.635424</c:v>
                </c:pt>
                <c:pt idx="2">
                  <c:v>-1.204038</c:v>
                </c:pt>
                <c:pt idx="3">
                  <c:v>0.73792</c:v>
                </c:pt>
                <c:pt idx="4">
                  <c:v>-0.941809</c:v>
                </c:pt>
                <c:pt idx="5">
                  <c:v>-0.635424</c:v>
                </c:pt>
                <c:pt idx="6">
                  <c:v>1.204038</c:v>
                </c:pt>
                <c:pt idx="7">
                  <c:v>-0.73792</c:v>
                </c:pt>
                <c:pt idx="8">
                  <c:v>0.941809</c:v>
                </c:pt>
                <c:pt idx="9">
                  <c:v>0.635424</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0.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0.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er>
          <c:idx val="0"/>
          <c:order val="0"/>
          <c:tx>
            <c:v>42 Hz sine wave, zero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0.15</c:v>
                </c:pt>
                <c:pt idx="2">
                  <c:v>0.3</c:v>
                </c:pt>
                <c:pt idx="3">
                  <c:v>0.45</c:v>
                </c:pt>
                <c:pt idx="4">
                  <c:v>0.6</c:v>
                </c:pt>
                <c:pt idx="5">
                  <c:v>0.75</c:v>
                </c:pt>
                <c:pt idx="6">
                  <c:v>0.9</c:v>
                </c:pt>
                <c:pt idx="7">
                  <c:v>1.05</c:v>
                </c:pt>
                <c:pt idx="8">
                  <c:v>1.2</c:v>
                </c:pt>
                <c:pt idx="9">
                  <c:v>1.35</c:v>
                </c:pt>
                <c:pt idx="10">
                  <c:v>1.5</c:v>
                </c:pt>
                <c:pt idx="11">
                  <c:v>1.65</c:v>
                </c:pt>
                <c:pt idx="12">
                  <c:v>1.8</c:v>
                </c:pt>
                <c:pt idx="13">
                  <c:v>1.95</c:v>
                </c:pt>
                <c:pt idx="14">
                  <c:v>2.1</c:v>
                </c:pt>
                <c:pt idx="15">
                  <c:v>2.25</c:v>
                </c:pt>
                <c:pt idx="16">
                  <c:v>2.4</c:v>
                </c:pt>
                <c:pt idx="17">
                  <c:v>2.55</c:v>
                </c:pt>
                <c:pt idx="18">
                  <c:v>2.7</c:v>
                </c:pt>
                <c:pt idx="19">
                  <c:v>2.85</c:v>
                </c:pt>
                <c:pt idx="20">
                  <c:v>3</c:v>
                </c:pt>
                <c:pt idx="21">
                  <c:v>3.15</c:v>
                </c:pt>
                <c:pt idx="22">
                  <c:v>3.3</c:v>
                </c:pt>
                <c:pt idx="23">
                  <c:v>3.45</c:v>
                </c:pt>
                <c:pt idx="24">
                  <c:v>3.6</c:v>
                </c:pt>
                <c:pt idx="25">
                  <c:v>3.75</c:v>
                </c:pt>
                <c:pt idx="26">
                  <c:v>3.9</c:v>
                </c:pt>
                <c:pt idx="27">
                  <c:v>4.05</c:v>
                </c:pt>
                <c:pt idx="28">
                  <c:v>4.2</c:v>
                </c:pt>
                <c:pt idx="29">
                  <c:v>4.35</c:v>
                </c:pt>
                <c:pt idx="30">
                  <c:v>4.5</c:v>
                </c:pt>
                <c:pt idx="31">
                  <c:v>4.65</c:v>
                </c:pt>
                <c:pt idx="32">
                  <c:v>4.8</c:v>
                </c:pt>
                <c:pt idx="33">
                  <c:v>4.95</c:v>
                </c:pt>
                <c:pt idx="34">
                  <c:v>5.1</c:v>
                </c:pt>
                <c:pt idx="35">
                  <c:v>5.25</c:v>
                </c:pt>
                <c:pt idx="36">
                  <c:v>5.4</c:v>
                </c:pt>
                <c:pt idx="37">
                  <c:v>5.55</c:v>
                </c:pt>
                <c:pt idx="38">
                  <c:v>5.7</c:v>
                </c:pt>
                <c:pt idx="39">
                  <c:v>5.85</c:v>
                </c:pt>
                <c:pt idx="40">
                  <c:v>6</c:v>
                </c:pt>
                <c:pt idx="41">
                  <c:v>6.15</c:v>
                </c:pt>
                <c:pt idx="42">
                  <c:v>6.3</c:v>
                </c:pt>
                <c:pt idx="43">
                  <c:v>6.45</c:v>
                </c:pt>
                <c:pt idx="44">
                  <c:v>6.6</c:v>
                </c:pt>
                <c:pt idx="45">
                  <c:v>6.75</c:v>
                </c:pt>
                <c:pt idx="46">
                  <c:v>6.9</c:v>
                </c:pt>
                <c:pt idx="47">
                  <c:v>7.05</c:v>
                </c:pt>
                <c:pt idx="48">
                  <c:v>7.2</c:v>
                </c:pt>
                <c:pt idx="49">
                  <c:v>7.35</c:v>
                </c:pt>
                <c:pt idx="50">
                  <c:v>7.5</c:v>
                </c:pt>
                <c:pt idx="51">
                  <c:v>7.65</c:v>
                </c:pt>
                <c:pt idx="52">
                  <c:v>7.8</c:v>
                </c:pt>
                <c:pt idx="53">
                  <c:v>7.95</c:v>
                </c:pt>
                <c:pt idx="54">
                  <c:v>8.1</c:v>
                </c:pt>
                <c:pt idx="55">
                  <c:v>8.25</c:v>
                </c:pt>
                <c:pt idx="56">
                  <c:v>8.4</c:v>
                </c:pt>
                <c:pt idx="57">
                  <c:v>8.55</c:v>
                </c:pt>
                <c:pt idx="58">
                  <c:v>8.7</c:v>
                </c:pt>
                <c:pt idx="59">
                  <c:v>8.85</c:v>
                </c:pt>
                <c:pt idx="60">
                  <c:v>9</c:v>
                </c:pt>
                <c:pt idx="61">
                  <c:v>9.15</c:v>
                </c:pt>
                <c:pt idx="62">
                  <c:v>9.3</c:v>
                </c:pt>
                <c:pt idx="63">
                  <c:v>9.45</c:v>
                </c:pt>
                <c:pt idx="64">
                  <c:v>9.6</c:v>
                </c:pt>
                <c:pt idx="65">
                  <c:v>9.75</c:v>
                </c:pt>
                <c:pt idx="66">
                  <c:v>9.9</c:v>
                </c:pt>
                <c:pt idx="67">
                  <c:v>10.05</c:v>
                </c:pt>
                <c:pt idx="68">
                  <c:v>10.2</c:v>
                </c:pt>
                <c:pt idx="69">
                  <c:v>10.35</c:v>
                </c:pt>
                <c:pt idx="70">
                  <c:v>10.5</c:v>
                </c:pt>
                <c:pt idx="71">
                  <c:v>10.65</c:v>
                </c:pt>
                <c:pt idx="72">
                  <c:v>10.8</c:v>
                </c:pt>
                <c:pt idx="73">
                  <c:v>10.95</c:v>
                </c:pt>
                <c:pt idx="74">
                  <c:v>11.1</c:v>
                </c:pt>
                <c:pt idx="75">
                  <c:v>11.25</c:v>
                </c:pt>
                <c:pt idx="76">
                  <c:v>11.4</c:v>
                </c:pt>
                <c:pt idx="77">
                  <c:v>11.55</c:v>
                </c:pt>
                <c:pt idx="78">
                  <c:v>11.7</c:v>
                </c:pt>
                <c:pt idx="79">
                  <c:v>11.85</c:v>
                </c:pt>
                <c:pt idx="80">
                  <c:v>12</c:v>
                </c:pt>
                <c:pt idx="81">
                  <c:v>12.15</c:v>
                </c:pt>
                <c:pt idx="82">
                  <c:v>12.3</c:v>
                </c:pt>
                <c:pt idx="83">
                  <c:v>12.45</c:v>
                </c:pt>
                <c:pt idx="84">
                  <c:v>12.6</c:v>
                </c:pt>
                <c:pt idx="85">
                  <c:v>12.75</c:v>
                </c:pt>
                <c:pt idx="86">
                  <c:v>12.9</c:v>
                </c:pt>
                <c:pt idx="87">
                  <c:v>13.05</c:v>
                </c:pt>
                <c:pt idx="88">
                  <c:v>13.2</c:v>
                </c:pt>
                <c:pt idx="89">
                  <c:v>13.35</c:v>
                </c:pt>
                <c:pt idx="90">
                  <c:v>13.5</c:v>
                </c:pt>
                <c:pt idx="91">
                  <c:v>13.65</c:v>
                </c:pt>
                <c:pt idx="92">
                  <c:v>13.8</c:v>
                </c:pt>
                <c:pt idx="93">
                  <c:v>13.95</c:v>
                </c:pt>
                <c:pt idx="94">
                  <c:v>14.1</c:v>
                </c:pt>
                <c:pt idx="95">
                  <c:v>14.25</c:v>
                </c:pt>
                <c:pt idx="96">
                  <c:v>14.4</c:v>
                </c:pt>
                <c:pt idx="97">
                  <c:v>14.55</c:v>
                </c:pt>
                <c:pt idx="98">
                  <c:v>14.7</c:v>
                </c:pt>
                <c:pt idx="99">
                  <c:v>14.85</c:v>
                </c:pt>
                <c:pt idx="100">
                  <c:v>15</c:v>
                </c:pt>
                <c:pt idx="101">
                  <c:v>15.15</c:v>
                </c:pt>
                <c:pt idx="102">
                  <c:v>15.3</c:v>
                </c:pt>
                <c:pt idx="103">
                  <c:v>15.45</c:v>
                </c:pt>
                <c:pt idx="104">
                  <c:v>15.6</c:v>
                </c:pt>
                <c:pt idx="105">
                  <c:v>15.75</c:v>
                </c:pt>
                <c:pt idx="106">
                  <c:v>15.9</c:v>
                </c:pt>
                <c:pt idx="107">
                  <c:v>16.05</c:v>
                </c:pt>
                <c:pt idx="108">
                  <c:v>16.2</c:v>
                </c:pt>
                <c:pt idx="109">
                  <c:v>16.35</c:v>
                </c:pt>
                <c:pt idx="110">
                  <c:v>16.5</c:v>
                </c:pt>
                <c:pt idx="111">
                  <c:v>16.65</c:v>
                </c:pt>
                <c:pt idx="112">
                  <c:v>16.8</c:v>
                </c:pt>
                <c:pt idx="113">
                  <c:v>16.95</c:v>
                </c:pt>
                <c:pt idx="114">
                  <c:v>17.1</c:v>
                </c:pt>
                <c:pt idx="115">
                  <c:v>17.25</c:v>
                </c:pt>
                <c:pt idx="116">
                  <c:v>17.4</c:v>
                </c:pt>
                <c:pt idx="117">
                  <c:v>17.55</c:v>
                </c:pt>
                <c:pt idx="118">
                  <c:v>17.7</c:v>
                </c:pt>
                <c:pt idx="119">
                  <c:v>17.85</c:v>
                </c:pt>
                <c:pt idx="120">
                  <c:v>18</c:v>
                </c:pt>
                <c:pt idx="121">
                  <c:v>18.15</c:v>
                </c:pt>
                <c:pt idx="122">
                  <c:v>18.3</c:v>
                </c:pt>
                <c:pt idx="123">
                  <c:v>18.45</c:v>
                </c:pt>
                <c:pt idx="124">
                  <c:v>18.6</c:v>
                </c:pt>
                <c:pt idx="125">
                  <c:v>18.75</c:v>
                </c:pt>
                <c:pt idx="126">
                  <c:v>18.9</c:v>
                </c:pt>
                <c:pt idx="127">
                  <c:v>19.05</c:v>
                </c:pt>
                <c:pt idx="128">
                  <c:v>19.2</c:v>
                </c:pt>
                <c:pt idx="129">
                  <c:v>19.35</c:v>
                </c:pt>
                <c:pt idx="130">
                  <c:v>19.5</c:v>
                </c:pt>
                <c:pt idx="131">
                  <c:v>19.65</c:v>
                </c:pt>
                <c:pt idx="132">
                  <c:v>19.8</c:v>
                </c:pt>
                <c:pt idx="133">
                  <c:v>19.95</c:v>
                </c:pt>
                <c:pt idx="134">
                  <c:v>20.1</c:v>
                </c:pt>
                <c:pt idx="135">
                  <c:v>20.25</c:v>
                </c:pt>
                <c:pt idx="136">
                  <c:v>20.4</c:v>
                </c:pt>
                <c:pt idx="137">
                  <c:v>20.55</c:v>
                </c:pt>
                <c:pt idx="138">
                  <c:v>20.7</c:v>
                </c:pt>
                <c:pt idx="139">
                  <c:v>20.85</c:v>
                </c:pt>
                <c:pt idx="140">
                  <c:v>21</c:v>
                </c:pt>
                <c:pt idx="141">
                  <c:v>21.15</c:v>
                </c:pt>
                <c:pt idx="142">
                  <c:v>21.3</c:v>
                </c:pt>
                <c:pt idx="143">
                  <c:v>21.45</c:v>
                </c:pt>
                <c:pt idx="144">
                  <c:v>21.6</c:v>
                </c:pt>
                <c:pt idx="145">
                  <c:v>21.75</c:v>
                </c:pt>
                <c:pt idx="146">
                  <c:v>21.9</c:v>
                </c:pt>
                <c:pt idx="147">
                  <c:v>22.05</c:v>
                </c:pt>
                <c:pt idx="148">
                  <c:v>22.2</c:v>
                </c:pt>
                <c:pt idx="149">
                  <c:v>22.35</c:v>
                </c:pt>
                <c:pt idx="150">
                  <c:v>22.5</c:v>
                </c:pt>
                <c:pt idx="151">
                  <c:v>22.65</c:v>
                </c:pt>
                <c:pt idx="152">
                  <c:v>22.8</c:v>
                </c:pt>
                <c:pt idx="153">
                  <c:v>22.95</c:v>
                </c:pt>
                <c:pt idx="154">
                  <c:v>23.1</c:v>
                </c:pt>
                <c:pt idx="155">
                  <c:v>23.25</c:v>
                </c:pt>
                <c:pt idx="156">
                  <c:v>23.4</c:v>
                </c:pt>
                <c:pt idx="157">
                  <c:v>23.55</c:v>
                </c:pt>
                <c:pt idx="158">
                  <c:v>23.7</c:v>
                </c:pt>
                <c:pt idx="159">
                  <c:v>23.85</c:v>
                </c:pt>
                <c:pt idx="160">
                  <c:v>24</c:v>
                </c:pt>
                <c:pt idx="161">
                  <c:v>24.15</c:v>
                </c:pt>
                <c:pt idx="162">
                  <c:v>24.3</c:v>
                </c:pt>
                <c:pt idx="163">
                  <c:v>24.45</c:v>
                </c:pt>
                <c:pt idx="164">
                  <c:v>24.6</c:v>
                </c:pt>
                <c:pt idx="165">
                  <c:v>24.75</c:v>
                </c:pt>
                <c:pt idx="166">
                  <c:v>24.9</c:v>
                </c:pt>
                <c:pt idx="167">
                  <c:v>25.05</c:v>
                </c:pt>
                <c:pt idx="168">
                  <c:v>25.2</c:v>
                </c:pt>
                <c:pt idx="169">
                  <c:v>25.35</c:v>
                </c:pt>
                <c:pt idx="170">
                  <c:v>25.5</c:v>
                </c:pt>
                <c:pt idx="171">
                  <c:v>25.65</c:v>
                </c:pt>
                <c:pt idx="172">
                  <c:v>25.8</c:v>
                </c:pt>
                <c:pt idx="173">
                  <c:v>25.95</c:v>
                </c:pt>
                <c:pt idx="174">
                  <c:v>26.1</c:v>
                </c:pt>
                <c:pt idx="175">
                  <c:v>26.25</c:v>
                </c:pt>
                <c:pt idx="176">
                  <c:v>26.4</c:v>
                </c:pt>
                <c:pt idx="177">
                  <c:v>26.55</c:v>
                </c:pt>
                <c:pt idx="178">
                  <c:v>26.7</c:v>
                </c:pt>
                <c:pt idx="179">
                  <c:v>26.85</c:v>
                </c:pt>
                <c:pt idx="180">
                  <c:v>27</c:v>
                </c:pt>
                <c:pt idx="181">
                  <c:v>27.15</c:v>
                </c:pt>
                <c:pt idx="182">
                  <c:v>27.3</c:v>
                </c:pt>
                <c:pt idx="183">
                  <c:v>27.45</c:v>
                </c:pt>
                <c:pt idx="184">
                  <c:v>27.6</c:v>
                </c:pt>
                <c:pt idx="185">
                  <c:v>27.75</c:v>
                </c:pt>
                <c:pt idx="186">
                  <c:v>27.9</c:v>
                </c:pt>
                <c:pt idx="187">
                  <c:v>28.05</c:v>
                </c:pt>
                <c:pt idx="188">
                  <c:v>28.2</c:v>
                </c:pt>
                <c:pt idx="189">
                  <c:v>28.35</c:v>
                </c:pt>
                <c:pt idx="190">
                  <c:v>28.5</c:v>
                </c:pt>
                <c:pt idx="191">
                  <c:v>28.65</c:v>
                </c:pt>
                <c:pt idx="192">
                  <c:v>28.8</c:v>
                </c:pt>
                <c:pt idx="193">
                  <c:v>28.95</c:v>
                </c:pt>
                <c:pt idx="194">
                  <c:v>29.1</c:v>
                </c:pt>
                <c:pt idx="195">
                  <c:v>29.25</c:v>
                </c:pt>
                <c:pt idx="196">
                  <c:v>29.4</c:v>
                </c:pt>
                <c:pt idx="197">
                  <c:v>29.55</c:v>
                </c:pt>
                <c:pt idx="198">
                  <c:v>29.7</c:v>
                </c:pt>
                <c:pt idx="199">
                  <c:v>29.85</c:v>
                </c:pt>
                <c:pt idx="200">
                  <c:v>30</c:v>
                </c:pt>
                <c:pt idx="201">
                  <c:v>30.15</c:v>
                </c:pt>
                <c:pt idx="202">
                  <c:v>30.3</c:v>
                </c:pt>
                <c:pt idx="203">
                  <c:v>30.45</c:v>
                </c:pt>
                <c:pt idx="204">
                  <c:v>30.6</c:v>
                </c:pt>
                <c:pt idx="205">
                  <c:v>30.75</c:v>
                </c:pt>
                <c:pt idx="206">
                  <c:v>30.9</c:v>
                </c:pt>
                <c:pt idx="207">
                  <c:v>31.05</c:v>
                </c:pt>
                <c:pt idx="208">
                  <c:v>31.2</c:v>
                </c:pt>
                <c:pt idx="209">
                  <c:v>31.35</c:v>
                </c:pt>
                <c:pt idx="210">
                  <c:v>31.5</c:v>
                </c:pt>
                <c:pt idx="211">
                  <c:v>31.65</c:v>
                </c:pt>
                <c:pt idx="212">
                  <c:v>31.8</c:v>
                </c:pt>
                <c:pt idx="213">
                  <c:v>31.95</c:v>
                </c:pt>
                <c:pt idx="214">
                  <c:v>32.1</c:v>
                </c:pt>
                <c:pt idx="215">
                  <c:v>32.25</c:v>
                </c:pt>
                <c:pt idx="216">
                  <c:v>32.4</c:v>
                </c:pt>
                <c:pt idx="217">
                  <c:v>32.55</c:v>
                </c:pt>
                <c:pt idx="218">
                  <c:v>32.7</c:v>
                </c:pt>
                <c:pt idx="219">
                  <c:v>32.85</c:v>
                </c:pt>
                <c:pt idx="220">
                  <c:v>33</c:v>
                </c:pt>
                <c:pt idx="221">
                  <c:v>33.15</c:v>
                </c:pt>
                <c:pt idx="222">
                  <c:v>33.3</c:v>
                </c:pt>
                <c:pt idx="223">
                  <c:v>33.45</c:v>
                </c:pt>
                <c:pt idx="224">
                  <c:v>33.6</c:v>
                </c:pt>
                <c:pt idx="225">
                  <c:v>33.75</c:v>
                </c:pt>
                <c:pt idx="226">
                  <c:v>33.9</c:v>
                </c:pt>
                <c:pt idx="227">
                  <c:v>34.05</c:v>
                </c:pt>
                <c:pt idx="228">
                  <c:v>34.2</c:v>
                </c:pt>
                <c:pt idx="229">
                  <c:v>34.35</c:v>
                </c:pt>
                <c:pt idx="230">
                  <c:v>34.5</c:v>
                </c:pt>
                <c:pt idx="231">
                  <c:v>34.65</c:v>
                </c:pt>
                <c:pt idx="232">
                  <c:v>34.8</c:v>
                </c:pt>
                <c:pt idx="233">
                  <c:v>34.95</c:v>
                </c:pt>
                <c:pt idx="234">
                  <c:v>35.1</c:v>
                </c:pt>
                <c:pt idx="235">
                  <c:v>35.25</c:v>
                </c:pt>
                <c:pt idx="236">
                  <c:v>35.4</c:v>
                </c:pt>
                <c:pt idx="237">
                  <c:v>35.55</c:v>
                </c:pt>
                <c:pt idx="238">
                  <c:v>35.7</c:v>
                </c:pt>
                <c:pt idx="239">
                  <c:v>35.85</c:v>
                </c:pt>
                <c:pt idx="240">
                  <c:v>36</c:v>
                </c:pt>
                <c:pt idx="241">
                  <c:v>36.15</c:v>
                </c:pt>
                <c:pt idx="242">
                  <c:v>36.3</c:v>
                </c:pt>
                <c:pt idx="243">
                  <c:v>36.45</c:v>
                </c:pt>
                <c:pt idx="244">
                  <c:v>36.6</c:v>
                </c:pt>
                <c:pt idx="245">
                  <c:v>36.75</c:v>
                </c:pt>
                <c:pt idx="246">
                  <c:v>36.9</c:v>
                </c:pt>
                <c:pt idx="247">
                  <c:v>37.05</c:v>
                </c:pt>
                <c:pt idx="248">
                  <c:v>37.2</c:v>
                </c:pt>
                <c:pt idx="249">
                  <c:v>37.35</c:v>
                </c:pt>
                <c:pt idx="250">
                  <c:v>37.5</c:v>
                </c:pt>
                <c:pt idx="251">
                  <c:v>37.65</c:v>
                </c:pt>
                <c:pt idx="252">
                  <c:v>37.8</c:v>
                </c:pt>
                <c:pt idx="253">
                  <c:v>37.95</c:v>
                </c:pt>
                <c:pt idx="254">
                  <c:v>38.1</c:v>
                </c:pt>
                <c:pt idx="255">
                  <c:v>38.25</c:v>
                </c:pt>
                <c:pt idx="256">
                  <c:v>38.4</c:v>
                </c:pt>
                <c:pt idx="257">
                  <c:v>38.55</c:v>
                </c:pt>
                <c:pt idx="258">
                  <c:v>38.7</c:v>
                </c:pt>
                <c:pt idx="259">
                  <c:v>38.85</c:v>
                </c:pt>
                <c:pt idx="260">
                  <c:v>39</c:v>
                </c:pt>
                <c:pt idx="261">
                  <c:v>39.15</c:v>
                </c:pt>
                <c:pt idx="262">
                  <c:v>39.3</c:v>
                </c:pt>
                <c:pt idx="263">
                  <c:v>39.45</c:v>
                </c:pt>
                <c:pt idx="264">
                  <c:v>39.6</c:v>
                </c:pt>
                <c:pt idx="265">
                  <c:v>39.75</c:v>
                </c:pt>
                <c:pt idx="266">
                  <c:v>39.9</c:v>
                </c:pt>
                <c:pt idx="267">
                  <c:v>40.05</c:v>
                </c:pt>
                <c:pt idx="268">
                  <c:v>40.2</c:v>
                </c:pt>
                <c:pt idx="269">
                  <c:v>40.35</c:v>
                </c:pt>
                <c:pt idx="270">
                  <c:v>40.5</c:v>
                </c:pt>
                <c:pt idx="271">
                  <c:v>40.65</c:v>
                </c:pt>
                <c:pt idx="272">
                  <c:v>40.8</c:v>
                </c:pt>
                <c:pt idx="273">
                  <c:v>40.95</c:v>
                </c:pt>
                <c:pt idx="274">
                  <c:v>41.1</c:v>
                </c:pt>
                <c:pt idx="275">
                  <c:v>41.25</c:v>
                </c:pt>
                <c:pt idx="276">
                  <c:v>41.4</c:v>
                </c:pt>
                <c:pt idx="277">
                  <c:v>41.55</c:v>
                </c:pt>
                <c:pt idx="278">
                  <c:v>41.7</c:v>
                </c:pt>
                <c:pt idx="279">
                  <c:v>41.85</c:v>
                </c:pt>
                <c:pt idx="280">
                  <c:v>42</c:v>
                </c:pt>
                <c:pt idx="281">
                  <c:v>42.15</c:v>
                </c:pt>
                <c:pt idx="282">
                  <c:v>42.3</c:v>
                </c:pt>
                <c:pt idx="283">
                  <c:v>42.45</c:v>
                </c:pt>
                <c:pt idx="284">
                  <c:v>42.6</c:v>
                </c:pt>
                <c:pt idx="285">
                  <c:v>42.75</c:v>
                </c:pt>
                <c:pt idx="286">
                  <c:v>42.9</c:v>
                </c:pt>
                <c:pt idx="287">
                  <c:v>43.05</c:v>
                </c:pt>
                <c:pt idx="288">
                  <c:v>43.2</c:v>
                </c:pt>
                <c:pt idx="289">
                  <c:v>43.35</c:v>
                </c:pt>
                <c:pt idx="290">
                  <c:v>43.5</c:v>
                </c:pt>
                <c:pt idx="291">
                  <c:v>43.65</c:v>
                </c:pt>
                <c:pt idx="292">
                  <c:v>43.8</c:v>
                </c:pt>
                <c:pt idx="293">
                  <c:v>43.95</c:v>
                </c:pt>
                <c:pt idx="294">
                  <c:v>44.1</c:v>
                </c:pt>
                <c:pt idx="295">
                  <c:v>44.25</c:v>
                </c:pt>
                <c:pt idx="296">
                  <c:v>44.4</c:v>
                </c:pt>
                <c:pt idx="297">
                  <c:v>44.55</c:v>
                </c:pt>
                <c:pt idx="298">
                  <c:v>44.7</c:v>
                </c:pt>
                <c:pt idx="299">
                  <c:v>44.85</c:v>
                </c:pt>
                <c:pt idx="300">
                  <c:v>45</c:v>
                </c:pt>
                <c:pt idx="301">
                  <c:v>45.15</c:v>
                </c:pt>
                <c:pt idx="302">
                  <c:v>45.3</c:v>
                </c:pt>
                <c:pt idx="303">
                  <c:v>45.45</c:v>
                </c:pt>
                <c:pt idx="304">
                  <c:v>45.6</c:v>
                </c:pt>
                <c:pt idx="305">
                  <c:v>45.75</c:v>
                </c:pt>
                <c:pt idx="306">
                  <c:v>45.9</c:v>
                </c:pt>
                <c:pt idx="307">
                  <c:v>46.05</c:v>
                </c:pt>
                <c:pt idx="308">
                  <c:v>46.2</c:v>
                </c:pt>
                <c:pt idx="309">
                  <c:v>46.35</c:v>
                </c:pt>
                <c:pt idx="310">
                  <c:v>46.5</c:v>
                </c:pt>
                <c:pt idx="311">
                  <c:v>46.65</c:v>
                </c:pt>
                <c:pt idx="312">
                  <c:v>46.8</c:v>
                </c:pt>
                <c:pt idx="313">
                  <c:v>46.95</c:v>
                </c:pt>
                <c:pt idx="314">
                  <c:v>47.1</c:v>
                </c:pt>
                <c:pt idx="315">
                  <c:v>47.25</c:v>
                </c:pt>
                <c:pt idx="316">
                  <c:v>47.4</c:v>
                </c:pt>
                <c:pt idx="317">
                  <c:v>47.55</c:v>
                </c:pt>
                <c:pt idx="318">
                  <c:v>47.7</c:v>
                </c:pt>
                <c:pt idx="319">
                  <c:v>47.85</c:v>
                </c:pt>
                <c:pt idx="320">
                  <c:v>48</c:v>
                </c:pt>
                <c:pt idx="321">
                  <c:v>48.15</c:v>
                </c:pt>
                <c:pt idx="322">
                  <c:v>48.3</c:v>
                </c:pt>
                <c:pt idx="323">
                  <c:v>48.45</c:v>
                </c:pt>
                <c:pt idx="324">
                  <c:v>48.6</c:v>
                </c:pt>
                <c:pt idx="325">
                  <c:v>48.75</c:v>
                </c:pt>
                <c:pt idx="326">
                  <c:v>48.9</c:v>
                </c:pt>
                <c:pt idx="327">
                  <c:v>49.05</c:v>
                </c:pt>
                <c:pt idx="328">
                  <c:v>49.2</c:v>
                </c:pt>
                <c:pt idx="329">
                  <c:v>49.35</c:v>
                </c:pt>
                <c:pt idx="330">
                  <c:v>49.5</c:v>
                </c:pt>
                <c:pt idx="331">
                  <c:v>49.65</c:v>
                </c:pt>
                <c:pt idx="332">
                  <c:v>49.8</c:v>
                </c:pt>
                <c:pt idx="333">
                  <c:v>49.95</c:v>
                </c:pt>
                <c:pt idx="334">
                  <c:v>50.1</c:v>
                </c:pt>
                <c:pt idx="335">
                  <c:v>50.25</c:v>
                </c:pt>
                <c:pt idx="336">
                  <c:v>50.4</c:v>
                </c:pt>
                <c:pt idx="337">
                  <c:v>50.55</c:v>
                </c:pt>
                <c:pt idx="338">
                  <c:v>50.7</c:v>
                </c:pt>
                <c:pt idx="339">
                  <c:v>50.85</c:v>
                </c:pt>
                <c:pt idx="340">
                  <c:v>51</c:v>
                </c:pt>
                <c:pt idx="341">
                  <c:v>51.15</c:v>
                </c:pt>
                <c:pt idx="342">
                  <c:v>51.3</c:v>
                </c:pt>
                <c:pt idx="343">
                  <c:v>51.45</c:v>
                </c:pt>
                <c:pt idx="344">
                  <c:v>51.6</c:v>
                </c:pt>
                <c:pt idx="345">
                  <c:v>51.75</c:v>
                </c:pt>
                <c:pt idx="346">
                  <c:v>51.9</c:v>
                </c:pt>
                <c:pt idx="347">
                  <c:v>52.05</c:v>
                </c:pt>
                <c:pt idx="348">
                  <c:v>52.2</c:v>
                </c:pt>
                <c:pt idx="349">
                  <c:v>52.35</c:v>
                </c:pt>
                <c:pt idx="350">
                  <c:v>52.5</c:v>
                </c:pt>
                <c:pt idx="351">
                  <c:v>52.65</c:v>
                </c:pt>
                <c:pt idx="352">
                  <c:v>52.8</c:v>
                </c:pt>
                <c:pt idx="353">
                  <c:v>52.95</c:v>
                </c:pt>
                <c:pt idx="354">
                  <c:v>53.1</c:v>
                </c:pt>
                <c:pt idx="355">
                  <c:v>53.25</c:v>
                </c:pt>
                <c:pt idx="356">
                  <c:v>53.4</c:v>
                </c:pt>
                <c:pt idx="357">
                  <c:v>53.55</c:v>
                </c:pt>
                <c:pt idx="358">
                  <c:v>53.7</c:v>
                </c:pt>
                <c:pt idx="359">
                  <c:v>53.85</c:v>
                </c:pt>
                <c:pt idx="360">
                  <c:v>54</c:v>
                </c:pt>
                <c:pt idx="361">
                  <c:v>54.15</c:v>
                </c:pt>
                <c:pt idx="362">
                  <c:v>54.3</c:v>
                </c:pt>
                <c:pt idx="363">
                  <c:v>54.45</c:v>
                </c:pt>
                <c:pt idx="364">
                  <c:v>54.6</c:v>
                </c:pt>
                <c:pt idx="365">
                  <c:v>54.75</c:v>
                </c:pt>
                <c:pt idx="366">
                  <c:v>54.9</c:v>
                </c:pt>
                <c:pt idx="367">
                  <c:v>55.05</c:v>
                </c:pt>
                <c:pt idx="368">
                  <c:v>55.2</c:v>
                </c:pt>
                <c:pt idx="369">
                  <c:v>55.35</c:v>
                </c:pt>
                <c:pt idx="370">
                  <c:v>55.5</c:v>
                </c:pt>
                <c:pt idx="371">
                  <c:v>55.65</c:v>
                </c:pt>
                <c:pt idx="372">
                  <c:v>55.8</c:v>
                </c:pt>
                <c:pt idx="373">
                  <c:v>55.95</c:v>
                </c:pt>
                <c:pt idx="374">
                  <c:v>56.1</c:v>
                </c:pt>
                <c:pt idx="375">
                  <c:v>56.25</c:v>
                </c:pt>
                <c:pt idx="376">
                  <c:v>56.4</c:v>
                </c:pt>
                <c:pt idx="377">
                  <c:v>56.55</c:v>
                </c:pt>
                <c:pt idx="378">
                  <c:v>56.7</c:v>
                </c:pt>
                <c:pt idx="379">
                  <c:v>56.85</c:v>
                </c:pt>
                <c:pt idx="380">
                  <c:v>57</c:v>
                </c:pt>
                <c:pt idx="381">
                  <c:v>57.15</c:v>
                </c:pt>
                <c:pt idx="382">
                  <c:v>57.3</c:v>
                </c:pt>
                <c:pt idx="383">
                  <c:v>57.45</c:v>
                </c:pt>
                <c:pt idx="384">
                  <c:v>57.6</c:v>
                </c:pt>
                <c:pt idx="385">
                  <c:v>57.75</c:v>
                </c:pt>
                <c:pt idx="386">
                  <c:v>57.9</c:v>
                </c:pt>
                <c:pt idx="387">
                  <c:v>58.05</c:v>
                </c:pt>
                <c:pt idx="388">
                  <c:v>58.2</c:v>
                </c:pt>
                <c:pt idx="389">
                  <c:v>58.35</c:v>
                </c:pt>
                <c:pt idx="390">
                  <c:v>58.5</c:v>
                </c:pt>
                <c:pt idx="391">
                  <c:v>58.65</c:v>
                </c:pt>
                <c:pt idx="392">
                  <c:v>58.8</c:v>
                </c:pt>
                <c:pt idx="393">
                  <c:v>58.95</c:v>
                </c:pt>
                <c:pt idx="394">
                  <c:v>59.1</c:v>
                </c:pt>
                <c:pt idx="395">
                  <c:v>59.25</c:v>
                </c:pt>
                <c:pt idx="396">
                  <c:v>59.4</c:v>
                </c:pt>
                <c:pt idx="397">
                  <c:v>59.55</c:v>
                </c:pt>
                <c:pt idx="398">
                  <c:v>59.7</c:v>
                </c:pt>
                <c:pt idx="399">
                  <c:v>59.85</c:v>
                </c:pt>
                <c:pt idx="400">
                  <c:v>60</c:v>
                </c:pt>
              </c:numCache>
            </c:numRef>
          </c:xVal>
          <c:yVal>
            <c:numRef>
              <c:f>'Chart Data'!$B$2:$B$402</c:f>
              <c:numCache>
                <c:formatCode>0.0</c:formatCode>
                <c:ptCount val="401"/>
                <c:pt idx="0">
                  <c:v>0</c:v>
                </c:pt>
                <c:pt idx="1">
                  <c:v>0.04748848</c:v>
                </c:pt>
                <c:pt idx="2">
                  <c:v>0.09490255</c:v>
                </c:pt>
                <c:pt idx="3">
                  <c:v>0.14216795</c:v>
                </c:pt>
                <c:pt idx="4">
                  <c:v>0.18921061</c:v>
                </c:pt>
                <c:pt idx="5">
                  <c:v>0.23595683</c:v>
                </c:pt>
                <c:pt idx="6">
                  <c:v>0.28233339</c:v>
                </c:pt>
                <c:pt idx="7">
                  <c:v>0.32826761</c:v>
                </c:pt>
                <c:pt idx="8">
                  <c:v>0.37368754</c:v>
                </c:pt>
                <c:pt idx="9">
                  <c:v>0.41852201</c:v>
                </c:pt>
                <c:pt idx="10">
                  <c:v>0.46270079</c:v>
                </c:pt>
                <c:pt idx="11">
                  <c:v>0.50615466</c:v>
                </c:pt>
                <c:pt idx="12">
                  <c:v>0.54881554</c:v>
                </c:pt>
                <c:pt idx="13">
                  <c:v>0.59061659</c:v>
                </c:pt>
                <c:pt idx="14">
                  <c:v>0.63149233</c:v>
                </c:pt>
                <c:pt idx="15">
                  <c:v>0.67137871</c:v>
                </c:pt>
                <c:pt idx="16">
                  <c:v>0.71021325</c:v>
                </c:pt>
                <c:pt idx="17">
                  <c:v>0.7479351</c:v>
                </c:pt>
                <c:pt idx="18">
                  <c:v>0.78448516</c:v>
                </c:pt>
                <c:pt idx="19">
                  <c:v>0.81980618</c:v>
                </c:pt>
                <c:pt idx="20">
                  <c:v>0.85384281</c:v>
                </c:pt>
                <c:pt idx="21">
                  <c:v>0.88654173</c:v>
                </c:pt>
                <c:pt idx="22">
                  <c:v>0.91785172</c:v>
                </c:pt>
                <c:pt idx="23">
                  <c:v>0.94772371</c:v>
                </c:pt>
                <c:pt idx="24">
                  <c:v>0.9761109</c:v>
                </c:pt>
                <c:pt idx="25">
                  <c:v>1.00296883</c:v>
                </c:pt>
                <c:pt idx="26">
                  <c:v>1.02825542</c:v>
                </c:pt>
                <c:pt idx="27">
                  <c:v>1.05193104</c:v>
                </c:pt>
                <c:pt idx="28">
                  <c:v>1.07395861</c:v>
                </c:pt>
                <c:pt idx="29">
                  <c:v>1.09430362</c:v>
                </c:pt>
                <c:pt idx="30">
                  <c:v>1.11293418</c:v>
                </c:pt>
                <c:pt idx="31">
                  <c:v>1.12982112</c:v>
                </c:pt>
                <c:pt idx="32">
                  <c:v>1.14493798</c:v>
                </c:pt>
                <c:pt idx="33">
                  <c:v>1.15826107</c:v>
                </c:pt>
                <c:pt idx="34">
                  <c:v>1.16976952</c:v>
                </c:pt>
                <c:pt idx="35">
                  <c:v>1.17944529</c:v>
                </c:pt>
                <c:pt idx="36">
                  <c:v>1.18727324</c:v>
                </c:pt>
                <c:pt idx="37">
                  <c:v>1.1932411</c:v>
                </c:pt>
                <c:pt idx="38">
                  <c:v>1.19733951</c:v>
                </c:pt>
                <c:pt idx="39">
                  <c:v>1.19956205</c:v>
                </c:pt>
                <c:pt idx="40">
                  <c:v>1.19990525</c:v>
                </c:pt>
                <c:pt idx="41">
                  <c:v>1.19836857</c:v>
                </c:pt>
                <c:pt idx="42">
                  <c:v>1.19495441</c:v>
                </c:pt>
                <c:pt idx="43">
                  <c:v>1.18966812</c:v>
                </c:pt>
                <c:pt idx="44">
                  <c:v>1.18251799</c:v>
                </c:pt>
                <c:pt idx="45">
                  <c:v>1.17351521</c:v>
                </c:pt>
                <c:pt idx="46">
                  <c:v>1.16267389</c:v>
                </c:pt>
                <c:pt idx="47">
                  <c:v>1.15001102</c:v>
                </c:pt>
                <c:pt idx="48">
                  <c:v>1.13554643</c:v>
                </c:pt>
                <c:pt idx="49">
                  <c:v>1.1193028</c:v>
                </c:pt>
                <c:pt idx="50">
                  <c:v>1.10130555</c:v>
                </c:pt>
                <c:pt idx="51">
                  <c:v>1.0815829</c:v>
                </c:pt>
                <c:pt idx="52">
                  <c:v>1.06016574</c:v>
                </c:pt>
                <c:pt idx="53">
                  <c:v>1.03708762</c:v>
                </c:pt>
                <c:pt idx="54">
                  <c:v>1.0123847</c:v>
                </c:pt>
                <c:pt idx="55">
                  <c:v>0.98609569</c:v>
                </c:pt>
                <c:pt idx="56">
                  <c:v>0.95826177</c:v>
                </c:pt>
                <c:pt idx="57">
                  <c:v>0.92892654</c:v>
                </c:pt>
                <c:pt idx="58">
                  <c:v>0.89813597</c:v>
                </c:pt>
                <c:pt idx="59">
                  <c:v>0.8659383</c:v>
                </c:pt>
                <c:pt idx="60">
                  <c:v>0.83238397</c:v>
                </c:pt>
                <c:pt idx="61">
                  <c:v>0.79752554</c:v>
                </c:pt>
                <c:pt idx="62">
                  <c:v>0.76141764</c:v>
                </c:pt>
                <c:pt idx="63">
                  <c:v>0.72411683</c:v>
                </c:pt>
                <c:pt idx="64">
                  <c:v>0.68568155</c:v>
                </c:pt>
                <c:pt idx="65">
                  <c:v>0.64617202</c:v>
                </c:pt>
                <c:pt idx="66">
                  <c:v>0.60565013</c:v>
                </c:pt>
                <c:pt idx="67">
                  <c:v>0.56417938</c:v>
                </c:pt>
                <c:pt idx="68">
                  <c:v>0.52182472</c:v>
                </c:pt>
                <c:pt idx="69">
                  <c:v>0.47865253</c:v>
                </c:pt>
                <c:pt idx="70">
                  <c:v>0.43473044</c:v>
                </c:pt>
                <c:pt idx="71">
                  <c:v>0.39012726</c:v>
                </c:pt>
                <c:pt idx="72">
                  <c:v>0.34491287</c:v>
                </c:pt>
                <c:pt idx="73">
                  <c:v>0.2991581</c:v>
                </c:pt>
                <c:pt idx="74">
                  <c:v>0.25293465</c:v>
                </c:pt>
                <c:pt idx="75">
                  <c:v>0.20631492</c:v>
                </c:pt>
                <c:pt idx="76">
                  <c:v>0.15937196</c:v>
                </c:pt>
                <c:pt idx="77">
                  <c:v>0.11217932</c:v>
                </c:pt>
                <c:pt idx="78">
                  <c:v>0.06481092</c:v>
                </c:pt>
                <c:pt idx="79">
                  <c:v>0.01734099</c:v>
                </c:pt>
                <c:pt idx="80">
                  <c:v>-0.03015611</c:v>
                </c:pt>
                <c:pt idx="81">
                  <c:v>-0.07760597</c:v>
                </c:pt>
                <c:pt idx="82">
                  <c:v>-0.12493424</c:v>
                </c:pt>
                <c:pt idx="83">
                  <c:v>-0.17206678</c:v>
                </c:pt>
                <c:pt idx="84">
                  <c:v>-0.21892974</c:v>
                </c:pt>
                <c:pt idx="85">
                  <c:v>-0.26544971</c:v>
                </c:pt>
                <c:pt idx="86">
                  <c:v>-0.3115538</c:v>
                </c:pt>
                <c:pt idx="87">
                  <c:v>-0.35716978</c:v>
                </c:pt>
                <c:pt idx="88">
                  <c:v>-0.40222618</c:v>
                </c:pt>
                <c:pt idx="89">
                  <c:v>-0.44665242</c:v>
                </c:pt>
                <c:pt idx="90">
                  <c:v>-0.49037889</c:v>
                </c:pt>
                <c:pt idx="91">
                  <c:v>-0.53333709</c:v>
                </c:pt>
                <c:pt idx="92">
                  <c:v>-0.57545971</c:v>
                </c:pt>
                <c:pt idx="93">
                  <c:v>-0.61668076</c:v>
                </c:pt>
                <c:pt idx="94">
                  <c:v>-0.65693566</c:v>
                </c:pt>
                <c:pt idx="95">
                  <c:v>-0.69616135</c:v>
                </c:pt>
                <c:pt idx="96">
                  <c:v>-0.73429636</c:v>
                </c:pt>
                <c:pt idx="97">
                  <c:v>-0.77128095</c:v>
                </c:pt>
                <c:pt idx="98">
                  <c:v>-0.80705719</c:v>
                </c:pt>
                <c:pt idx="99">
                  <c:v>-0.84156901</c:v>
                </c:pt>
                <c:pt idx="100">
                  <c:v>-0.87476235</c:v>
                </c:pt>
                <c:pt idx="101">
                  <c:v>-0.90658521</c:v>
                </c:pt>
                <c:pt idx="102">
                  <c:v>-0.93698773</c:v>
                </c:pt>
                <c:pt idx="103">
                  <c:v>-0.96592227</c:v>
                </c:pt>
                <c:pt idx="104">
                  <c:v>-0.99334351</c:v>
                </c:pt>
                <c:pt idx="105">
                  <c:v>-1.01920848</c:v>
                </c:pt>
                <c:pt idx="106">
                  <c:v>-1.04347667</c:v>
                </c:pt>
                <c:pt idx="107">
                  <c:v>-1.06611004</c:v>
                </c:pt>
                <c:pt idx="108">
                  <c:v>-1.08707315</c:v>
                </c:pt>
                <c:pt idx="109">
                  <c:v>-1.10633315</c:v>
                </c:pt>
                <c:pt idx="110">
                  <c:v>-1.12385986</c:v>
                </c:pt>
                <c:pt idx="111">
                  <c:v>-1.13962583</c:v>
                </c:pt>
                <c:pt idx="112">
                  <c:v>-1.15360636</c:v>
                </c:pt>
                <c:pt idx="113">
                  <c:v>-1.16577953</c:v>
                </c:pt>
                <c:pt idx="114">
                  <c:v>-1.17612629</c:v>
                </c:pt>
                <c:pt idx="115">
                  <c:v>-1.18463042</c:v>
                </c:pt>
                <c:pt idx="116">
                  <c:v>-1.19127859</c:v>
                </c:pt>
                <c:pt idx="117">
                  <c:v>-1.1960604</c:v>
                </c:pt>
                <c:pt idx="118">
                  <c:v>-1.19896834</c:v>
                </c:pt>
                <c:pt idx="119">
                  <c:v>-1.19999787</c:v>
                </c:pt>
                <c:pt idx="120">
                  <c:v>-1.19914737</c:v>
                </c:pt>
                <c:pt idx="121">
                  <c:v>-1.19641817</c:v>
                </c:pt>
                <c:pt idx="122">
                  <c:v>-1.19181455</c:v>
                </c:pt>
                <c:pt idx="123">
                  <c:v>-1.18534372</c:v>
                </c:pt>
                <c:pt idx="124">
                  <c:v>-1.17701583</c:v>
                </c:pt>
                <c:pt idx="125">
                  <c:v>-1.1668439</c:v>
                </c:pt>
                <c:pt idx="126">
                  <c:v>-1.1548439</c:v>
                </c:pt>
                <c:pt idx="127">
                  <c:v>-1.1410346</c:v>
                </c:pt>
                <c:pt idx="128">
                  <c:v>-1.12543765</c:v>
                </c:pt>
                <c:pt idx="129">
                  <c:v>-1.10807749</c:v>
                </c:pt>
                <c:pt idx="130">
                  <c:v>-1.08898131</c:v>
                </c:pt>
                <c:pt idx="131">
                  <c:v>-1.06817903</c:v>
                </c:pt>
                <c:pt idx="132">
                  <c:v>-1.04570324</c:v>
                </c:pt>
                <c:pt idx="133">
                  <c:v>-1.02158915</c:v>
                </c:pt>
                <c:pt idx="134">
                  <c:v>-0.99587454</c:v>
                </c:pt>
                <c:pt idx="135">
                  <c:v>-0.96859971</c:v>
                </c:pt>
                <c:pt idx="136">
                  <c:v>-0.93980737</c:v>
                </c:pt>
                <c:pt idx="137">
                  <c:v>-0.90954265</c:v>
                </c:pt>
                <c:pt idx="138">
                  <c:v>-0.87785295</c:v>
                </c:pt>
                <c:pt idx="139">
                  <c:v>-0.84478792</c:v>
                </c:pt>
                <c:pt idx="140">
                  <c:v>-0.81039937</c:v>
                </c:pt>
                <c:pt idx="141">
                  <c:v>-0.77474117</c:v>
                </c:pt>
                <c:pt idx="142">
                  <c:v>-0.73786919</c:v>
                </c:pt>
                <c:pt idx="143">
                  <c:v>-0.69984119</c:v>
                </c:pt>
                <c:pt idx="144">
                  <c:v>-0.66071676</c:v>
                </c:pt>
                <c:pt idx="145">
                  <c:v>-0.62055719</c:v>
                </c:pt>
                <c:pt idx="146">
                  <c:v>-0.57942539</c:v>
                </c:pt>
                <c:pt idx="147">
                  <c:v>-0.53738581</c:v>
                </c:pt>
                <c:pt idx="148">
                  <c:v>-0.49450431</c:v>
                </c:pt>
                <c:pt idx="149">
                  <c:v>-0.45084808</c:v>
                </c:pt>
                <c:pt idx="150">
                  <c:v>-0.4064855</c:v>
                </c:pt>
                <c:pt idx="151">
                  <c:v>-0.36148609</c:v>
                </c:pt>
                <c:pt idx="152">
                  <c:v>-0.31592034</c:v>
                </c:pt>
                <c:pt idx="153">
                  <c:v>-0.26985964</c:v>
                </c:pt>
                <c:pt idx="154">
                  <c:v>-0.22337615</c:v>
                </c:pt>
                <c:pt idx="155">
                  <c:v>-0.17654269</c:v>
                </c:pt>
                <c:pt idx="156">
                  <c:v>-0.12943265</c:v>
                </c:pt>
                <c:pt idx="157">
                  <c:v>-0.08211983</c:v>
                </c:pt>
                <c:pt idx="158">
                  <c:v>-0.03467835</c:v>
                </c:pt>
                <c:pt idx="159">
                  <c:v>0.01281745</c:v>
                </c:pt>
                <c:pt idx="160">
                  <c:v>0.06029318</c:v>
                </c:pt>
                <c:pt idx="161">
                  <c:v>0.10767445</c:v>
                </c:pt>
                <c:pt idx="162">
                  <c:v>0.15488702</c:v>
                </c:pt>
                <c:pt idx="163">
                  <c:v>0.20185694</c:v>
                </c:pt>
                <c:pt idx="164">
                  <c:v>0.2485106</c:v>
                </c:pt>
                <c:pt idx="165">
                  <c:v>0.29477493</c:v>
                </c:pt>
                <c:pt idx="166">
                  <c:v>0.34057743</c:v>
                </c:pt>
                <c:pt idx="167">
                  <c:v>0.38584635</c:v>
                </c:pt>
                <c:pt idx="168">
                  <c:v>0.43051077</c:v>
                </c:pt>
                <c:pt idx="169">
                  <c:v>0.47450071</c:v>
                </c:pt>
                <c:pt idx="170">
                  <c:v>0.51774725</c:v>
                </c:pt>
                <c:pt idx="171">
                  <c:v>0.56018265</c:v>
                </c:pt>
                <c:pt idx="172">
                  <c:v>0.6017404</c:v>
                </c:pt>
                <c:pt idx="173">
                  <c:v>0.64235542</c:v>
                </c:pt>
                <c:pt idx="174">
                  <c:v>0.68196406</c:v>
                </c:pt>
                <c:pt idx="175">
                  <c:v>0.72050427</c:v>
                </c:pt>
                <c:pt idx="176">
                  <c:v>0.75791567</c:v>
                </c:pt>
                <c:pt idx="177">
                  <c:v>0.79413965</c:v>
                </c:pt>
                <c:pt idx="178">
                  <c:v>0.82911946</c:v>
                </c:pt>
                <c:pt idx="179">
                  <c:v>0.86280029</c:v>
                </c:pt>
                <c:pt idx="180">
                  <c:v>0.89512937</c:v>
                </c:pt>
                <c:pt idx="181">
                  <c:v>0.92605607</c:v>
                </c:pt>
                <c:pt idx="182">
                  <c:v>0.95553191</c:v>
                </c:pt>
                <c:pt idx="183">
                  <c:v>0.98351073</c:v>
                </c:pt>
                <c:pt idx="184">
                  <c:v>1.00994869</c:v>
                </c:pt>
                <c:pt idx="185">
                  <c:v>1.03480437</c:v>
                </c:pt>
                <c:pt idx="186">
                  <c:v>1.05803883</c:v>
                </c:pt>
                <c:pt idx="187">
                  <c:v>1.07961567</c:v>
                </c:pt>
                <c:pt idx="188">
                  <c:v>1.09950107</c:v>
                </c:pt>
                <c:pt idx="189">
                  <c:v>1.1176639</c:v>
                </c:pt>
                <c:pt idx="190">
                  <c:v>1.13407569</c:v>
                </c:pt>
                <c:pt idx="191">
                  <c:v>1.14871073</c:v>
                </c:pt>
                <c:pt idx="192">
                  <c:v>1.16154609</c:v>
                </c:pt>
                <c:pt idx="193">
                  <c:v>1.17256167</c:v>
                </c:pt>
                <c:pt idx="194">
                  <c:v>1.1817402</c:v>
                </c:pt>
                <c:pt idx="195">
                  <c:v>1.1890673</c:v>
                </c:pt>
                <c:pt idx="196">
                  <c:v>1.1945315</c:v>
                </c:pt>
                <c:pt idx="197">
                  <c:v>1.19812424</c:v>
                </c:pt>
                <c:pt idx="198">
                  <c:v>1.19983988</c:v>
                </c:pt>
                <c:pt idx="199">
                  <c:v>1.19967574</c:v>
                </c:pt>
                <c:pt idx="200">
                  <c:v>1.19763207</c:v>
                </c:pt>
                <c:pt idx="201">
                  <c:v>1.19371209</c:v>
                </c:pt>
                <c:pt idx="202">
                  <c:v>1.18792192</c:v>
                </c:pt>
                <c:pt idx="203">
                  <c:v>1.18027064</c:v>
                </c:pt>
                <c:pt idx="204">
                  <c:v>1.17077024</c:v>
                </c:pt>
                <c:pt idx="205">
                  <c:v>1.1594356</c:v>
                </c:pt>
                <c:pt idx="206">
                  <c:v>1.14628448</c:v>
                </c:pt>
                <c:pt idx="207">
                  <c:v>1.13133748</c:v>
                </c:pt>
                <c:pt idx="208">
                  <c:v>1.11461802</c:v>
                </c:pt>
                <c:pt idx="209">
                  <c:v>1.0961523</c:v>
                </c:pt>
                <c:pt idx="210">
                  <c:v>1.07596924</c:v>
                </c:pt>
                <c:pt idx="211">
                  <c:v>1.05410047</c:v>
                </c:pt>
                <c:pt idx="212">
                  <c:v>1.03058025</c:v>
                </c:pt>
                <c:pt idx="213">
                  <c:v>1.00544542</c:v>
                </c:pt>
                <c:pt idx="214">
                  <c:v>0.97873537</c:v>
                </c:pt>
                <c:pt idx="215">
                  <c:v>0.95049194</c:v>
                </c:pt>
                <c:pt idx="216">
                  <c:v>0.92075938</c:v>
                </c:pt>
                <c:pt idx="217">
                  <c:v>0.88958427</c:v>
                </c:pt>
                <c:pt idx="218">
                  <c:v>0.85701545</c:v>
                </c:pt>
                <c:pt idx="219">
                  <c:v>0.82310395</c:v>
                </c:pt>
                <c:pt idx="220">
                  <c:v>0.78790291</c:v>
                </c:pt>
                <c:pt idx="221">
                  <c:v>0.75146746</c:v>
                </c:pt>
                <c:pt idx="222">
                  <c:v>0.71385469</c:v>
                </c:pt>
                <c:pt idx="223">
                  <c:v>0.67512352</c:v>
                </c:pt>
                <c:pt idx="224">
                  <c:v>0.63533465</c:v>
                </c:pt>
                <c:pt idx="225">
                  <c:v>0.5945504</c:v>
                </c:pt>
                <c:pt idx="226">
                  <c:v>0.55283468</c:v>
                </c:pt>
                <c:pt idx="227">
                  <c:v>0.51025283</c:v>
                </c:pt>
                <c:pt idx="228">
                  <c:v>0.46687157</c:v>
                </c:pt>
                <c:pt idx="229">
                  <c:v>0.42275886</c:v>
                </c:pt>
                <c:pt idx="230">
                  <c:v>0.37798382</c:v>
                </c:pt>
                <c:pt idx="231">
                  <c:v>0.3326166</c:v>
                </c:pt>
                <c:pt idx="232">
                  <c:v>0.28672827</c:v>
                </c:pt>
                <c:pt idx="233">
                  <c:v>0.24039072</c:v>
                </c:pt>
                <c:pt idx="234">
                  <c:v>0.19367656</c:v>
                </c:pt>
                <c:pt idx="235">
                  <c:v>0.14665896</c:v>
                </c:pt>
                <c:pt idx="236">
                  <c:v>0.09941159</c:v>
                </c:pt>
                <c:pt idx="237">
                  <c:v>0.05200848</c:v>
                </c:pt>
                <c:pt idx="238">
                  <c:v>0.00452388</c:v>
                </c:pt>
                <c:pt idx="239">
                  <c:v>-0.0429678</c:v>
                </c:pt>
                <c:pt idx="240">
                  <c:v>-0.09039217</c:v>
                </c:pt>
                <c:pt idx="241">
                  <c:v>-0.13767492</c:v>
                </c:pt>
                <c:pt idx="242">
                  <c:v>-0.18474197</c:v>
                </c:pt>
                <c:pt idx="243">
                  <c:v>-0.23151959</c:v>
                </c:pt>
                <c:pt idx="244">
                  <c:v>-0.27793449</c:v>
                </c:pt>
                <c:pt idx="245">
                  <c:v>-0.32391395</c:v>
                </c:pt>
                <c:pt idx="246">
                  <c:v>-0.36938594</c:v>
                </c:pt>
                <c:pt idx="247">
                  <c:v>-0.41427921</c:v>
                </c:pt>
                <c:pt idx="248">
                  <c:v>-0.45852344</c:v>
                </c:pt>
                <c:pt idx="249">
                  <c:v>-0.5020493</c:v>
                </c:pt>
                <c:pt idx="250">
                  <c:v>-0.5447886</c:v>
                </c:pt>
                <c:pt idx="251">
                  <c:v>-0.58667438</c:v>
                </c:pt>
                <c:pt idx="252">
                  <c:v>-0.62764103</c:v>
                </c:pt>
                <c:pt idx="253">
                  <c:v>-0.66762435</c:v>
                </c:pt>
                <c:pt idx="254">
                  <c:v>-0.70656171</c:v>
                </c:pt>
                <c:pt idx="255">
                  <c:v>-0.74439211</c:v>
                </c:pt>
                <c:pt idx="256">
                  <c:v>-0.78105627</c:v>
                </c:pt>
                <c:pt idx="257">
                  <c:v>-0.81649675</c:v>
                </c:pt>
                <c:pt idx="258">
                  <c:v>-0.85065804</c:v>
                </c:pt>
                <c:pt idx="259">
                  <c:v>-0.8834866</c:v>
                </c:pt>
                <c:pt idx="260">
                  <c:v>-0.91493101</c:v>
                </c:pt>
                <c:pt idx="261">
                  <c:v>-0.94494201</c:v>
                </c:pt>
                <c:pt idx="262">
                  <c:v>-0.97347257</c:v>
                </c:pt>
                <c:pt idx="263">
                  <c:v>-1.00047799</c:v>
                </c:pt>
                <c:pt idx="264">
                  <c:v>-1.02591597</c:v>
                </c:pt>
                <c:pt idx="265">
                  <c:v>-1.04974666</c:v>
                </c:pt>
                <c:pt idx="266">
                  <c:v>-1.07193272</c:v>
                </c:pt>
                <c:pt idx="267">
                  <c:v>-1.09243938</c:v>
                </c:pt>
                <c:pt idx="268">
                  <c:v>-1.11123453</c:v>
                </c:pt>
                <c:pt idx="269">
                  <c:v>-1.12828871</c:v>
                </c:pt>
                <c:pt idx="270">
                  <c:v>-1.14357521</c:v>
                </c:pt>
                <c:pt idx="271">
                  <c:v>-1.15707008</c:v>
                </c:pt>
                <c:pt idx="272">
                  <c:v>-1.16875217</c:v>
                </c:pt>
                <c:pt idx="273">
                  <c:v>-1.17860319</c:v>
                </c:pt>
                <c:pt idx="274">
                  <c:v>-1.18660769</c:v>
                </c:pt>
                <c:pt idx="275">
                  <c:v>-1.19275315</c:v>
                </c:pt>
                <c:pt idx="276">
                  <c:v>-1.19702992</c:v>
                </c:pt>
                <c:pt idx="277">
                  <c:v>-1.19943132</c:v>
                </c:pt>
                <c:pt idx="278">
                  <c:v>-1.19995357</c:v>
                </c:pt>
                <c:pt idx="279">
                  <c:v>-1.19859587</c:v>
                </c:pt>
                <c:pt idx="280">
                  <c:v>-1.19536033</c:v>
                </c:pt>
                <c:pt idx="281">
                  <c:v>-1.19025203</c:v>
                </c:pt>
                <c:pt idx="282">
                  <c:v>-1.18327897</c:v>
                </c:pt>
                <c:pt idx="283">
                  <c:v>-1.17445207</c:v>
                </c:pt>
                <c:pt idx="284">
                  <c:v>-1.16378517</c:v>
                </c:pt>
                <c:pt idx="285">
                  <c:v>-1.15129497</c:v>
                </c:pt>
                <c:pt idx="286">
                  <c:v>-1.13700104</c:v>
                </c:pt>
                <c:pt idx="287">
                  <c:v>-1.12092578</c:v>
                </c:pt>
                <c:pt idx="288">
                  <c:v>-1.10309438</c:v>
                </c:pt>
                <c:pt idx="289">
                  <c:v>-1.08353476</c:v>
                </c:pt>
                <c:pt idx="290">
                  <c:v>-1.06227757</c:v>
                </c:pt>
                <c:pt idx="291">
                  <c:v>-1.03935613</c:v>
                </c:pt>
                <c:pt idx="292">
                  <c:v>-1.01480632</c:v>
                </c:pt>
                <c:pt idx="293">
                  <c:v>-0.98866663</c:v>
                </c:pt>
                <c:pt idx="294">
                  <c:v>-0.960978</c:v>
                </c:pt>
                <c:pt idx="295">
                  <c:v>-0.93178382</c:v>
                </c:pt>
                <c:pt idx="296">
                  <c:v>-0.90112981</c:v>
                </c:pt>
                <c:pt idx="297">
                  <c:v>-0.86906401</c:v>
                </c:pt>
                <c:pt idx="298">
                  <c:v>-0.83563665</c:v>
                </c:pt>
                <c:pt idx="299">
                  <c:v>-0.8009001</c:v>
                </c:pt>
                <c:pt idx="300">
                  <c:v>-0.76490879</c:v>
                </c:pt>
                <c:pt idx="301">
                  <c:v>-0.7277191</c:v>
                </c:pt>
                <c:pt idx="302">
                  <c:v>-0.6893893</c:v>
                </c:pt>
                <c:pt idx="303">
                  <c:v>-0.64997943</c:v>
                </c:pt>
                <c:pt idx="304">
                  <c:v>-0.60955125</c:v>
                </c:pt>
                <c:pt idx="305">
                  <c:v>-0.56816809</c:v>
                </c:pt>
                <c:pt idx="306">
                  <c:v>-0.52589478</c:v>
                </c:pt>
                <c:pt idx="307">
                  <c:v>-0.48279755</c:v>
                </c:pt>
                <c:pt idx="308">
                  <c:v>-0.43894393</c:v>
                </c:pt>
                <c:pt idx="309">
                  <c:v>-0.39440262</c:v>
                </c:pt>
                <c:pt idx="310">
                  <c:v>-0.3492434</c:v>
                </c:pt>
                <c:pt idx="311">
                  <c:v>-0.30353702</c:v>
                </c:pt>
                <c:pt idx="312">
                  <c:v>-0.2573551</c:v>
                </c:pt>
                <c:pt idx="313">
                  <c:v>-0.21076997</c:v>
                </c:pt>
                <c:pt idx="314">
                  <c:v>-0.16385464</c:v>
                </c:pt>
                <c:pt idx="315">
                  <c:v>-0.11668259</c:v>
                </c:pt>
                <c:pt idx="316">
                  <c:v>-0.06932774</c:v>
                </c:pt>
                <c:pt idx="317">
                  <c:v>-0.02186427</c:v>
                </c:pt>
                <c:pt idx="318">
                  <c:v>0.02563345</c:v>
                </c:pt>
                <c:pt idx="319">
                  <c:v>0.07309101</c:v>
                </c:pt>
                <c:pt idx="320">
                  <c:v>0.12043406</c:v>
                </c:pt>
                <c:pt idx="321">
                  <c:v>0.16758842</c:v>
                </c:pt>
                <c:pt idx="322">
                  <c:v>0.21448023</c:v>
                </c:pt>
                <c:pt idx="323">
                  <c:v>0.26103601</c:v>
                </c:pt>
                <c:pt idx="324">
                  <c:v>0.30718283</c:v>
                </c:pt>
                <c:pt idx="325">
                  <c:v>0.35284839</c:v>
                </c:pt>
                <c:pt idx="326">
                  <c:v>0.39796114</c:v>
                </c:pt>
                <c:pt idx="327">
                  <c:v>0.44245041</c:v>
                </c:pt>
                <c:pt idx="328">
                  <c:v>0.4862465</c:v>
                </c:pt>
                <c:pt idx="329">
                  <c:v>0.52928078</c:v>
                </c:pt>
                <c:pt idx="330">
                  <c:v>0.57148584</c:v>
                </c:pt>
                <c:pt idx="331">
                  <c:v>0.61279557</c:v>
                </c:pt>
                <c:pt idx="332">
                  <c:v>0.65314522</c:v>
                </c:pt>
                <c:pt idx="333">
                  <c:v>0.6924716</c:v>
                </c:pt>
                <c:pt idx="334">
                  <c:v>0.73071309</c:v>
                </c:pt>
                <c:pt idx="335">
                  <c:v>0.76780977</c:v>
                </c:pt>
                <c:pt idx="336">
                  <c:v>0.80370354</c:v>
                </c:pt>
                <c:pt idx="337">
                  <c:v>0.83833814</c:v>
                </c:pt>
                <c:pt idx="338">
                  <c:v>0.87165933</c:v>
                </c:pt>
                <c:pt idx="339">
                  <c:v>0.90361489</c:v>
                </c:pt>
                <c:pt idx="340">
                  <c:v>0.93415476</c:v>
                </c:pt>
                <c:pt idx="341">
                  <c:v>0.9632311</c:v>
                </c:pt>
                <c:pt idx="342">
                  <c:v>0.99079835</c:v>
                </c:pt>
                <c:pt idx="343">
                  <c:v>1.01681333</c:v>
                </c:pt>
                <c:pt idx="344">
                  <c:v>1.04123527</c:v>
                </c:pt>
                <c:pt idx="345">
                  <c:v>1.06402591</c:v>
                </c:pt>
                <c:pt idx="346">
                  <c:v>1.08514955</c:v>
                </c:pt>
                <c:pt idx="347">
                  <c:v>1.10457309</c:v>
                </c:pt>
                <c:pt idx="348">
                  <c:v>1.1222661</c:v>
                </c:pt>
                <c:pt idx="349">
                  <c:v>1.13820087</c:v>
                </c:pt>
                <c:pt idx="350">
                  <c:v>1.15235242</c:v>
                </c:pt>
                <c:pt idx="351">
                  <c:v>1.16469859</c:v>
                </c:pt>
                <c:pt idx="352">
                  <c:v>1.17522004</c:v>
                </c:pt>
                <c:pt idx="353">
                  <c:v>1.18390027</c:v>
                </c:pt>
                <c:pt idx="354">
                  <c:v>1.1907257</c:v>
                </c:pt>
                <c:pt idx="355">
                  <c:v>1.19568562</c:v>
                </c:pt>
                <c:pt idx="356">
                  <c:v>1.19877227</c:v>
                </c:pt>
                <c:pt idx="357">
                  <c:v>1.19998081</c:v>
                </c:pt>
                <c:pt idx="358">
                  <c:v>1.19930935</c:v>
                </c:pt>
                <c:pt idx="359">
                  <c:v>1.19675894</c:v>
                </c:pt>
                <c:pt idx="360">
                  <c:v>1.19233357</c:v>
                </c:pt>
                <c:pt idx="361">
                  <c:v>1.18604018</c:v>
                </c:pt>
                <c:pt idx="362">
                  <c:v>1.17788863</c:v>
                </c:pt>
                <c:pt idx="363">
                  <c:v>1.16789169</c:v>
                </c:pt>
                <c:pt idx="364">
                  <c:v>1.15606502</c:v>
                </c:pt>
                <c:pt idx="365">
                  <c:v>1.14242715</c:v>
                </c:pt>
                <c:pt idx="366">
                  <c:v>1.12699945</c:v>
                </c:pt>
                <c:pt idx="367">
                  <c:v>1.10980608</c:v>
                </c:pt>
                <c:pt idx="368">
                  <c:v>1.09087399</c:v>
                </c:pt>
                <c:pt idx="369">
                  <c:v>1.07023283</c:v>
                </c:pt>
                <c:pt idx="370">
                  <c:v>1.04791495</c:v>
                </c:pt>
                <c:pt idx="371">
                  <c:v>1.0239553</c:v>
                </c:pt>
                <c:pt idx="372">
                  <c:v>0.99839143</c:v>
                </c:pt>
                <c:pt idx="373">
                  <c:v>0.97126338</c:v>
                </c:pt>
                <c:pt idx="374">
                  <c:v>0.94261366</c:v>
                </c:pt>
                <c:pt idx="375">
                  <c:v>0.91248716</c:v>
                </c:pt>
                <c:pt idx="376">
                  <c:v>0.88093107</c:v>
                </c:pt>
                <c:pt idx="377">
                  <c:v>0.84799482</c:v>
                </c:pt>
                <c:pt idx="378">
                  <c:v>0.81373003</c:v>
                </c:pt>
                <c:pt idx="379">
                  <c:v>0.77819038</c:v>
                </c:pt>
                <c:pt idx="380">
                  <c:v>0.74143154</c:v>
                </c:pt>
                <c:pt idx="381">
                  <c:v>0.7035111</c:v>
                </c:pt>
                <c:pt idx="382">
                  <c:v>0.66448847</c:v>
                </c:pt>
                <c:pt idx="383">
                  <c:v>0.6244248</c:v>
                </c:pt>
                <c:pt idx="384">
                  <c:v>0.58338284</c:v>
                </c:pt>
                <c:pt idx="385">
                  <c:v>0.5414269</c:v>
                </c:pt>
                <c:pt idx="386">
                  <c:v>0.49862271</c:v>
                </c:pt>
                <c:pt idx="387">
                  <c:v>0.45503733</c:v>
                </c:pt>
                <c:pt idx="388">
                  <c:v>0.41073905</c:v>
                </c:pt>
                <c:pt idx="389">
                  <c:v>0.36579726</c:v>
                </c:pt>
                <c:pt idx="390">
                  <c:v>0.32028239</c:v>
                </c:pt>
                <c:pt idx="391">
                  <c:v>0.27426573</c:v>
                </c:pt>
                <c:pt idx="392">
                  <c:v>0.22781937</c:v>
                </c:pt>
                <c:pt idx="393">
                  <c:v>0.1810161</c:v>
                </c:pt>
                <c:pt idx="394">
                  <c:v>0.13392922</c:v>
                </c:pt>
                <c:pt idx="395">
                  <c:v>0.08663253</c:v>
                </c:pt>
                <c:pt idx="396">
                  <c:v>0.0392001</c:v>
                </c:pt>
                <c:pt idx="397">
                  <c:v>-0.00829374</c:v>
                </c:pt>
                <c:pt idx="398">
                  <c:v>-0.05577458</c:v>
                </c:pt>
                <c:pt idx="399">
                  <c:v>-0.10316805</c:v>
                </c:pt>
                <c:pt idx="400">
                  <c:v>-0.15039988</c:v>
                </c:pt>
              </c:numCache>
            </c:numRef>
          </c:yVal>
        </c:ser>
        <c:ser>
          <c:idx val="1"/>
          <c:order val="1"/>
          <c:tx>
            <c:v>84 samples/s: all samples are zero</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Data'!$C$2:$C$7</c:f>
              <c:numCache>
                <c:formatCode>General</c:formatCode>
                <c:ptCount val="6"/>
                <c:pt idx="0">
                  <c:v>0</c:v>
                </c:pt>
                <c:pt idx="1">
                  <c:v>11.9047619</c:v>
                </c:pt>
                <c:pt idx="2">
                  <c:v>23.80952381</c:v>
                </c:pt>
                <c:pt idx="3">
                  <c:v>35.71428571</c:v>
                </c:pt>
                <c:pt idx="4">
                  <c:v>47.61904762</c:v>
                </c:pt>
                <c:pt idx="5">
                  <c:v>59.52380952</c:v>
                </c:pt>
              </c:numCache>
            </c:numRef>
          </c:xVal>
          <c:yVal>
            <c:numRef>
              <c:f>'Chart Data'!$D$2:$D$7</c:f>
              <c:numCache>
                <c:formatCode>0.0</c:formatCode>
                <c:ptCount val="6"/>
                <c:pt idx="0">
                  <c:v>0</c:v>
                </c:pt>
                <c:pt idx="1">
                  <c:v>0</c:v>
                </c:pt>
                <c:pt idx="2">
                  <c:v>0</c:v>
                </c:pt>
                <c:pt idx="3">
                  <c:v>0</c:v>
                </c:pt>
                <c:pt idx="4">
                  <c:v>0</c:v>
                </c:pt>
                <c:pt idx="5">
                  <c:v>0</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12"/>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er>
          <c:idx val="0"/>
          <c:order val="0"/>
          <c:tx>
            <c:v>Actual 42 Hz component</c:v>
          </c:tx>
          <c:spPr>
            <a:ln xmlns:a="http://schemas.openxmlformats.org/drawingml/2006/main" w="19050">
              <a:solidFill>
                <a:srgbClr val="AAAAAA"/>
              </a:solidFill>
            </a:ln>
          </c:spPr>
          <c:marker>
            <c:symbol val="none"/>
            <c:size val="7"/>
            <c:spPr>
              <a:solidFill xmlns:a="http://schemas.openxmlformats.org/drawingml/2006/main">
                <a:srgbClr val="AAAAAA"/>
              </a:solidFill>
            </c:spPr>
          </c:marker>
          <c:xVal>
            <c:numRef>
              <c:f>'Chart Data'!$A$2:$A$602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Data'!$B$2:$B$602</c:f>
              <c:numCache>
                <c:formatCode>0.0</c:formatCode>
                <c:ptCount val="601"/>
                <c:pt idx="0">
                  <c:v>0.43466662</c:v>
                </c:pt>
                <c:pt idx="1">
                  <c:v>0.44321793</c:v>
                </c:pt>
                <c:pt idx="2">
                  <c:v>0.44834194</c:v>
                </c:pt>
                <c:pt idx="3">
                  <c:v>0.44999901</c:v>
                </c:pt>
                <c:pt idx="4">
                  <c:v>0.44817634</c:v>
                </c:pt>
                <c:pt idx="5">
                  <c:v>0.44288802</c:v>
                </c:pt>
                <c:pt idx="6">
                  <c:v>0.43417495</c:v>
                </c:pt>
                <c:pt idx="7">
                  <c:v>0.42210449</c:v>
                </c:pt>
                <c:pt idx="8">
                  <c:v>0.40676999</c:v>
                </c:pt>
                <c:pt idx="9">
                  <c:v>0.38829003</c:v>
                </c:pt>
                <c:pt idx="10">
                  <c:v>0.36680751</c:v>
                </c:pt>
                <c:pt idx="11">
                  <c:v>0.34248854</c:v>
                </c:pt>
                <c:pt idx="12">
                  <c:v>0.31552119</c:v>
                </c:pt>
                <c:pt idx="13">
                  <c:v>0.28611398</c:v>
                </c:pt>
                <c:pt idx="14">
                  <c:v>0.25449431</c:v>
                </c:pt>
                <c:pt idx="15">
                  <c:v>0.22090669</c:v>
                </c:pt>
                <c:pt idx="16">
                  <c:v>0.18561085</c:v>
                </c:pt>
                <c:pt idx="17">
                  <c:v>0.14887972</c:v>
                </c:pt>
                <c:pt idx="18">
                  <c:v>0.11099734</c:v>
                </c:pt>
                <c:pt idx="19">
                  <c:v>0.07225663</c:v>
                </c:pt>
                <c:pt idx="20">
                  <c:v>0.03295719</c:v>
                </c:pt>
                <c:pt idx="21">
                  <c:v>-0.00659711</c:v>
                </c:pt>
                <c:pt idx="22">
                  <c:v>-0.04610039</c:v>
                </c:pt>
                <c:pt idx="23">
                  <c:v>-0.08524719</c:v>
                </c:pt>
                <c:pt idx="24">
                  <c:v>-0.12373479</c:v>
                </c:pt>
                <c:pt idx="25">
                  <c:v>-0.16126558</c:v>
                </c:pt>
                <c:pt idx="26">
                  <c:v>-0.19754933</c:v>
                </c:pt>
                <c:pt idx="27">
                  <c:v>-0.23230548</c:v>
                </c:pt>
                <c:pt idx="28">
                  <c:v>-0.26526526</c:v>
                </c:pt>
                <c:pt idx="29">
                  <c:v>-0.29617381</c:v>
                </c:pt>
                <c:pt idx="30">
                  <c:v>-0.3247921</c:v>
                </c:pt>
                <c:pt idx="31">
                  <c:v>-0.35089885</c:v>
                </c:pt>
                <c:pt idx="32">
                  <c:v>-0.37429218</c:v>
                </c:pt>
                <c:pt idx="33">
                  <c:v>-0.39479118</c:v>
                </c:pt>
                <c:pt idx="34">
                  <c:v>-0.41223735</c:v>
                </c:pt>
                <c:pt idx="35">
                  <c:v>-0.42649578</c:v>
                </c:pt>
                <c:pt idx="36">
                  <c:v>-0.43745622</c:v>
                </c:pt>
                <c:pt idx="37">
                  <c:v>-0.44503389</c:v>
                </c:pt>
                <c:pt idx="38">
                  <c:v>-0.44917022</c:v>
                </c:pt>
                <c:pt idx="39">
                  <c:v>-0.44983321</c:v>
                </c:pt>
                <c:pt idx="40">
                  <c:v>-0.44701774</c:v>
                </c:pt>
                <c:pt idx="41">
                  <c:v>-0.44074558</c:v>
                </c:pt>
                <c:pt idx="42">
                  <c:v>-0.43106523</c:v>
                </c:pt>
                <c:pt idx="43">
                  <c:v>-0.41805155</c:v>
                </c:pt>
                <c:pt idx="44">
                  <c:v>-0.40180517</c:v>
                </c:pt>
                <c:pt idx="45">
                  <c:v>-0.38245171</c:v>
                </c:pt>
                <c:pt idx="46">
                  <c:v>-0.36014084</c:v>
                </c:pt>
                <c:pt idx="47">
                  <c:v>-0.33504508</c:v>
                </c:pt>
                <c:pt idx="48">
                  <c:v>-0.30735849</c:v>
                </c:pt>
                <c:pt idx="49">
                  <c:v>-0.27729516</c:v>
                </c:pt>
                <c:pt idx="50">
                  <c:v>-0.24508757</c:v>
                </c:pt>
                <c:pt idx="51">
                  <c:v>-0.21098477</c:v>
                </c:pt>
                <c:pt idx="52">
                  <c:v>-0.17525047</c:v>
                </c:pt>
                <c:pt idx="53">
                  <c:v>-0.13816099</c:v>
                </c:pt>
                <c:pt idx="54">
                  <c:v>-0.10000315</c:v>
                </c:pt>
                <c:pt idx="55">
                  <c:v>-0.06107201</c:v>
                </c:pt>
                <c:pt idx="56">
                  <c:v>-0.02166861</c:v>
                </c:pt>
                <c:pt idx="57">
                  <c:v>0.01790235</c:v>
                </c:pt>
                <c:pt idx="58">
                  <c:v>0.05733488</c:v>
                </c:pt>
                <c:pt idx="59">
                  <c:v>0.09632404</c:v>
                </c:pt>
                <c:pt idx="60">
                  <c:v>0.13456836</c:v>
                </c:pt>
                <c:pt idx="61">
                  <c:v>0.17177208</c:v>
                </c:pt>
                <c:pt idx="62">
                  <c:v>0.20764753</c:v>
                </c:pt>
                <c:pt idx="63">
                  <c:v>0.24191729</c:v>
                </c:pt>
                <c:pt idx="64">
                  <c:v>0.27431635</c:v>
                </c:pt>
                <c:pt idx="65">
                  <c:v>0.30459419</c:v>
                </c:pt>
                <c:pt idx="66">
                  <c:v>0.33251666</c:v>
                </c:pt>
                <c:pt idx="67">
                  <c:v>0.35786786</c:v>
                </c:pt>
                <c:pt idx="68">
                  <c:v>0.38045174</c:v>
                </c:pt>
                <c:pt idx="69">
                  <c:v>0.40009367</c:v>
                </c:pt>
                <c:pt idx="70">
                  <c:v>0.41664176</c:v>
                </c:pt>
                <c:pt idx="71">
                  <c:v>0.42996806</c:v>
                </c:pt>
                <c:pt idx="72">
                  <c:v>0.4399695</c:v>
                </c:pt>
                <c:pt idx="73">
                  <c:v>0.44656876</c:v>
                </c:pt>
                <c:pt idx="74">
                  <c:v>0.4497148</c:v>
                </c:pt>
                <c:pt idx="75">
                  <c:v>0.44938329</c:v>
                </c:pt>
                <c:pt idx="76">
                  <c:v>0.4455768</c:v>
                </c:pt>
                <c:pt idx="77">
                  <c:v>0.43832476</c:v>
                </c:pt>
                <c:pt idx="78">
                  <c:v>0.42768325</c:v>
                </c:pt>
                <c:pt idx="79">
                  <c:v>0.41373456</c:v>
                </c:pt>
                <c:pt idx="80">
                  <c:v>0.39658655</c:v>
                </c:pt>
                <c:pt idx="81">
                  <c:v>0.37637183</c:v>
                </c:pt>
                <c:pt idx="82">
                  <c:v>0.3532467</c:v>
                </c:pt>
                <c:pt idx="83">
                  <c:v>0.32738999</c:v>
                </c:pt>
                <c:pt idx="84">
                  <c:v>0.29900165</c:v>
                </c:pt>
                <c:pt idx="85">
                  <c:v>0.26830119</c:v>
                </c:pt>
                <c:pt idx="86">
                  <c:v>0.23552602</c:v>
                </c:pt>
                <c:pt idx="87">
                  <c:v>0.20092958</c:v>
                </c:pt>
                <c:pt idx="88">
                  <c:v>0.16477939</c:v>
                </c:pt>
                <c:pt idx="89">
                  <c:v>0.127355</c:v>
                </c:pt>
                <c:pt idx="90">
                  <c:v>0.0889458</c:v>
                </c:pt>
                <c:pt idx="91">
                  <c:v>0.04984881</c:v>
                </c:pt>
                <c:pt idx="92">
                  <c:v>0.01036634</c:v>
                </c:pt>
                <c:pt idx="93">
                  <c:v>-0.02919629</c:v>
                </c:pt>
                <c:pt idx="94">
                  <c:v>-0.06853315</c:v>
                </c:pt>
                <c:pt idx="95">
                  <c:v>-0.10734006</c:v>
                </c:pt>
                <c:pt idx="96">
                  <c:v>-0.14531693</c:v>
                </c:pt>
                <c:pt idx="97">
                  <c:v>-0.18217009</c:v>
                </c:pt>
                <c:pt idx="98">
                  <c:v>-0.21761458</c:v>
                </c:pt>
                <c:pt idx="99">
                  <c:v>-0.2513763</c:v>
                </c:pt>
                <c:pt idx="100">
                  <c:v>-0.28319418</c:v>
                </c:pt>
                <c:pt idx="101">
                  <c:v>-0.31282218</c:v>
                </c:pt>
                <c:pt idx="102">
                  <c:v>-0.34003119</c:v>
                </c:pt>
                <c:pt idx="103">
                  <c:v>-0.36461082</c:v>
                </c:pt>
                <c:pt idx="104">
                  <c:v>-0.386371</c:v>
                </c:pt>
                <c:pt idx="105">
                  <c:v>-0.40514345</c:v>
                </c:pt>
                <c:pt idx="106">
                  <c:v>-0.42078301</c:v>
                </c:pt>
                <c:pt idx="107">
                  <c:v>-0.43316875</c:v>
                </c:pt>
                <c:pt idx="108">
                  <c:v>-0.4422049</c:v>
                </c:pt>
                <c:pt idx="109">
                  <c:v>-0.44782156</c:v>
                </c:pt>
                <c:pt idx="110">
                  <c:v>-0.44997533</c:v>
                </c:pt>
                <c:pt idx="111">
                  <c:v>-0.44864953</c:v>
                </c:pt>
                <c:pt idx="112">
                  <c:v>-0.44385442</c:v>
                </c:pt>
                <c:pt idx="113">
                  <c:v>-0.43562708</c:v>
                </c:pt>
                <c:pt idx="114">
                  <c:v>-0.42403114</c:v>
                </c:pt>
                <c:pt idx="115">
                  <c:v>-0.40915625</c:v>
                </c:pt>
                <c:pt idx="116">
                  <c:v>-0.39111745</c:v>
                </c:pt>
                <c:pt idx="117">
                  <c:v>-0.37005422</c:v>
                </c:pt>
                <c:pt idx="118">
                  <c:v>-0.34612944</c:v>
                </c:pt>
                <c:pt idx="119">
                  <c:v>-0.31952812</c:v>
                </c:pt>
                <c:pt idx="120">
                  <c:v>-0.29045596</c:v>
                </c:pt>
                <c:pt idx="121">
                  <c:v>-0.25913777</c:v>
                </c:pt>
                <c:pt idx="122">
                  <c:v>-0.22581572</c:v>
                </c:pt>
                <c:pt idx="123">
                  <c:v>-0.19074748</c:v>
                </c:pt>
                <c:pt idx="124">
                  <c:v>-0.15420424</c:v>
                </c:pt>
                <c:pt idx="125">
                  <c:v>-0.11646857</c:v>
                </c:pt>
                <c:pt idx="126">
                  <c:v>-0.07783227</c:v>
                </c:pt>
                <c:pt idx="127">
                  <c:v>-0.03859412</c:v>
                </c:pt>
                <c:pt idx="128">
                  <c:v>0.00094248</c:v>
                </c:pt>
                <c:pt idx="129">
                  <c:v>0.04047178</c:v>
                </c:pt>
                <c:pt idx="130">
                  <c:v>0.07968813</c:v>
                </c:pt>
                <c:pt idx="131">
                  <c:v>0.11828827</c:v>
                </c:pt>
                <c:pt idx="132">
                  <c:v>0.15597371</c:v>
                </c:pt>
                <c:pt idx="133">
                  <c:v>0.19245304</c:v>
                </c:pt>
                <c:pt idx="134">
                  <c:v>0.22744417</c:v>
                </c:pt>
                <c:pt idx="135">
                  <c:v>0.26067653</c:v>
                </c:pt>
                <c:pt idx="136">
                  <c:v>0.29189313</c:v>
                </c:pt>
                <c:pt idx="137">
                  <c:v>0.32085258</c:v>
                </c:pt>
                <c:pt idx="138">
                  <c:v>0.34733096</c:v>
                </c:pt>
                <c:pt idx="139">
                  <c:v>0.37112349</c:v>
                </c:pt>
                <c:pt idx="140">
                  <c:v>0.39204622</c:v>
                </c:pt>
                <c:pt idx="141">
                  <c:v>0.40993733</c:v>
                </c:pt>
                <c:pt idx="142">
                  <c:v>0.42465849</c:v>
                </c:pt>
                <c:pt idx="143">
                  <c:v>0.43609585</c:v>
                </c:pt>
                <c:pt idx="144">
                  <c:v>0.44416098</c:v>
                </c:pt>
                <c:pt idx="145">
                  <c:v>0.44879151</c:v>
                </c:pt>
                <c:pt idx="146">
                  <c:v>0.44995164</c:v>
                </c:pt>
                <c:pt idx="147">
                  <c:v>0.44763239</c:v>
                </c:pt>
                <c:pt idx="148">
                  <c:v>0.44185169</c:v>
                </c:pt>
                <c:pt idx="149">
                  <c:v>0.43265425</c:v>
                </c:pt>
                <c:pt idx="150">
                  <c:v>0.42011119</c:v>
                </c:pt>
                <c:pt idx="151">
                  <c:v>0.4043195</c:v>
                </c:pt>
                <c:pt idx="152">
                  <c:v>0.3854013</c:v>
                </c:pt>
                <c:pt idx="153">
                  <c:v>0.36350287</c:v>
                </c:pt>
                <c:pt idx="154">
                  <c:v>0.33879356</c:v>
                </c:pt>
                <c:pt idx="155">
                  <c:v>0.31146443</c:v>
                </c:pt>
                <c:pt idx="156">
                  <c:v>0.28172681</c:v>
                </c:pt>
                <c:pt idx="157">
                  <c:v>0.24981066</c:v>
                </c:pt>
                <c:pt idx="158">
                  <c:v>0.21596278</c:v>
                </c:pt>
                <c:pt idx="159">
                  <c:v>0.1804449</c:v>
                </c:pt>
                <c:pt idx="160">
                  <c:v>0.14353169</c:v>
                </c:pt>
                <c:pt idx="161">
                  <c:v>0.10550857</c:v>
                </c:pt>
                <c:pt idx="162">
                  <c:v>0.06666959</c:v>
                </c:pt>
                <c:pt idx="163">
                  <c:v>0.02731505</c:v>
                </c:pt>
                <c:pt idx="164">
                  <c:v>-0.0122507</c:v>
                </c:pt>
                <c:pt idx="165">
                  <c:v>-0.05172172</c:v>
                </c:pt>
                <c:pt idx="166">
                  <c:v>-0.09079279</c:v>
                </c:pt>
                <c:pt idx="167">
                  <c:v>-0.12916177</c:v>
                </c:pt>
                <c:pt idx="168">
                  <c:v>-0.16653198</c:v>
                </c:pt>
                <c:pt idx="169">
                  <c:v>-0.20261443</c:v>
                </c:pt>
                <c:pt idx="170">
                  <c:v>-0.23713011</c:v>
                </c:pt>
                <c:pt idx="171">
                  <c:v>-0.26981211</c:v>
                </c:pt>
                <c:pt idx="172">
                  <c:v>-0.30040772</c:v>
                </c:pt>
                <c:pt idx="173">
                  <c:v>-0.32868033</c:v>
                </c:pt>
                <c:pt idx="174">
                  <c:v>-0.35441134</c:v>
                </c:pt>
                <c:pt idx="175">
                  <c:v>-0.37740176</c:v>
                </c:pt>
                <c:pt idx="176">
                  <c:v>-0.39747381</c:v>
                </c:pt>
                <c:pt idx="177">
                  <c:v>-0.41447228</c:v>
                </c:pt>
                <c:pt idx="178">
                  <c:v>-0.42826574</c:v>
                </c:pt>
                <c:pt idx="179">
                  <c:v>-0.4387475</c:v>
                </c:pt>
                <c:pt idx="180">
                  <c:v>-0.44583653</c:v>
                </c:pt>
                <c:pt idx="181">
                  <c:v>-0.449478</c:v>
                </c:pt>
                <c:pt idx="182">
                  <c:v>-0.44964375</c:v>
                </c:pt>
                <c:pt idx="183">
                  <c:v>-0.44633251</c:v>
                </c:pt>
                <c:pt idx="184">
                  <c:v>-0.43956988</c:v>
                </c:pt>
                <c:pt idx="185">
                  <c:v>-0.42940815</c:v>
                </c:pt>
                <c:pt idx="186">
                  <c:v>-0.4159259</c:v>
                </c:pt>
                <c:pt idx="187">
                  <c:v>-0.39922738</c:v>
                </c:pt>
                <c:pt idx="188">
                  <c:v>-0.37944173</c:v>
                </c:pt>
                <c:pt idx="189">
                  <c:v>-0.35672194</c:v>
                </c:pt>
                <c:pt idx="190">
                  <c:v>-0.33124369</c:v>
                </c:pt>
                <c:pt idx="191">
                  <c:v>-0.30320401</c:v>
                </c:pt>
                <c:pt idx="192">
                  <c:v>-0.27281972</c:v>
                </c:pt>
                <c:pt idx="193">
                  <c:v>-0.24032577</c:v>
                </c:pt>
                <c:pt idx="194">
                  <c:v>-0.20597344</c:v>
                </c:pt>
                <c:pt idx="195">
                  <c:v>-0.17002835</c:v>
                </c:pt>
                <c:pt idx="196">
                  <c:v>-0.13276848</c:v>
                </c:pt>
                <c:pt idx="197">
                  <c:v>-0.09448194</c:v>
                </c:pt>
                <c:pt idx="198">
                  <c:v>-0.05546479</c:v>
                </c:pt>
                <c:pt idx="199">
                  <c:v>-0.01601874</c:v>
                </c:pt>
                <c:pt idx="200">
                  <c:v>0.02355118</c:v>
                </c:pt>
                <c:pt idx="201">
                  <c:v>0.06293898</c:v>
                </c:pt>
                <c:pt idx="202">
                  <c:v>0.10184009</c:v>
                </c:pt>
                <c:pt idx="203">
                  <c:v>0.13995369</c:v>
                </c:pt>
                <c:pt idx="204">
                  <c:v>0.17698506</c:v>
                </c:pt>
                <c:pt idx="205">
                  <c:v>0.21264784</c:v>
                </c:pt>
                <c:pt idx="206">
                  <c:v>0.24666627</c:v>
                </c:pt>
                <c:pt idx="207">
                  <c:v>0.27877727</c:v>
                </c:pt>
                <c:pt idx="208">
                  <c:v>0.30873256</c:v>
                </c:pt>
                <c:pt idx="209">
                  <c:v>0.33630048</c:v>
                </c:pt>
                <c:pt idx="210">
                  <c:v>0.36126786</c:v>
                </c:pt>
                <c:pt idx="211">
                  <c:v>0.38344164</c:v>
                </c:pt>
                <c:pt idx="212">
                  <c:v>0.40265035</c:v>
                </c:pt>
                <c:pt idx="213">
                  <c:v>0.41874545</c:v>
                </c:pt>
                <c:pt idx="214">
                  <c:v>0.43160248</c:v>
                </c:pt>
                <c:pt idx="215">
                  <c:v>0.44112203</c:v>
                </c:pt>
                <c:pt idx="216">
                  <c:v>0.44723047</c:v>
                </c:pt>
                <c:pt idx="217">
                  <c:v>0.44988058</c:v>
                </c:pt>
                <c:pt idx="218">
                  <c:v>0.44905186</c:v>
                </c:pt>
                <c:pt idx="219">
                  <c:v>0.44475073</c:v>
                </c:pt>
                <c:pt idx="220">
                  <c:v>0.43701043</c:v>
                </c:pt>
                <c:pt idx="221">
                  <c:v>0.42589082</c:v>
                </c:pt>
                <c:pt idx="222">
                  <c:v>0.41147789</c:v>
                </c:pt>
                <c:pt idx="223">
                  <c:v>0.3938831</c:v>
                </c:pt>
                <c:pt idx="224">
                  <c:v>0.37324249</c:v>
                </c:pt>
                <c:pt idx="225">
                  <c:v>0.34971568</c:v>
                </c:pt>
                <c:pt idx="226">
                  <c:v>0.3234846</c:v>
                </c:pt>
                <c:pt idx="227">
                  <c:v>0.29475208</c:v>
                </c:pt>
                <c:pt idx="228">
                  <c:v>0.2637403</c:v>
                </c:pt>
                <c:pt idx="229">
                  <c:v>0.23068908</c:v>
                </c:pt>
                <c:pt idx="230">
                  <c:v>0.19585399</c:v>
                </c:pt>
                <c:pt idx="231">
                  <c:v>0.15950441</c:v>
                </c:pt>
                <c:pt idx="232">
                  <c:v>0.12192141</c:v>
                </c:pt>
                <c:pt idx="233">
                  <c:v>0.08339562</c:v>
                </c:pt>
                <c:pt idx="234">
                  <c:v>0.04422495</c:v>
                </c:pt>
                <c:pt idx="235">
                  <c:v>0.0047123</c:v>
                </c:pt>
                <c:pt idx="236">
                  <c:v>-0.03483679</c:v>
                </c:pt>
                <c:pt idx="237">
                  <c:v>-0.07411649</c:v>
                </c:pt>
                <c:pt idx="238">
                  <c:v>-0.11282307</c:v>
                </c:pt>
                <c:pt idx="239">
                  <c:v>-0.15065721</c:v>
                </c:pt>
                <c:pt idx="240">
                  <c:v>-0.18732636</c:v>
                </c:pt>
                <c:pt idx="241">
                  <c:v>-0.22254695</c:v>
                </c:pt>
                <c:pt idx="242">
                  <c:v>-0.25604663</c:v>
                </c:pt>
                <c:pt idx="243">
                  <c:v>-0.28756636</c:v>
                </c:pt>
                <c:pt idx="244">
                  <c:v>-0.3168624</c:v>
                </c:pt>
                <c:pt idx="245">
                  <c:v>-0.34370821</c:v>
                </c:pt>
                <c:pt idx="246">
                  <c:v>-0.36789621</c:v>
                </c:pt>
                <c:pt idx="247">
                  <c:v>-0.38923934</c:v>
                </c:pt>
                <c:pt idx="248">
                  <c:v>-0.40757257</c:v>
                </c:pt>
                <c:pt idx="249">
                  <c:v>-0.42275413</c:v>
                </c:pt>
                <c:pt idx="250">
                  <c:v>-0.43466662</c:v>
                </c:pt>
                <c:pt idx="251">
                  <c:v>-0.44321793</c:v>
                </c:pt>
                <c:pt idx="252">
                  <c:v>-0.44834194</c:v>
                </c:pt>
                <c:pt idx="253">
                  <c:v>-0.44999901</c:v>
                </c:pt>
                <c:pt idx="254">
                  <c:v>-0.44817634</c:v>
                </c:pt>
                <c:pt idx="255">
                  <c:v>-0.44288802</c:v>
                </c:pt>
                <c:pt idx="256">
                  <c:v>-0.43417495</c:v>
                </c:pt>
                <c:pt idx="257">
                  <c:v>-0.42210449</c:v>
                </c:pt>
                <c:pt idx="258">
                  <c:v>-0.40676999</c:v>
                </c:pt>
                <c:pt idx="259">
                  <c:v>-0.38829003</c:v>
                </c:pt>
                <c:pt idx="260">
                  <c:v>-0.36680751</c:v>
                </c:pt>
                <c:pt idx="261">
                  <c:v>-0.34248854</c:v>
                </c:pt>
                <c:pt idx="262">
                  <c:v>-0.31552119</c:v>
                </c:pt>
                <c:pt idx="263">
                  <c:v>-0.28611398</c:v>
                </c:pt>
                <c:pt idx="264">
                  <c:v>-0.25449431</c:v>
                </c:pt>
                <c:pt idx="265">
                  <c:v>-0.22090669</c:v>
                </c:pt>
                <c:pt idx="266">
                  <c:v>-0.18561085</c:v>
                </c:pt>
                <c:pt idx="267">
                  <c:v>-0.14887972</c:v>
                </c:pt>
                <c:pt idx="268">
                  <c:v>-0.11099734</c:v>
                </c:pt>
                <c:pt idx="269">
                  <c:v>-0.07225663</c:v>
                </c:pt>
                <c:pt idx="270">
                  <c:v>-0.03295719</c:v>
                </c:pt>
                <c:pt idx="271">
                  <c:v>0.00659711</c:v>
                </c:pt>
                <c:pt idx="272">
                  <c:v>0.04610039</c:v>
                </c:pt>
                <c:pt idx="273">
                  <c:v>0.08524719</c:v>
                </c:pt>
                <c:pt idx="274">
                  <c:v>0.12373479</c:v>
                </c:pt>
                <c:pt idx="275">
                  <c:v>0.16126558</c:v>
                </c:pt>
                <c:pt idx="276">
                  <c:v>0.19754933</c:v>
                </c:pt>
                <c:pt idx="277">
                  <c:v>0.23230548</c:v>
                </c:pt>
                <c:pt idx="278">
                  <c:v>0.26526526</c:v>
                </c:pt>
                <c:pt idx="279">
                  <c:v>0.29617381</c:v>
                </c:pt>
                <c:pt idx="280">
                  <c:v>0.3247921</c:v>
                </c:pt>
                <c:pt idx="281">
                  <c:v>0.35089885</c:v>
                </c:pt>
                <c:pt idx="282">
                  <c:v>0.37429218</c:v>
                </c:pt>
                <c:pt idx="283">
                  <c:v>0.39479118</c:v>
                </c:pt>
                <c:pt idx="284">
                  <c:v>0.41223735</c:v>
                </c:pt>
                <c:pt idx="285">
                  <c:v>0.42649578</c:v>
                </c:pt>
                <c:pt idx="286">
                  <c:v>0.43745622</c:v>
                </c:pt>
                <c:pt idx="287">
                  <c:v>0.44503389</c:v>
                </c:pt>
                <c:pt idx="288">
                  <c:v>0.44917022</c:v>
                </c:pt>
                <c:pt idx="289">
                  <c:v>0.44983321</c:v>
                </c:pt>
                <c:pt idx="290">
                  <c:v>0.44701774</c:v>
                </c:pt>
                <c:pt idx="291">
                  <c:v>0.44074558</c:v>
                </c:pt>
                <c:pt idx="292">
                  <c:v>0.43106523</c:v>
                </c:pt>
                <c:pt idx="293">
                  <c:v>0.41805155</c:v>
                </c:pt>
                <c:pt idx="294">
                  <c:v>0.40180517</c:v>
                </c:pt>
                <c:pt idx="295">
                  <c:v>0.38245171</c:v>
                </c:pt>
                <c:pt idx="296">
                  <c:v>0.36014084</c:v>
                </c:pt>
                <c:pt idx="297">
                  <c:v>0.33504508</c:v>
                </c:pt>
                <c:pt idx="298">
                  <c:v>0.30735849</c:v>
                </c:pt>
                <c:pt idx="299">
                  <c:v>0.27729516</c:v>
                </c:pt>
                <c:pt idx="300">
                  <c:v>0.24508757</c:v>
                </c:pt>
                <c:pt idx="301">
                  <c:v>0.21098477</c:v>
                </c:pt>
                <c:pt idx="302">
                  <c:v>0.17525047</c:v>
                </c:pt>
                <c:pt idx="303">
                  <c:v>0.13816099</c:v>
                </c:pt>
                <c:pt idx="304">
                  <c:v>0.10000315</c:v>
                </c:pt>
                <c:pt idx="305">
                  <c:v>0.06107201</c:v>
                </c:pt>
                <c:pt idx="306">
                  <c:v>0.02166861</c:v>
                </c:pt>
                <c:pt idx="307">
                  <c:v>-0.01790235</c:v>
                </c:pt>
                <c:pt idx="308">
                  <c:v>-0.05733488</c:v>
                </c:pt>
                <c:pt idx="309">
                  <c:v>-0.09632404</c:v>
                </c:pt>
                <c:pt idx="310">
                  <c:v>-0.13456836</c:v>
                </c:pt>
                <c:pt idx="311">
                  <c:v>-0.17177208</c:v>
                </c:pt>
                <c:pt idx="312">
                  <c:v>-0.20764753</c:v>
                </c:pt>
                <c:pt idx="313">
                  <c:v>-0.24191729</c:v>
                </c:pt>
                <c:pt idx="314">
                  <c:v>-0.27431635</c:v>
                </c:pt>
                <c:pt idx="315">
                  <c:v>-0.30459419</c:v>
                </c:pt>
                <c:pt idx="316">
                  <c:v>-0.33251666</c:v>
                </c:pt>
                <c:pt idx="317">
                  <c:v>-0.35786786</c:v>
                </c:pt>
                <c:pt idx="318">
                  <c:v>-0.38045174</c:v>
                </c:pt>
                <c:pt idx="319">
                  <c:v>-0.40009367</c:v>
                </c:pt>
                <c:pt idx="320">
                  <c:v>-0.41664176</c:v>
                </c:pt>
                <c:pt idx="321">
                  <c:v>-0.42996806</c:v>
                </c:pt>
                <c:pt idx="322">
                  <c:v>-0.4399695</c:v>
                </c:pt>
                <c:pt idx="323">
                  <c:v>-0.44656876</c:v>
                </c:pt>
                <c:pt idx="324">
                  <c:v>-0.4497148</c:v>
                </c:pt>
                <c:pt idx="325">
                  <c:v>-0.44938329</c:v>
                </c:pt>
                <c:pt idx="326">
                  <c:v>-0.4455768</c:v>
                </c:pt>
                <c:pt idx="327">
                  <c:v>-0.43832476</c:v>
                </c:pt>
                <c:pt idx="328">
                  <c:v>-0.42768325</c:v>
                </c:pt>
                <c:pt idx="329">
                  <c:v>-0.41373456</c:v>
                </c:pt>
                <c:pt idx="330">
                  <c:v>-0.39658655</c:v>
                </c:pt>
                <c:pt idx="331">
                  <c:v>-0.37637183</c:v>
                </c:pt>
                <c:pt idx="332">
                  <c:v>-0.3532467</c:v>
                </c:pt>
                <c:pt idx="333">
                  <c:v>-0.32738999</c:v>
                </c:pt>
                <c:pt idx="334">
                  <c:v>-0.29900165</c:v>
                </c:pt>
                <c:pt idx="335">
                  <c:v>-0.26830119</c:v>
                </c:pt>
                <c:pt idx="336">
                  <c:v>-0.23552602</c:v>
                </c:pt>
                <c:pt idx="337">
                  <c:v>-0.20092958</c:v>
                </c:pt>
                <c:pt idx="338">
                  <c:v>-0.16477939</c:v>
                </c:pt>
                <c:pt idx="339">
                  <c:v>-0.127355</c:v>
                </c:pt>
                <c:pt idx="340">
                  <c:v>-0.0889458</c:v>
                </c:pt>
                <c:pt idx="341">
                  <c:v>-0.04984881</c:v>
                </c:pt>
                <c:pt idx="342">
                  <c:v>-0.01036634</c:v>
                </c:pt>
                <c:pt idx="343">
                  <c:v>0.02919629</c:v>
                </c:pt>
                <c:pt idx="344">
                  <c:v>0.06853315</c:v>
                </c:pt>
                <c:pt idx="345">
                  <c:v>0.10734006</c:v>
                </c:pt>
                <c:pt idx="346">
                  <c:v>0.14531693</c:v>
                </c:pt>
                <c:pt idx="347">
                  <c:v>0.18217009</c:v>
                </c:pt>
                <c:pt idx="348">
                  <c:v>0.21761458</c:v>
                </c:pt>
                <c:pt idx="349">
                  <c:v>0.2513763</c:v>
                </c:pt>
                <c:pt idx="350">
                  <c:v>0.28319418</c:v>
                </c:pt>
                <c:pt idx="351">
                  <c:v>0.31282218</c:v>
                </c:pt>
                <c:pt idx="352">
                  <c:v>0.34003119</c:v>
                </c:pt>
                <c:pt idx="353">
                  <c:v>0.36461082</c:v>
                </c:pt>
                <c:pt idx="354">
                  <c:v>0.386371</c:v>
                </c:pt>
                <c:pt idx="355">
                  <c:v>0.40514345</c:v>
                </c:pt>
                <c:pt idx="356">
                  <c:v>0.42078301</c:v>
                </c:pt>
                <c:pt idx="357">
                  <c:v>0.43316875</c:v>
                </c:pt>
                <c:pt idx="358">
                  <c:v>0.4422049</c:v>
                </c:pt>
                <c:pt idx="359">
                  <c:v>0.44782156</c:v>
                </c:pt>
                <c:pt idx="360">
                  <c:v>0.44997533</c:v>
                </c:pt>
                <c:pt idx="361">
                  <c:v>0.44864953</c:v>
                </c:pt>
                <c:pt idx="362">
                  <c:v>0.44385442</c:v>
                </c:pt>
                <c:pt idx="363">
                  <c:v>0.43562708</c:v>
                </c:pt>
                <c:pt idx="364">
                  <c:v>0.42403114</c:v>
                </c:pt>
                <c:pt idx="365">
                  <c:v>0.40915625</c:v>
                </c:pt>
                <c:pt idx="366">
                  <c:v>0.39111745</c:v>
                </c:pt>
                <c:pt idx="367">
                  <c:v>0.37005422</c:v>
                </c:pt>
                <c:pt idx="368">
                  <c:v>0.34612944</c:v>
                </c:pt>
                <c:pt idx="369">
                  <c:v>0.31952812</c:v>
                </c:pt>
                <c:pt idx="370">
                  <c:v>0.29045596</c:v>
                </c:pt>
                <c:pt idx="371">
                  <c:v>0.25913777</c:v>
                </c:pt>
                <c:pt idx="372">
                  <c:v>0.22581572</c:v>
                </c:pt>
                <c:pt idx="373">
                  <c:v>0.19074748</c:v>
                </c:pt>
                <c:pt idx="374">
                  <c:v>0.15420424</c:v>
                </c:pt>
                <c:pt idx="375">
                  <c:v>0.11646857</c:v>
                </c:pt>
                <c:pt idx="376">
                  <c:v>0.07783227</c:v>
                </c:pt>
                <c:pt idx="377">
                  <c:v>0.03859412</c:v>
                </c:pt>
                <c:pt idx="378">
                  <c:v>-0.00094248</c:v>
                </c:pt>
                <c:pt idx="379">
                  <c:v>-0.04047178</c:v>
                </c:pt>
                <c:pt idx="380">
                  <c:v>-0.07968813</c:v>
                </c:pt>
                <c:pt idx="381">
                  <c:v>-0.11828827</c:v>
                </c:pt>
                <c:pt idx="382">
                  <c:v>-0.15597371</c:v>
                </c:pt>
                <c:pt idx="383">
                  <c:v>-0.19245304</c:v>
                </c:pt>
                <c:pt idx="384">
                  <c:v>-0.22744417</c:v>
                </c:pt>
                <c:pt idx="385">
                  <c:v>-0.26067653</c:v>
                </c:pt>
                <c:pt idx="386">
                  <c:v>-0.29189313</c:v>
                </c:pt>
                <c:pt idx="387">
                  <c:v>-0.32085258</c:v>
                </c:pt>
                <c:pt idx="388">
                  <c:v>-0.34733096</c:v>
                </c:pt>
                <c:pt idx="389">
                  <c:v>-0.37112349</c:v>
                </c:pt>
                <c:pt idx="390">
                  <c:v>-0.39204622</c:v>
                </c:pt>
                <c:pt idx="391">
                  <c:v>-0.40993733</c:v>
                </c:pt>
                <c:pt idx="392">
                  <c:v>-0.42465849</c:v>
                </c:pt>
                <c:pt idx="393">
                  <c:v>-0.43609585</c:v>
                </c:pt>
                <c:pt idx="394">
                  <c:v>-0.44416098</c:v>
                </c:pt>
                <c:pt idx="395">
                  <c:v>-0.44879151</c:v>
                </c:pt>
                <c:pt idx="396">
                  <c:v>-0.44995164</c:v>
                </c:pt>
                <c:pt idx="397">
                  <c:v>-0.44763239</c:v>
                </c:pt>
                <c:pt idx="398">
                  <c:v>-0.44185169</c:v>
                </c:pt>
                <c:pt idx="399">
                  <c:v>-0.43265425</c:v>
                </c:pt>
                <c:pt idx="400">
                  <c:v>-0.42011119</c:v>
                </c:pt>
                <c:pt idx="401">
                  <c:v>-0.4043195</c:v>
                </c:pt>
                <c:pt idx="402">
                  <c:v>-0.3854013</c:v>
                </c:pt>
                <c:pt idx="403">
                  <c:v>-0.36350287</c:v>
                </c:pt>
                <c:pt idx="404">
                  <c:v>-0.33879356</c:v>
                </c:pt>
                <c:pt idx="405">
                  <c:v>-0.31146443</c:v>
                </c:pt>
                <c:pt idx="406">
                  <c:v>-0.28172681</c:v>
                </c:pt>
                <c:pt idx="407">
                  <c:v>-0.24981066</c:v>
                </c:pt>
                <c:pt idx="408">
                  <c:v>-0.21596278</c:v>
                </c:pt>
                <c:pt idx="409">
                  <c:v>-0.1804449</c:v>
                </c:pt>
                <c:pt idx="410">
                  <c:v>-0.14353169</c:v>
                </c:pt>
                <c:pt idx="411">
                  <c:v>-0.10550857</c:v>
                </c:pt>
                <c:pt idx="412">
                  <c:v>-0.06666959</c:v>
                </c:pt>
                <c:pt idx="413">
                  <c:v>-0.02731505</c:v>
                </c:pt>
                <c:pt idx="414">
                  <c:v>0.0122507</c:v>
                </c:pt>
                <c:pt idx="415">
                  <c:v>0.05172172</c:v>
                </c:pt>
                <c:pt idx="416">
                  <c:v>0.09079279</c:v>
                </c:pt>
                <c:pt idx="417">
                  <c:v>0.12916177</c:v>
                </c:pt>
                <c:pt idx="418">
                  <c:v>0.16653198</c:v>
                </c:pt>
                <c:pt idx="419">
                  <c:v>0.20261443</c:v>
                </c:pt>
                <c:pt idx="420">
                  <c:v>0.23713011</c:v>
                </c:pt>
                <c:pt idx="421">
                  <c:v>0.26981211</c:v>
                </c:pt>
                <c:pt idx="422">
                  <c:v>0.30040772</c:v>
                </c:pt>
                <c:pt idx="423">
                  <c:v>0.32868033</c:v>
                </c:pt>
                <c:pt idx="424">
                  <c:v>0.35441134</c:v>
                </c:pt>
                <c:pt idx="425">
                  <c:v>0.37740176</c:v>
                </c:pt>
                <c:pt idx="426">
                  <c:v>0.39747381</c:v>
                </c:pt>
                <c:pt idx="427">
                  <c:v>0.41447228</c:v>
                </c:pt>
                <c:pt idx="428">
                  <c:v>0.42826574</c:v>
                </c:pt>
                <c:pt idx="429">
                  <c:v>0.4387475</c:v>
                </c:pt>
                <c:pt idx="430">
                  <c:v>0.44583653</c:v>
                </c:pt>
                <c:pt idx="431">
                  <c:v>0.449478</c:v>
                </c:pt>
                <c:pt idx="432">
                  <c:v>0.44964375</c:v>
                </c:pt>
                <c:pt idx="433">
                  <c:v>0.44633251</c:v>
                </c:pt>
                <c:pt idx="434">
                  <c:v>0.43956988</c:v>
                </c:pt>
                <c:pt idx="435">
                  <c:v>0.42940815</c:v>
                </c:pt>
                <c:pt idx="436">
                  <c:v>0.4159259</c:v>
                </c:pt>
                <c:pt idx="437">
                  <c:v>0.39922738</c:v>
                </c:pt>
                <c:pt idx="438">
                  <c:v>0.37944173</c:v>
                </c:pt>
                <c:pt idx="439">
                  <c:v>0.35672194</c:v>
                </c:pt>
                <c:pt idx="440">
                  <c:v>0.33124369</c:v>
                </c:pt>
                <c:pt idx="441">
                  <c:v>0.30320401</c:v>
                </c:pt>
                <c:pt idx="442">
                  <c:v>0.27281972</c:v>
                </c:pt>
                <c:pt idx="443">
                  <c:v>0.24032577</c:v>
                </c:pt>
                <c:pt idx="444">
                  <c:v>0.20597344</c:v>
                </c:pt>
                <c:pt idx="445">
                  <c:v>0.17002835</c:v>
                </c:pt>
                <c:pt idx="446">
                  <c:v>0.13276848</c:v>
                </c:pt>
                <c:pt idx="447">
                  <c:v>0.09448194</c:v>
                </c:pt>
                <c:pt idx="448">
                  <c:v>0.05546479</c:v>
                </c:pt>
                <c:pt idx="449">
                  <c:v>0.01601874</c:v>
                </c:pt>
                <c:pt idx="450">
                  <c:v>-0.02355118</c:v>
                </c:pt>
                <c:pt idx="451">
                  <c:v>-0.06293898</c:v>
                </c:pt>
                <c:pt idx="452">
                  <c:v>-0.10184009</c:v>
                </c:pt>
                <c:pt idx="453">
                  <c:v>-0.13995369</c:v>
                </c:pt>
                <c:pt idx="454">
                  <c:v>-0.17698506</c:v>
                </c:pt>
                <c:pt idx="455">
                  <c:v>-0.21264784</c:v>
                </c:pt>
                <c:pt idx="456">
                  <c:v>-0.24666627</c:v>
                </c:pt>
                <c:pt idx="457">
                  <c:v>-0.27877727</c:v>
                </c:pt>
                <c:pt idx="458">
                  <c:v>-0.30873256</c:v>
                </c:pt>
                <c:pt idx="459">
                  <c:v>-0.33630048</c:v>
                </c:pt>
                <c:pt idx="460">
                  <c:v>-0.36126786</c:v>
                </c:pt>
                <c:pt idx="461">
                  <c:v>-0.38344164</c:v>
                </c:pt>
                <c:pt idx="462">
                  <c:v>-0.40265035</c:v>
                </c:pt>
                <c:pt idx="463">
                  <c:v>-0.41874545</c:v>
                </c:pt>
                <c:pt idx="464">
                  <c:v>-0.43160248</c:v>
                </c:pt>
                <c:pt idx="465">
                  <c:v>-0.44112203</c:v>
                </c:pt>
                <c:pt idx="466">
                  <c:v>-0.44723047</c:v>
                </c:pt>
                <c:pt idx="467">
                  <c:v>-0.44988058</c:v>
                </c:pt>
                <c:pt idx="468">
                  <c:v>-0.44905186</c:v>
                </c:pt>
                <c:pt idx="469">
                  <c:v>-0.44475073</c:v>
                </c:pt>
                <c:pt idx="470">
                  <c:v>-0.43701043</c:v>
                </c:pt>
                <c:pt idx="471">
                  <c:v>-0.42589082</c:v>
                </c:pt>
                <c:pt idx="472">
                  <c:v>-0.41147789</c:v>
                </c:pt>
                <c:pt idx="473">
                  <c:v>-0.3938831</c:v>
                </c:pt>
                <c:pt idx="474">
                  <c:v>-0.37324249</c:v>
                </c:pt>
                <c:pt idx="475">
                  <c:v>-0.34971568</c:v>
                </c:pt>
                <c:pt idx="476">
                  <c:v>-0.3234846</c:v>
                </c:pt>
                <c:pt idx="477">
                  <c:v>-0.29475208</c:v>
                </c:pt>
                <c:pt idx="478">
                  <c:v>-0.2637403</c:v>
                </c:pt>
                <c:pt idx="479">
                  <c:v>-0.23068908</c:v>
                </c:pt>
                <c:pt idx="480">
                  <c:v>-0.19585399</c:v>
                </c:pt>
                <c:pt idx="481">
                  <c:v>-0.15950441</c:v>
                </c:pt>
                <c:pt idx="482">
                  <c:v>-0.12192141</c:v>
                </c:pt>
                <c:pt idx="483">
                  <c:v>-0.08339562</c:v>
                </c:pt>
                <c:pt idx="484">
                  <c:v>-0.04422495</c:v>
                </c:pt>
                <c:pt idx="485">
                  <c:v>-0.0047123</c:v>
                </c:pt>
                <c:pt idx="486">
                  <c:v>0.03483679</c:v>
                </c:pt>
                <c:pt idx="487">
                  <c:v>0.07411649</c:v>
                </c:pt>
                <c:pt idx="488">
                  <c:v>0.11282307</c:v>
                </c:pt>
                <c:pt idx="489">
                  <c:v>0.15065721</c:v>
                </c:pt>
                <c:pt idx="490">
                  <c:v>0.18732636</c:v>
                </c:pt>
                <c:pt idx="491">
                  <c:v>0.22254695</c:v>
                </c:pt>
                <c:pt idx="492">
                  <c:v>0.25604663</c:v>
                </c:pt>
                <c:pt idx="493">
                  <c:v>0.28756636</c:v>
                </c:pt>
                <c:pt idx="494">
                  <c:v>0.3168624</c:v>
                </c:pt>
                <c:pt idx="495">
                  <c:v>0.34370821</c:v>
                </c:pt>
                <c:pt idx="496">
                  <c:v>0.36789621</c:v>
                </c:pt>
                <c:pt idx="497">
                  <c:v>0.38923934</c:v>
                </c:pt>
                <c:pt idx="498">
                  <c:v>0.40757257</c:v>
                </c:pt>
                <c:pt idx="499">
                  <c:v>0.42275413</c:v>
                </c:pt>
                <c:pt idx="500">
                  <c:v>0.43466662</c:v>
                </c:pt>
                <c:pt idx="501">
                  <c:v>0.44321793</c:v>
                </c:pt>
                <c:pt idx="502">
                  <c:v>0.44834194</c:v>
                </c:pt>
                <c:pt idx="503">
                  <c:v>0.44999901</c:v>
                </c:pt>
                <c:pt idx="504">
                  <c:v>0.44817634</c:v>
                </c:pt>
                <c:pt idx="505">
                  <c:v>0.44288802</c:v>
                </c:pt>
                <c:pt idx="506">
                  <c:v>0.43417495</c:v>
                </c:pt>
                <c:pt idx="507">
                  <c:v>0.42210449</c:v>
                </c:pt>
                <c:pt idx="508">
                  <c:v>0.40676999</c:v>
                </c:pt>
                <c:pt idx="509">
                  <c:v>0.38829003</c:v>
                </c:pt>
                <c:pt idx="510">
                  <c:v>0.36680751</c:v>
                </c:pt>
                <c:pt idx="511">
                  <c:v>0.34248854</c:v>
                </c:pt>
                <c:pt idx="512">
                  <c:v>0.31552119</c:v>
                </c:pt>
                <c:pt idx="513">
                  <c:v>0.28611398</c:v>
                </c:pt>
                <c:pt idx="514">
                  <c:v>0.25449431</c:v>
                </c:pt>
                <c:pt idx="515">
                  <c:v>0.22090669</c:v>
                </c:pt>
                <c:pt idx="516">
                  <c:v>0.18561085</c:v>
                </c:pt>
                <c:pt idx="517">
                  <c:v>0.14887972</c:v>
                </c:pt>
                <c:pt idx="518">
                  <c:v>0.11099734</c:v>
                </c:pt>
                <c:pt idx="519">
                  <c:v>0.07225663</c:v>
                </c:pt>
                <c:pt idx="520">
                  <c:v>0.03295719</c:v>
                </c:pt>
                <c:pt idx="521">
                  <c:v>-0.00659711</c:v>
                </c:pt>
                <c:pt idx="522">
                  <c:v>-0.04610039</c:v>
                </c:pt>
                <c:pt idx="523">
                  <c:v>-0.08524719</c:v>
                </c:pt>
                <c:pt idx="524">
                  <c:v>-0.12373479</c:v>
                </c:pt>
                <c:pt idx="525">
                  <c:v>-0.16126558</c:v>
                </c:pt>
                <c:pt idx="526">
                  <c:v>-0.19754933</c:v>
                </c:pt>
                <c:pt idx="527">
                  <c:v>-0.23230548</c:v>
                </c:pt>
                <c:pt idx="528">
                  <c:v>-0.26526526</c:v>
                </c:pt>
                <c:pt idx="529">
                  <c:v>-0.29617381</c:v>
                </c:pt>
                <c:pt idx="530">
                  <c:v>-0.3247921</c:v>
                </c:pt>
                <c:pt idx="531">
                  <c:v>-0.35089885</c:v>
                </c:pt>
                <c:pt idx="532">
                  <c:v>-0.37429218</c:v>
                </c:pt>
                <c:pt idx="533">
                  <c:v>-0.39479118</c:v>
                </c:pt>
                <c:pt idx="534">
                  <c:v>-0.41223735</c:v>
                </c:pt>
                <c:pt idx="535">
                  <c:v>-0.42649578</c:v>
                </c:pt>
                <c:pt idx="536">
                  <c:v>-0.43745622</c:v>
                </c:pt>
                <c:pt idx="537">
                  <c:v>-0.44503389</c:v>
                </c:pt>
                <c:pt idx="538">
                  <c:v>-0.44917022</c:v>
                </c:pt>
                <c:pt idx="539">
                  <c:v>-0.44983321</c:v>
                </c:pt>
                <c:pt idx="540">
                  <c:v>-0.44701774</c:v>
                </c:pt>
                <c:pt idx="541">
                  <c:v>-0.44074558</c:v>
                </c:pt>
                <c:pt idx="542">
                  <c:v>-0.43106523</c:v>
                </c:pt>
                <c:pt idx="543">
                  <c:v>-0.41805155</c:v>
                </c:pt>
                <c:pt idx="544">
                  <c:v>-0.40180517</c:v>
                </c:pt>
                <c:pt idx="545">
                  <c:v>-0.38245171</c:v>
                </c:pt>
                <c:pt idx="546">
                  <c:v>-0.36014084</c:v>
                </c:pt>
                <c:pt idx="547">
                  <c:v>-0.33504508</c:v>
                </c:pt>
                <c:pt idx="548">
                  <c:v>-0.30735849</c:v>
                </c:pt>
                <c:pt idx="549">
                  <c:v>-0.27729516</c:v>
                </c:pt>
                <c:pt idx="550">
                  <c:v>-0.24508757</c:v>
                </c:pt>
                <c:pt idx="551">
                  <c:v>-0.21098477</c:v>
                </c:pt>
                <c:pt idx="552">
                  <c:v>-0.17525047</c:v>
                </c:pt>
                <c:pt idx="553">
                  <c:v>-0.13816099</c:v>
                </c:pt>
                <c:pt idx="554">
                  <c:v>-0.10000315</c:v>
                </c:pt>
                <c:pt idx="555">
                  <c:v>-0.06107201</c:v>
                </c:pt>
                <c:pt idx="556">
                  <c:v>-0.02166861</c:v>
                </c:pt>
                <c:pt idx="557">
                  <c:v>0.01790235</c:v>
                </c:pt>
                <c:pt idx="558">
                  <c:v>0.05733488</c:v>
                </c:pt>
                <c:pt idx="559">
                  <c:v>0.09632404</c:v>
                </c:pt>
                <c:pt idx="560">
                  <c:v>0.13456836</c:v>
                </c:pt>
                <c:pt idx="561">
                  <c:v>0.17177208</c:v>
                </c:pt>
                <c:pt idx="562">
                  <c:v>0.20764753</c:v>
                </c:pt>
                <c:pt idx="563">
                  <c:v>0.24191729</c:v>
                </c:pt>
                <c:pt idx="564">
                  <c:v>0.27431635</c:v>
                </c:pt>
                <c:pt idx="565">
                  <c:v>0.30459419</c:v>
                </c:pt>
                <c:pt idx="566">
                  <c:v>0.33251666</c:v>
                </c:pt>
                <c:pt idx="567">
                  <c:v>0.35786786</c:v>
                </c:pt>
                <c:pt idx="568">
                  <c:v>0.38045174</c:v>
                </c:pt>
                <c:pt idx="569">
                  <c:v>0.40009367</c:v>
                </c:pt>
                <c:pt idx="570">
                  <c:v>0.41664176</c:v>
                </c:pt>
                <c:pt idx="571">
                  <c:v>0.42996806</c:v>
                </c:pt>
                <c:pt idx="572">
                  <c:v>0.4399695</c:v>
                </c:pt>
                <c:pt idx="573">
                  <c:v>0.44656876</c:v>
                </c:pt>
                <c:pt idx="574">
                  <c:v>0.4497148</c:v>
                </c:pt>
                <c:pt idx="575">
                  <c:v>0.44938329</c:v>
                </c:pt>
                <c:pt idx="576">
                  <c:v>0.4455768</c:v>
                </c:pt>
                <c:pt idx="577">
                  <c:v>0.43832476</c:v>
                </c:pt>
                <c:pt idx="578">
                  <c:v>0.42768325</c:v>
                </c:pt>
                <c:pt idx="579">
                  <c:v>0.41373456</c:v>
                </c:pt>
                <c:pt idx="580">
                  <c:v>0.39658655</c:v>
                </c:pt>
                <c:pt idx="581">
                  <c:v>0.37637183</c:v>
                </c:pt>
                <c:pt idx="582">
                  <c:v>0.3532467</c:v>
                </c:pt>
                <c:pt idx="583">
                  <c:v>0.32738999</c:v>
                </c:pt>
                <c:pt idx="584">
                  <c:v>0.29900165</c:v>
                </c:pt>
                <c:pt idx="585">
                  <c:v>0.26830119</c:v>
                </c:pt>
                <c:pt idx="586">
                  <c:v>0.23552602</c:v>
                </c:pt>
                <c:pt idx="587">
                  <c:v>0.20092958</c:v>
                </c:pt>
                <c:pt idx="588">
                  <c:v>0.16477939</c:v>
                </c:pt>
                <c:pt idx="589">
                  <c:v>0.127355</c:v>
                </c:pt>
                <c:pt idx="590">
                  <c:v>0.0889458</c:v>
                </c:pt>
                <c:pt idx="591">
                  <c:v>0.04984881</c:v>
                </c:pt>
                <c:pt idx="592">
                  <c:v>0.01036634</c:v>
                </c:pt>
                <c:pt idx="593">
                  <c:v>-0.02919629</c:v>
                </c:pt>
                <c:pt idx="594">
                  <c:v>-0.06853315</c:v>
                </c:pt>
                <c:pt idx="595">
                  <c:v>-0.10734006</c:v>
                </c:pt>
                <c:pt idx="596">
                  <c:v>-0.14531693</c:v>
                </c:pt>
                <c:pt idx="597">
                  <c:v>-0.18217009</c:v>
                </c:pt>
                <c:pt idx="598">
                  <c:v>-0.21761458</c:v>
                </c:pt>
                <c:pt idx="599">
                  <c:v>-0.2513763</c:v>
                </c:pt>
                <c:pt idx="600">
                  <c:v>-0.28319418</c:v>
                </c:pt>
              </c:numCache>
            </c:numRef>
          </c:yVal>
        </c:ser>
        <c:ser>
          <c:idx val="1"/>
          <c:order val="1"/>
          <c:tx>
            <c:v>6 Hz alias</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Data'!$C$2:$C$602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Data'!$D$2:$D$602</c:f>
              <c:numCache>
                <c:formatCode>0.0</c:formatCode>
                <c:ptCount val="601"/>
                <c:pt idx="0">
                  <c:v>0.43466662</c:v>
                </c:pt>
                <c:pt idx="1">
                  <c:v>0.43316875</c:v>
                </c:pt>
                <c:pt idx="2">
                  <c:v>0.43160248</c:v>
                </c:pt>
                <c:pt idx="3">
                  <c:v>0.42996806</c:v>
                </c:pt>
                <c:pt idx="4">
                  <c:v>0.42826574</c:v>
                </c:pt>
                <c:pt idx="5">
                  <c:v>0.42649578</c:v>
                </c:pt>
                <c:pt idx="6">
                  <c:v>0.42465849</c:v>
                </c:pt>
                <c:pt idx="7">
                  <c:v>0.42275413</c:v>
                </c:pt>
                <c:pt idx="8">
                  <c:v>0.42078301</c:v>
                </c:pt>
                <c:pt idx="9">
                  <c:v>0.41874545</c:v>
                </c:pt>
                <c:pt idx="10">
                  <c:v>0.41664176</c:v>
                </c:pt>
                <c:pt idx="11">
                  <c:v>0.41447228</c:v>
                </c:pt>
                <c:pt idx="12">
                  <c:v>0.41223735</c:v>
                </c:pt>
                <c:pt idx="13">
                  <c:v>0.40993733</c:v>
                </c:pt>
                <c:pt idx="14">
                  <c:v>0.40757257</c:v>
                </c:pt>
                <c:pt idx="15">
                  <c:v>0.40514345</c:v>
                </c:pt>
                <c:pt idx="16">
                  <c:v>0.40265035</c:v>
                </c:pt>
                <c:pt idx="17">
                  <c:v>0.40009367</c:v>
                </c:pt>
                <c:pt idx="18">
                  <c:v>0.39747381</c:v>
                </c:pt>
                <c:pt idx="19">
                  <c:v>0.39479118</c:v>
                </c:pt>
                <c:pt idx="20">
                  <c:v>0.39204622</c:v>
                </c:pt>
                <c:pt idx="21">
                  <c:v>0.38923934</c:v>
                </c:pt>
                <c:pt idx="22">
                  <c:v>0.386371</c:v>
                </c:pt>
                <c:pt idx="23">
                  <c:v>0.38344164</c:v>
                </c:pt>
                <c:pt idx="24">
                  <c:v>0.38045174</c:v>
                </c:pt>
                <c:pt idx="25">
                  <c:v>0.37740176</c:v>
                </c:pt>
                <c:pt idx="26">
                  <c:v>0.37429218</c:v>
                </c:pt>
                <c:pt idx="27">
                  <c:v>0.37112349</c:v>
                </c:pt>
                <c:pt idx="28">
                  <c:v>0.36789621</c:v>
                </c:pt>
                <c:pt idx="29">
                  <c:v>0.36461082</c:v>
                </c:pt>
                <c:pt idx="30">
                  <c:v>0.36126786</c:v>
                </c:pt>
                <c:pt idx="31">
                  <c:v>0.35786786</c:v>
                </c:pt>
                <c:pt idx="32">
                  <c:v>0.35441134</c:v>
                </c:pt>
                <c:pt idx="33">
                  <c:v>0.35089885</c:v>
                </c:pt>
                <c:pt idx="34">
                  <c:v>0.34733096</c:v>
                </c:pt>
                <c:pt idx="35">
                  <c:v>0.34370821</c:v>
                </c:pt>
                <c:pt idx="36">
                  <c:v>0.34003119</c:v>
                </c:pt>
                <c:pt idx="37">
                  <c:v>0.33630048</c:v>
                </c:pt>
                <c:pt idx="38">
                  <c:v>0.33251666</c:v>
                </c:pt>
                <c:pt idx="39">
                  <c:v>0.32868033</c:v>
                </c:pt>
                <c:pt idx="40">
                  <c:v>0.3247921</c:v>
                </c:pt>
                <c:pt idx="41">
                  <c:v>0.32085258</c:v>
                </c:pt>
                <c:pt idx="42">
                  <c:v>0.3168624</c:v>
                </c:pt>
                <c:pt idx="43">
                  <c:v>0.31282218</c:v>
                </c:pt>
                <c:pt idx="44">
                  <c:v>0.30873256</c:v>
                </c:pt>
                <c:pt idx="45">
                  <c:v>0.30459419</c:v>
                </c:pt>
                <c:pt idx="46">
                  <c:v>0.30040772</c:v>
                </c:pt>
                <c:pt idx="47">
                  <c:v>0.29617381</c:v>
                </c:pt>
                <c:pt idx="48">
                  <c:v>0.29189313</c:v>
                </c:pt>
                <c:pt idx="49">
                  <c:v>0.28756636</c:v>
                </c:pt>
                <c:pt idx="50">
                  <c:v>0.28319418</c:v>
                </c:pt>
                <c:pt idx="51">
                  <c:v>0.27877727</c:v>
                </c:pt>
                <c:pt idx="52">
                  <c:v>0.27431635</c:v>
                </c:pt>
                <c:pt idx="53">
                  <c:v>0.26981211</c:v>
                </c:pt>
                <c:pt idx="54">
                  <c:v>0.26526526</c:v>
                </c:pt>
                <c:pt idx="55">
                  <c:v>0.26067653</c:v>
                </c:pt>
                <c:pt idx="56">
                  <c:v>0.25604663</c:v>
                </c:pt>
                <c:pt idx="57">
                  <c:v>0.2513763</c:v>
                </c:pt>
                <c:pt idx="58">
                  <c:v>0.24666627</c:v>
                </c:pt>
                <c:pt idx="59">
                  <c:v>0.24191729</c:v>
                </c:pt>
                <c:pt idx="60">
                  <c:v>0.23713011</c:v>
                </c:pt>
                <c:pt idx="61">
                  <c:v>0.23230548</c:v>
                </c:pt>
                <c:pt idx="62">
                  <c:v>0.22744417</c:v>
                </c:pt>
                <c:pt idx="63">
                  <c:v>0.22254695</c:v>
                </c:pt>
                <c:pt idx="64">
                  <c:v>0.21761458</c:v>
                </c:pt>
                <c:pt idx="65">
                  <c:v>0.21264784</c:v>
                </c:pt>
                <c:pt idx="66">
                  <c:v>0.20764753</c:v>
                </c:pt>
                <c:pt idx="67">
                  <c:v>0.20261443</c:v>
                </c:pt>
                <c:pt idx="68">
                  <c:v>0.19754933</c:v>
                </c:pt>
                <c:pt idx="69">
                  <c:v>0.19245304</c:v>
                </c:pt>
                <c:pt idx="70">
                  <c:v>0.18732636</c:v>
                </c:pt>
                <c:pt idx="71">
                  <c:v>0.18217009</c:v>
                </c:pt>
                <c:pt idx="72">
                  <c:v>0.17698506</c:v>
                </c:pt>
                <c:pt idx="73">
                  <c:v>0.17177208</c:v>
                </c:pt>
                <c:pt idx="74">
                  <c:v>0.16653198</c:v>
                </c:pt>
                <c:pt idx="75">
                  <c:v>0.16126558</c:v>
                </c:pt>
                <c:pt idx="76">
                  <c:v>0.15597371</c:v>
                </c:pt>
                <c:pt idx="77">
                  <c:v>0.15065721</c:v>
                </c:pt>
                <c:pt idx="78">
                  <c:v>0.14531693</c:v>
                </c:pt>
                <c:pt idx="79">
                  <c:v>0.13995369</c:v>
                </c:pt>
                <c:pt idx="80">
                  <c:v>0.13456836</c:v>
                </c:pt>
                <c:pt idx="81">
                  <c:v>0.12916177</c:v>
                </c:pt>
                <c:pt idx="82">
                  <c:v>0.12373479</c:v>
                </c:pt>
                <c:pt idx="83">
                  <c:v>0.11828827</c:v>
                </c:pt>
                <c:pt idx="84">
                  <c:v>0.11282307</c:v>
                </c:pt>
                <c:pt idx="85">
                  <c:v>0.10734006</c:v>
                </c:pt>
                <c:pt idx="86">
                  <c:v>0.10184009</c:v>
                </c:pt>
                <c:pt idx="87">
                  <c:v>0.09632404</c:v>
                </c:pt>
                <c:pt idx="88">
                  <c:v>0.09079279</c:v>
                </c:pt>
                <c:pt idx="89">
                  <c:v>0.08524719</c:v>
                </c:pt>
                <c:pt idx="90">
                  <c:v>0.07968813</c:v>
                </c:pt>
                <c:pt idx="91">
                  <c:v>0.07411649</c:v>
                </c:pt>
                <c:pt idx="92">
                  <c:v>0.06853315</c:v>
                </c:pt>
                <c:pt idx="93">
                  <c:v>0.06293898</c:v>
                </c:pt>
                <c:pt idx="94">
                  <c:v>0.05733488</c:v>
                </c:pt>
                <c:pt idx="95">
                  <c:v>0.05172172</c:v>
                </c:pt>
                <c:pt idx="96">
                  <c:v>0.04610039</c:v>
                </c:pt>
                <c:pt idx="97">
                  <c:v>0.04047178</c:v>
                </c:pt>
                <c:pt idx="98">
                  <c:v>0.03483679</c:v>
                </c:pt>
                <c:pt idx="99">
                  <c:v>0.02919629</c:v>
                </c:pt>
                <c:pt idx="100">
                  <c:v>0.02355118</c:v>
                </c:pt>
                <c:pt idx="101">
                  <c:v>0.01790235</c:v>
                </c:pt>
                <c:pt idx="102">
                  <c:v>0.0122507</c:v>
                </c:pt>
                <c:pt idx="103">
                  <c:v>0.00659711</c:v>
                </c:pt>
                <c:pt idx="104">
                  <c:v>0.00094248</c:v>
                </c:pt>
                <c:pt idx="105">
                  <c:v>-0.0047123</c:v>
                </c:pt>
                <c:pt idx="106">
                  <c:v>-0.01036634</c:v>
                </c:pt>
                <c:pt idx="107">
                  <c:v>-0.01601874</c:v>
                </c:pt>
                <c:pt idx="108">
                  <c:v>-0.02166861</c:v>
                </c:pt>
                <c:pt idx="109">
                  <c:v>-0.02731505</c:v>
                </c:pt>
                <c:pt idx="110">
                  <c:v>-0.03295719</c:v>
                </c:pt>
                <c:pt idx="111">
                  <c:v>-0.03859412</c:v>
                </c:pt>
                <c:pt idx="112">
                  <c:v>-0.04422495</c:v>
                </c:pt>
                <c:pt idx="113">
                  <c:v>-0.04984881</c:v>
                </c:pt>
                <c:pt idx="114">
                  <c:v>-0.05546479</c:v>
                </c:pt>
                <c:pt idx="115">
                  <c:v>-0.06107201</c:v>
                </c:pt>
                <c:pt idx="116">
                  <c:v>-0.06666959</c:v>
                </c:pt>
                <c:pt idx="117">
                  <c:v>-0.07225663</c:v>
                </c:pt>
                <c:pt idx="118">
                  <c:v>-0.07783227</c:v>
                </c:pt>
                <c:pt idx="119">
                  <c:v>-0.08339562</c:v>
                </c:pt>
                <c:pt idx="120">
                  <c:v>-0.0889458</c:v>
                </c:pt>
                <c:pt idx="121">
                  <c:v>-0.09448194</c:v>
                </c:pt>
                <c:pt idx="122">
                  <c:v>-0.10000315</c:v>
                </c:pt>
                <c:pt idx="123">
                  <c:v>-0.10550857</c:v>
                </c:pt>
                <c:pt idx="124">
                  <c:v>-0.11099734</c:v>
                </c:pt>
                <c:pt idx="125">
                  <c:v>-0.11646857</c:v>
                </c:pt>
                <c:pt idx="126">
                  <c:v>-0.12192141</c:v>
                </c:pt>
                <c:pt idx="127">
                  <c:v>-0.127355</c:v>
                </c:pt>
                <c:pt idx="128">
                  <c:v>-0.13276848</c:v>
                </c:pt>
                <c:pt idx="129">
                  <c:v>-0.13816099</c:v>
                </c:pt>
                <c:pt idx="130">
                  <c:v>-0.14353169</c:v>
                </c:pt>
                <c:pt idx="131">
                  <c:v>-0.14887972</c:v>
                </c:pt>
                <c:pt idx="132">
                  <c:v>-0.15420424</c:v>
                </c:pt>
                <c:pt idx="133">
                  <c:v>-0.15950441</c:v>
                </c:pt>
                <c:pt idx="134">
                  <c:v>-0.16477939</c:v>
                </c:pt>
                <c:pt idx="135">
                  <c:v>-0.17002835</c:v>
                </c:pt>
                <c:pt idx="136">
                  <c:v>-0.17525047</c:v>
                </c:pt>
                <c:pt idx="137">
                  <c:v>-0.1804449</c:v>
                </c:pt>
                <c:pt idx="138">
                  <c:v>-0.18561085</c:v>
                </c:pt>
                <c:pt idx="139">
                  <c:v>-0.19074748</c:v>
                </c:pt>
                <c:pt idx="140">
                  <c:v>-0.19585399</c:v>
                </c:pt>
                <c:pt idx="141">
                  <c:v>-0.20092958</c:v>
                </c:pt>
                <c:pt idx="142">
                  <c:v>-0.20597344</c:v>
                </c:pt>
                <c:pt idx="143">
                  <c:v>-0.21098477</c:v>
                </c:pt>
                <c:pt idx="144">
                  <c:v>-0.21596278</c:v>
                </c:pt>
                <c:pt idx="145">
                  <c:v>-0.22090669</c:v>
                </c:pt>
                <c:pt idx="146">
                  <c:v>-0.22581572</c:v>
                </c:pt>
                <c:pt idx="147">
                  <c:v>-0.23068908</c:v>
                </c:pt>
                <c:pt idx="148">
                  <c:v>-0.23552602</c:v>
                </c:pt>
                <c:pt idx="149">
                  <c:v>-0.24032577</c:v>
                </c:pt>
                <c:pt idx="150">
                  <c:v>-0.24508757</c:v>
                </c:pt>
                <c:pt idx="151">
                  <c:v>-0.24981066</c:v>
                </c:pt>
                <c:pt idx="152">
                  <c:v>-0.25449431</c:v>
                </c:pt>
                <c:pt idx="153">
                  <c:v>-0.25913777</c:v>
                </c:pt>
                <c:pt idx="154">
                  <c:v>-0.2637403</c:v>
                </c:pt>
                <c:pt idx="155">
                  <c:v>-0.26830119</c:v>
                </c:pt>
                <c:pt idx="156">
                  <c:v>-0.27281972</c:v>
                </c:pt>
                <c:pt idx="157">
                  <c:v>-0.27729516</c:v>
                </c:pt>
                <c:pt idx="158">
                  <c:v>-0.28172681</c:v>
                </c:pt>
                <c:pt idx="159">
                  <c:v>-0.28611398</c:v>
                </c:pt>
                <c:pt idx="160">
                  <c:v>-0.29045596</c:v>
                </c:pt>
                <c:pt idx="161">
                  <c:v>-0.29475208</c:v>
                </c:pt>
                <c:pt idx="162">
                  <c:v>-0.29900165</c:v>
                </c:pt>
                <c:pt idx="163">
                  <c:v>-0.30320401</c:v>
                </c:pt>
                <c:pt idx="164">
                  <c:v>-0.30735849</c:v>
                </c:pt>
                <c:pt idx="165">
                  <c:v>-0.31146443</c:v>
                </c:pt>
                <c:pt idx="166">
                  <c:v>-0.31552119</c:v>
                </c:pt>
                <c:pt idx="167">
                  <c:v>-0.31952812</c:v>
                </c:pt>
                <c:pt idx="168">
                  <c:v>-0.3234846</c:v>
                </c:pt>
                <c:pt idx="169">
                  <c:v>-0.32738999</c:v>
                </c:pt>
                <c:pt idx="170">
                  <c:v>-0.33124369</c:v>
                </c:pt>
                <c:pt idx="171">
                  <c:v>-0.33504508</c:v>
                </c:pt>
                <c:pt idx="172">
                  <c:v>-0.33879356</c:v>
                </c:pt>
                <c:pt idx="173">
                  <c:v>-0.34248854</c:v>
                </c:pt>
                <c:pt idx="174">
                  <c:v>-0.34612944</c:v>
                </c:pt>
                <c:pt idx="175">
                  <c:v>-0.34971568</c:v>
                </c:pt>
                <c:pt idx="176">
                  <c:v>-0.3532467</c:v>
                </c:pt>
                <c:pt idx="177">
                  <c:v>-0.35672194</c:v>
                </c:pt>
                <c:pt idx="178">
                  <c:v>-0.36014084</c:v>
                </c:pt>
                <c:pt idx="179">
                  <c:v>-0.36350287</c:v>
                </c:pt>
                <c:pt idx="180">
                  <c:v>-0.36680751</c:v>
                </c:pt>
                <c:pt idx="181">
                  <c:v>-0.37005422</c:v>
                </c:pt>
                <c:pt idx="182">
                  <c:v>-0.37324249</c:v>
                </c:pt>
                <c:pt idx="183">
                  <c:v>-0.37637183</c:v>
                </c:pt>
                <c:pt idx="184">
                  <c:v>-0.37944173</c:v>
                </c:pt>
                <c:pt idx="185">
                  <c:v>-0.38245171</c:v>
                </c:pt>
                <c:pt idx="186">
                  <c:v>-0.3854013</c:v>
                </c:pt>
                <c:pt idx="187">
                  <c:v>-0.38829003</c:v>
                </c:pt>
                <c:pt idx="188">
                  <c:v>-0.39111745</c:v>
                </c:pt>
                <c:pt idx="189">
                  <c:v>-0.3938831</c:v>
                </c:pt>
                <c:pt idx="190">
                  <c:v>-0.39658655</c:v>
                </c:pt>
                <c:pt idx="191">
                  <c:v>-0.39922738</c:v>
                </c:pt>
                <c:pt idx="192">
                  <c:v>-0.40180517</c:v>
                </c:pt>
                <c:pt idx="193">
                  <c:v>-0.4043195</c:v>
                </c:pt>
                <c:pt idx="194">
                  <c:v>-0.40676999</c:v>
                </c:pt>
                <c:pt idx="195">
                  <c:v>-0.40915625</c:v>
                </c:pt>
                <c:pt idx="196">
                  <c:v>-0.41147789</c:v>
                </c:pt>
                <c:pt idx="197">
                  <c:v>-0.41373456</c:v>
                </c:pt>
                <c:pt idx="198">
                  <c:v>-0.4159259</c:v>
                </c:pt>
                <c:pt idx="199">
                  <c:v>-0.41805155</c:v>
                </c:pt>
                <c:pt idx="200">
                  <c:v>-0.42011119</c:v>
                </c:pt>
                <c:pt idx="201">
                  <c:v>-0.42210449</c:v>
                </c:pt>
                <c:pt idx="202">
                  <c:v>-0.42403114</c:v>
                </c:pt>
                <c:pt idx="203">
                  <c:v>-0.42589082</c:v>
                </c:pt>
                <c:pt idx="204">
                  <c:v>-0.42768325</c:v>
                </c:pt>
                <c:pt idx="205">
                  <c:v>-0.42940815</c:v>
                </c:pt>
                <c:pt idx="206">
                  <c:v>-0.43106523</c:v>
                </c:pt>
                <c:pt idx="207">
                  <c:v>-0.43265425</c:v>
                </c:pt>
                <c:pt idx="208">
                  <c:v>-0.43417495</c:v>
                </c:pt>
                <c:pt idx="209">
                  <c:v>-0.43562708</c:v>
                </c:pt>
                <c:pt idx="210">
                  <c:v>-0.43701043</c:v>
                </c:pt>
                <c:pt idx="211">
                  <c:v>-0.43832476</c:v>
                </c:pt>
                <c:pt idx="212">
                  <c:v>-0.43956988</c:v>
                </c:pt>
                <c:pt idx="213">
                  <c:v>-0.44074558</c:v>
                </c:pt>
                <c:pt idx="214">
                  <c:v>-0.44185169</c:v>
                </c:pt>
                <c:pt idx="215">
                  <c:v>-0.44288802</c:v>
                </c:pt>
                <c:pt idx="216">
                  <c:v>-0.44385442</c:v>
                </c:pt>
                <c:pt idx="217">
                  <c:v>-0.44475073</c:v>
                </c:pt>
                <c:pt idx="218">
                  <c:v>-0.4455768</c:v>
                </c:pt>
                <c:pt idx="219">
                  <c:v>-0.44633251</c:v>
                </c:pt>
                <c:pt idx="220">
                  <c:v>-0.44701774</c:v>
                </c:pt>
                <c:pt idx="221">
                  <c:v>-0.44763239</c:v>
                </c:pt>
                <c:pt idx="222">
                  <c:v>-0.44817634</c:v>
                </c:pt>
                <c:pt idx="223">
                  <c:v>-0.44864953</c:v>
                </c:pt>
                <c:pt idx="224">
                  <c:v>-0.44905186</c:v>
                </c:pt>
                <c:pt idx="225">
                  <c:v>-0.44938329</c:v>
                </c:pt>
                <c:pt idx="226">
                  <c:v>-0.44964375</c:v>
                </c:pt>
                <c:pt idx="227">
                  <c:v>-0.44983321</c:v>
                </c:pt>
                <c:pt idx="228">
                  <c:v>-0.44995164</c:v>
                </c:pt>
                <c:pt idx="229">
                  <c:v>-0.44999901</c:v>
                </c:pt>
                <c:pt idx="230">
                  <c:v>-0.44997533</c:v>
                </c:pt>
                <c:pt idx="231">
                  <c:v>-0.44988058</c:v>
                </c:pt>
                <c:pt idx="232">
                  <c:v>-0.4497148</c:v>
                </c:pt>
                <c:pt idx="233">
                  <c:v>-0.449478</c:v>
                </c:pt>
                <c:pt idx="234">
                  <c:v>-0.44917022</c:v>
                </c:pt>
                <c:pt idx="235">
                  <c:v>-0.44879151</c:v>
                </c:pt>
                <c:pt idx="236">
                  <c:v>-0.44834194</c:v>
                </c:pt>
                <c:pt idx="237">
                  <c:v>-0.44782156</c:v>
                </c:pt>
                <c:pt idx="238">
                  <c:v>-0.44723047</c:v>
                </c:pt>
                <c:pt idx="239">
                  <c:v>-0.44656876</c:v>
                </c:pt>
                <c:pt idx="240">
                  <c:v>-0.44583653</c:v>
                </c:pt>
                <c:pt idx="241">
                  <c:v>-0.44503389</c:v>
                </c:pt>
                <c:pt idx="242">
                  <c:v>-0.44416098</c:v>
                </c:pt>
                <c:pt idx="243">
                  <c:v>-0.44321793</c:v>
                </c:pt>
                <c:pt idx="244">
                  <c:v>-0.4422049</c:v>
                </c:pt>
                <c:pt idx="245">
                  <c:v>-0.44112203</c:v>
                </c:pt>
                <c:pt idx="246">
                  <c:v>-0.4399695</c:v>
                </c:pt>
                <c:pt idx="247">
                  <c:v>-0.4387475</c:v>
                </c:pt>
                <c:pt idx="248">
                  <c:v>-0.43745622</c:v>
                </c:pt>
                <c:pt idx="249">
                  <c:v>-0.43609585</c:v>
                </c:pt>
                <c:pt idx="250">
                  <c:v>-0.43466662</c:v>
                </c:pt>
                <c:pt idx="251">
                  <c:v>-0.43316875</c:v>
                </c:pt>
                <c:pt idx="252">
                  <c:v>-0.43160248</c:v>
                </c:pt>
                <c:pt idx="253">
                  <c:v>-0.42996806</c:v>
                </c:pt>
                <c:pt idx="254">
                  <c:v>-0.42826574</c:v>
                </c:pt>
                <c:pt idx="255">
                  <c:v>-0.42649578</c:v>
                </c:pt>
                <c:pt idx="256">
                  <c:v>-0.42465849</c:v>
                </c:pt>
                <c:pt idx="257">
                  <c:v>-0.42275413</c:v>
                </c:pt>
                <c:pt idx="258">
                  <c:v>-0.42078301</c:v>
                </c:pt>
                <c:pt idx="259">
                  <c:v>-0.41874545</c:v>
                </c:pt>
                <c:pt idx="260">
                  <c:v>-0.41664176</c:v>
                </c:pt>
                <c:pt idx="261">
                  <c:v>-0.41447228</c:v>
                </c:pt>
                <c:pt idx="262">
                  <c:v>-0.41223735</c:v>
                </c:pt>
                <c:pt idx="263">
                  <c:v>-0.40993733</c:v>
                </c:pt>
                <c:pt idx="264">
                  <c:v>-0.40757257</c:v>
                </c:pt>
                <c:pt idx="265">
                  <c:v>-0.40514345</c:v>
                </c:pt>
                <c:pt idx="266">
                  <c:v>-0.40265035</c:v>
                </c:pt>
                <c:pt idx="267">
                  <c:v>-0.40009367</c:v>
                </c:pt>
                <c:pt idx="268">
                  <c:v>-0.39747381</c:v>
                </c:pt>
                <c:pt idx="269">
                  <c:v>-0.39479118</c:v>
                </c:pt>
                <c:pt idx="270">
                  <c:v>-0.39204622</c:v>
                </c:pt>
                <c:pt idx="271">
                  <c:v>-0.38923934</c:v>
                </c:pt>
                <c:pt idx="272">
                  <c:v>-0.386371</c:v>
                </c:pt>
                <c:pt idx="273">
                  <c:v>-0.38344164</c:v>
                </c:pt>
                <c:pt idx="274">
                  <c:v>-0.38045174</c:v>
                </c:pt>
                <c:pt idx="275">
                  <c:v>-0.37740176</c:v>
                </c:pt>
                <c:pt idx="276">
                  <c:v>-0.37429218</c:v>
                </c:pt>
                <c:pt idx="277">
                  <c:v>-0.37112349</c:v>
                </c:pt>
                <c:pt idx="278">
                  <c:v>-0.36789621</c:v>
                </c:pt>
                <c:pt idx="279">
                  <c:v>-0.36461082</c:v>
                </c:pt>
                <c:pt idx="280">
                  <c:v>-0.36126786</c:v>
                </c:pt>
                <c:pt idx="281">
                  <c:v>-0.35786786</c:v>
                </c:pt>
                <c:pt idx="282">
                  <c:v>-0.35441134</c:v>
                </c:pt>
                <c:pt idx="283">
                  <c:v>-0.35089885</c:v>
                </c:pt>
                <c:pt idx="284">
                  <c:v>-0.34733096</c:v>
                </c:pt>
                <c:pt idx="285">
                  <c:v>-0.34370821</c:v>
                </c:pt>
                <c:pt idx="286">
                  <c:v>-0.34003119</c:v>
                </c:pt>
                <c:pt idx="287">
                  <c:v>-0.33630048</c:v>
                </c:pt>
                <c:pt idx="288">
                  <c:v>-0.33251666</c:v>
                </c:pt>
                <c:pt idx="289">
                  <c:v>-0.32868033</c:v>
                </c:pt>
                <c:pt idx="290">
                  <c:v>-0.3247921</c:v>
                </c:pt>
                <c:pt idx="291">
                  <c:v>-0.32085258</c:v>
                </c:pt>
                <c:pt idx="292">
                  <c:v>-0.3168624</c:v>
                </c:pt>
                <c:pt idx="293">
                  <c:v>-0.31282218</c:v>
                </c:pt>
                <c:pt idx="294">
                  <c:v>-0.30873256</c:v>
                </c:pt>
                <c:pt idx="295">
                  <c:v>-0.30459419</c:v>
                </c:pt>
                <c:pt idx="296">
                  <c:v>-0.30040772</c:v>
                </c:pt>
                <c:pt idx="297">
                  <c:v>-0.29617381</c:v>
                </c:pt>
                <c:pt idx="298">
                  <c:v>-0.29189313</c:v>
                </c:pt>
                <c:pt idx="299">
                  <c:v>-0.28756636</c:v>
                </c:pt>
                <c:pt idx="300">
                  <c:v>-0.28319418</c:v>
                </c:pt>
                <c:pt idx="301">
                  <c:v>-0.27877727</c:v>
                </c:pt>
                <c:pt idx="302">
                  <c:v>-0.27431635</c:v>
                </c:pt>
                <c:pt idx="303">
                  <c:v>-0.26981211</c:v>
                </c:pt>
                <c:pt idx="304">
                  <c:v>-0.26526526</c:v>
                </c:pt>
                <c:pt idx="305">
                  <c:v>-0.26067653</c:v>
                </c:pt>
                <c:pt idx="306">
                  <c:v>-0.25604663</c:v>
                </c:pt>
                <c:pt idx="307">
                  <c:v>-0.2513763</c:v>
                </c:pt>
                <c:pt idx="308">
                  <c:v>-0.24666627</c:v>
                </c:pt>
                <c:pt idx="309">
                  <c:v>-0.24191729</c:v>
                </c:pt>
                <c:pt idx="310">
                  <c:v>-0.23713011</c:v>
                </c:pt>
                <c:pt idx="311">
                  <c:v>-0.23230548</c:v>
                </c:pt>
                <c:pt idx="312">
                  <c:v>-0.22744417</c:v>
                </c:pt>
                <c:pt idx="313">
                  <c:v>-0.22254695</c:v>
                </c:pt>
                <c:pt idx="314">
                  <c:v>-0.21761458</c:v>
                </c:pt>
                <c:pt idx="315">
                  <c:v>-0.21264784</c:v>
                </c:pt>
                <c:pt idx="316">
                  <c:v>-0.20764753</c:v>
                </c:pt>
                <c:pt idx="317">
                  <c:v>-0.20261443</c:v>
                </c:pt>
                <c:pt idx="318">
                  <c:v>-0.19754933</c:v>
                </c:pt>
                <c:pt idx="319">
                  <c:v>-0.19245304</c:v>
                </c:pt>
                <c:pt idx="320">
                  <c:v>-0.18732636</c:v>
                </c:pt>
                <c:pt idx="321">
                  <c:v>-0.18217009</c:v>
                </c:pt>
                <c:pt idx="322">
                  <c:v>-0.17698506</c:v>
                </c:pt>
                <c:pt idx="323">
                  <c:v>-0.17177208</c:v>
                </c:pt>
                <c:pt idx="324">
                  <c:v>-0.16653198</c:v>
                </c:pt>
                <c:pt idx="325">
                  <c:v>-0.16126558</c:v>
                </c:pt>
                <c:pt idx="326">
                  <c:v>-0.15597371</c:v>
                </c:pt>
                <c:pt idx="327">
                  <c:v>-0.15065721</c:v>
                </c:pt>
                <c:pt idx="328">
                  <c:v>-0.14531693</c:v>
                </c:pt>
                <c:pt idx="329">
                  <c:v>-0.13995369</c:v>
                </c:pt>
                <c:pt idx="330">
                  <c:v>-0.13456836</c:v>
                </c:pt>
                <c:pt idx="331">
                  <c:v>-0.12916177</c:v>
                </c:pt>
                <c:pt idx="332">
                  <c:v>-0.12373479</c:v>
                </c:pt>
                <c:pt idx="333">
                  <c:v>-0.11828827</c:v>
                </c:pt>
                <c:pt idx="334">
                  <c:v>-0.11282307</c:v>
                </c:pt>
                <c:pt idx="335">
                  <c:v>-0.10734006</c:v>
                </c:pt>
                <c:pt idx="336">
                  <c:v>-0.10184009</c:v>
                </c:pt>
                <c:pt idx="337">
                  <c:v>-0.09632404</c:v>
                </c:pt>
                <c:pt idx="338">
                  <c:v>-0.09079279</c:v>
                </c:pt>
                <c:pt idx="339">
                  <c:v>-0.08524719</c:v>
                </c:pt>
                <c:pt idx="340">
                  <c:v>-0.07968813</c:v>
                </c:pt>
                <c:pt idx="341">
                  <c:v>-0.07411649</c:v>
                </c:pt>
                <c:pt idx="342">
                  <c:v>-0.06853315</c:v>
                </c:pt>
                <c:pt idx="343">
                  <c:v>-0.06293898</c:v>
                </c:pt>
                <c:pt idx="344">
                  <c:v>-0.05733488</c:v>
                </c:pt>
                <c:pt idx="345">
                  <c:v>-0.05172172</c:v>
                </c:pt>
                <c:pt idx="346">
                  <c:v>-0.04610039</c:v>
                </c:pt>
                <c:pt idx="347">
                  <c:v>-0.04047178</c:v>
                </c:pt>
                <c:pt idx="348">
                  <c:v>-0.03483679</c:v>
                </c:pt>
                <c:pt idx="349">
                  <c:v>-0.02919629</c:v>
                </c:pt>
                <c:pt idx="350">
                  <c:v>-0.02355118</c:v>
                </c:pt>
                <c:pt idx="351">
                  <c:v>-0.01790235</c:v>
                </c:pt>
                <c:pt idx="352">
                  <c:v>-0.0122507</c:v>
                </c:pt>
                <c:pt idx="353">
                  <c:v>-0.00659711</c:v>
                </c:pt>
                <c:pt idx="354">
                  <c:v>-0.00094248</c:v>
                </c:pt>
                <c:pt idx="355">
                  <c:v>0.0047123</c:v>
                </c:pt>
                <c:pt idx="356">
                  <c:v>0.01036634</c:v>
                </c:pt>
                <c:pt idx="357">
                  <c:v>0.01601874</c:v>
                </c:pt>
                <c:pt idx="358">
                  <c:v>0.02166861</c:v>
                </c:pt>
                <c:pt idx="359">
                  <c:v>0.02731505</c:v>
                </c:pt>
                <c:pt idx="360">
                  <c:v>0.03295719</c:v>
                </c:pt>
                <c:pt idx="361">
                  <c:v>0.03859412</c:v>
                </c:pt>
                <c:pt idx="362">
                  <c:v>0.04422495</c:v>
                </c:pt>
                <c:pt idx="363">
                  <c:v>0.04984881</c:v>
                </c:pt>
                <c:pt idx="364">
                  <c:v>0.05546479</c:v>
                </c:pt>
                <c:pt idx="365">
                  <c:v>0.06107201</c:v>
                </c:pt>
                <c:pt idx="366">
                  <c:v>0.06666959</c:v>
                </c:pt>
                <c:pt idx="367">
                  <c:v>0.07225663</c:v>
                </c:pt>
                <c:pt idx="368">
                  <c:v>0.07783227</c:v>
                </c:pt>
                <c:pt idx="369">
                  <c:v>0.08339562</c:v>
                </c:pt>
                <c:pt idx="370">
                  <c:v>0.0889458</c:v>
                </c:pt>
                <c:pt idx="371">
                  <c:v>0.09448194</c:v>
                </c:pt>
                <c:pt idx="372">
                  <c:v>0.10000315</c:v>
                </c:pt>
                <c:pt idx="373">
                  <c:v>0.10550857</c:v>
                </c:pt>
                <c:pt idx="374">
                  <c:v>0.11099734</c:v>
                </c:pt>
                <c:pt idx="375">
                  <c:v>0.11646857</c:v>
                </c:pt>
                <c:pt idx="376">
                  <c:v>0.12192141</c:v>
                </c:pt>
                <c:pt idx="377">
                  <c:v>0.127355</c:v>
                </c:pt>
                <c:pt idx="378">
                  <c:v>0.13276848</c:v>
                </c:pt>
                <c:pt idx="379">
                  <c:v>0.13816099</c:v>
                </c:pt>
                <c:pt idx="380">
                  <c:v>0.14353169</c:v>
                </c:pt>
                <c:pt idx="381">
                  <c:v>0.14887972</c:v>
                </c:pt>
                <c:pt idx="382">
                  <c:v>0.15420424</c:v>
                </c:pt>
                <c:pt idx="383">
                  <c:v>0.15950441</c:v>
                </c:pt>
                <c:pt idx="384">
                  <c:v>0.16477939</c:v>
                </c:pt>
                <c:pt idx="385">
                  <c:v>0.17002835</c:v>
                </c:pt>
                <c:pt idx="386">
                  <c:v>0.17525047</c:v>
                </c:pt>
                <c:pt idx="387">
                  <c:v>0.1804449</c:v>
                </c:pt>
                <c:pt idx="388">
                  <c:v>0.18561085</c:v>
                </c:pt>
                <c:pt idx="389">
                  <c:v>0.19074748</c:v>
                </c:pt>
                <c:pt idx="390">
                  <c:v>0.19585399</c:v>
                </c:pt>
                <c:pt idx="391">
                  <c:v>0.20092958</c:v>
                </c:pt>
                <c:pt idx="392">
                  <c:v>0.20597344</c:v>
                </c:pt>
                <c:pt idx="393">
                  <c:v>0.21098477</c:v>
                </c:pt>
                <c:pt idx="394">
                  <c:v>0.21596278</c:v>
                </c:pt>
                <c:pt idx="395">
                  <c:v>0.22090669</c:v>
                </c:pt>
                <c:pt idx="396">
                  <c:v>0.22581572</c:v>
                </c:pt>
                <c:pt idx="397">
                  <c:v>0.23068908</c:v>
                </c:pt>
                <c:pt idx="398">
                  <c:v>0.23552602</c:v>
                </c:pt>
                <c:pt idx="399">
                  <c:v>0.24032577</c:v>
                </c:pt>
                <c:pt idx="400">
                  <c:v>0.24508757</c:v>
                </c:pt>
                <c:pt idx="401">
                  <c:v>0.24981066</c:v>
                </c:pt>
                <c:pt idx="402">
                  <c:v>0.25449431</c:v>
                </c:pt>
                <c:pt idx="403">
                  <c:v>0.25913777</c:v>
                </c:pt>
                <c:pt idx="404">
                  <c:v>0.2637403</c:v>
                </c:pt>
                <c:pt idx="405">
                  <c:v>0.26830119</c:v>
                </c:pt>
                <c:pt idx="406">
                  <c:v>0.27281972</c:v>
                </c:pt>
                <c:pt idx="407">
                  <c:v>0.27729516</c:v>
                </c:pt>
                <c:pt idx="408">
                  <c:v>0.28172681</c:v>
                </c:pt>
                <c:pt idx="409">
                  <c:v>0.28611398</c:v>
                </c:pt>
                <c:pt idx="410">
                  <c:v>0.29045596</c:v>
                </c:pt>
                <c:pt idx="411">
                  <c:v>0.29475208</c:v>
                </c:pt>
                <c:pt idx="412">
                  <c:v>0.29900165</c:v>
                </c:pt>
                <c:pt idx="413">
                  <c:v>0.30320401</c:v>
                </c:pt>
                <c:pt idx="414">
                  <c:v>0.30735849</c:v>
                </c:pt>
                <c:pt idx="415">
                  <c:v>0.31146443</c:v>
                </c:pt>
                <c:pt idx="416">
                  <c:v>0.31552119</c:v>
                </c:pt>
                <c:pt idx="417">
                  <c:v>0.31952812</c:v>
                </c:pt>
                <c:pt idx="418">
                  <c:v>0.3234846</c:v>
                </c:pt>
                <c:pt idx="419">
                  <c:v>0.32738999</c:v>
                </c:pt>
                <c:pt idx="420">
                  <c:v>0.33124369</c:v>
                </c:pt>
                <c:pt idx="421">
                  <c:v>0.33504508</c:v>
                </c:pt>
                <c:pt idx="422">
                  <c:v>0.33879356</c:v>
                </c:pt>
                <c:pt idx="423">
                  <c:v>0.34248854</c:v>
                </c:pt>
                <c:pt idx="424">
                  <c:v>0.34612944</c:v>
                </c:pt>
                <c:pt idx="425">
                  <c:v>0.34971568</c:v>
                </c:pt>
                <c:pt idx="426">
                  <c:v>0.3532467</c:v>
                </c:pt>
                <c:pt idx="427">
                  <c:v>0.35672194</c:v>
                </c:pt>
                <c:pt idx="428">
                  <c:v>0.36014084</c:v>
                </c:pt>
                <c:pt idx="429">
                  <c:v>0.36350287</c:v>
                </c:pt>
                <c:pt idx="430">
                  <c:v>0.36680751</c:v>
                </c:pt>
                <c:pt idx="431">
                  <c:v>0.37005422</c:v>
                </c:pt>
                <c:pt idx="432">
                  <c:v>0.37324249</c:v>
                </c:pt>
                <c:pt idx="433">
                  <c:v>0.37637183</c:v>
                </c:pt>
                <c:pt idx="434">
                  <c:v>0.37944173</c:v>
                </c:pt>
                <c:pt idx="435">
                  <c:v>0.38245171</c:v>
                </c:pt>
                <c:pt idx="436">
                  <c:v>0.3854013</c:v>
                </c:pt>
                <c:pt idx="437">
                  <c:v>0.38829003</c:v>
                </c:pt>
                <c:pt idx="438">
                  <c:v>0.39111745</c:v>
                </c:pt>
                <c:pt idx="439">
                  <c:v>0.3938831</c:v>
                </c:pt>
                <c:pt idx="440">
                  <c:v>0.39658655</c:v>
                </c:pt>
                <c:pt idx="441">
                  <c:v>0.39922738</c:v>
                </c:pt>
                <c:pt idx="442">
                  <c:v>0.40180517</c:v>
                </c:pt>
                <c:pt idx="443">
                  <c:v>0.4043195</c:v>
                </c:pt>
                <c:pt idx="444">
                  <c:v>0.40676999</c:v>
                </c:pt>
                <c:pt idx="445">
                  <c:v>0.40915625</c:v>
                </c:pt>
                <c:pt idx="446">
                  <c:v>0.41147789</c:v>
                </c:pt>
                <c:pt idx="447">
                  <c:v>0.41373456</c:v>
                </c:pt>
                <c:pt idx="448">
                  <c:v>0.4159259</c:v>
                </c:pt>
                <c:pt idx="449">
                  <c:v>0.41805155</c:v>
                </c:pt>
                <c:pt idx="450">
                  <c:v>0.42011119</c:v>
                </c:pt>
                <c:pt idx="451">
                  <c:v>0.42210449</c:v>
                </c:pt>
                <c:pt idx="452">
                  <c:v>0.42403114</c:v>
                </c:pt>
                <c:pt idx="453">
                  <c:v>0.42589082</c:v>
                </c:pt>
                <c:pt idx="454">
                  <c:v>0.42768325</c:v>
                </c:pt>
                <c:pt idx="455">
                  <c:v>0.42940815</c:v>
                </c:pt>
                <c:pt idx="456">
                  <c:v>0.43106523</c:v>
                </c:pt>
                <c:pt idx="457">
                  <c:v>0.43265425</c:v>
                </c:pt>
                <c:pt idx="458">
                  <c:v>0.43417495</c:v>
                </c:pt>
                <c:pt idx="459">
                  <c:v>0.43562708</c:v>
                </c:pt>
                <c:pt idx="460">
                  <c:v>0.43701043</c:v>
                </c:pt>
                <c:pt idx="461">
                  <c:v>0.43832476</c:v>
                </c:pt>
                <c:pt idx="462">
                  <c:v>0.43956988</c:v>
                </c:pt>
                <c:pt idx="463">
                  <c:v>0.44074558</c:v>
                </c:pt>
                <c:pt idx="464">
                  <c:v>0.44185169</c:v>
                </c:pt>
                <c:pt idx="465">
                  <c:v>0.44288802</c:v>
                </c:pt>
                <c:pt idx="466">
                  <c:v>0.44385442</c:v>
                </c:pt>
                <c:pt idx="467">
                  <c:v>0.44475073</c:v>
                </c:pt>
                <c:pt idx="468">
                  <c:v>0.4455768</c:v>
                </c:pt>
                <c:pt idx="469">
                  <c:v>0.44633251</c:v>
                </c:pt>
                <c:pt idx="470">
                  <c:v>0.44701774</c:v>
                </c:pt>
                <c:pt idx="471">
                  <c:v>0.44763239</c:v>
                </c:pt>
                <c:pt idx="472">
                  <c:v>0.44817634</c:v>
                </c:pt>
                <c:pt idx="473">
                  <c:v>0.44864953</c:v>
                </c:pt>
                <c:pt idx="474">
                  <c:v>0.44905186</c:v>
                </c:pt>
                <c:pt idx="475">
                  <c:v>0.44938329</c:v>
                </c:pt>
                <c:pt idx="476">
                  <c:v>0.44964375</c:v>
                </c:pt>
                <c:pt idx="477">
                  <c:v>0.44983321</c:v>
                </c:pt>
                <c:pt idx="478">
                  <c:v>0.44995164</c:v>
                </c:pt>
                <c:pt idx="479">
                  <c:v>0.44999901</c:v>
                </c:pt>
                <c:pt idx="480">
                  <c:v>0.44997533</c:v>
                </c:pt>
                <c:pt idx="481">
                  <c:v>0.44988058</c:v>
                </c:pt>
                <c:pt idx="482">
                  <c:v>0.4497148</c:v>
                </c:pt>
                <c:pt idx="483">
                  <c:v>0.449478</c:v>
                </c:pt>
                <c:pt idx="484">
                  <c:v>0.44917022</c:v>
                </c:pt>
                <c:pt idx="485">
                  <c:v>0.44879151</c:v>
                </c:pt>
                <c:pt idx="486">
                  <c:v>0.44834194</c:v>
                </c:pt>
                <c:pt idx="487">
                  <c:v>0.44782156</c:v>
                </c:pt>
                <c:pt idx="488">
                  <c:v>0.44723047</c:v>
                </c:pt>
                <c:pt idx="489">
                  <c:v>0.44656876</c:v>
                </c:pt>
                <c:pt idx="490">
                  <c:v>0.44583653</c:v>
                </c:pt>
                <c:pt idx="491">
                  <c:v>0.44503389</c:v>
                </c:pt>
                <c:pt idx="492">
                  <c:v>0.44416098</c:v>
                </c:pt>
                <c:pt idx="493">
                  <c:v>0.44321793</c:v>
                </c:pt>
                <c:pt idx="494">
                  <c:v>0.4422049</c:v>
                </c:pt>
                <c:pt idx="495">
                  <c:v>0.44112203</c:v>
                </c:pt>
                <c:pt idx="496">
                  <c:v>0.4399695</c:v>
                </c:pt>
                <c:pt idx="497">
                  <c:v>0.4387475</c:v>
                </c:pt>
                <c:pt idx="498">
                  <c:v>0.43745622</c:v>
                </c:pt>
                <c:pt idx="499">
                  <c:v>0.43609585</c:v>
                </c:pt>
                <c:pt idx="500">
                  <c:v>0.43466662</c:v>
                </c:pt>
                <c:pt idx="501">
                  <c:v>0.43316875</c:v>
                </c:pt>
                <c:pt idx="502">
                  <c:v>0.43160248</c:v>
                </c:pt>
                <c:pt idx="503">
                  <c:v>0.42996806</c:v>
                </c:pt>
                <c:pt idx="504">
                  <c:v>0.42826574</c:v>
                </c:pt>
                <c:pt idx="505">
                  <c:v>0.42649578</c:v>
                </c:pt>
                <c:pt idx="506">
                  <c:v>0.42465849</c:v>
                </c:pt>
                <c:pt idx="507">
                  <c:v>0.42275413</c:v>
                </c:pt>
                <c:pt idx="508">
                  <c:v>0.42078301</c:v>
                </c:pt>
                <c:pt idx="509">
                  <c:v>0.41874545</c:v>
                </c:pt>
                <c:pt idx="510">
                  <c:v>0.41664176</c:v>
                </c:pt>
                <c:pt idx="511">
                  <c:v>0.41447228</c:v>
                </c:pt>
                <c:pt idx="512">
                  <c:v>0.41223735</c:v>
                </c:pt>
                <c:pt idx="513">
                  <c:v>0.40993733</c:v>
                </c:pt>
                <c:pt idx="514">
                  <c:v>0.40757257</c:v>
                </c:pt>
                <c:pt idx="515">
                  <c:v>0.40514345</c:v>
                </c:pt>
                <c:pt idx="516">
                  <c:v>0.40265035</c:v>
                </c:pt>
                <c:pt idx="517">
                  <c:v>0.40009367</c:v>
                </c:pt>
                <c:pt idx="518">
                  <c:v>0.39747381</c:v>
                </c:pt>
                <c:pt idx="519">
                  <c:v>0.39479118</c:v>
                </c:pt>
                <c:pt idx="520">
                  <c:v>0.39204622</c:v>
                </c:pt>
                <c:pt idx="521">
                  <c:v>0.38923934</c:v>
                </c:pt>
                <c:pt idx="522">
                  <c:v>0.386371</c:v>
                </c:pt>
                <c:pt idx="523">
                  <c:v>0.38344164</c:v>
                </c:pt>
                <c:pt idx="524">
                  <c:v>0.38045174</c:v>
                </c:pt>
                <c:pt idx="525">
                  <c:v>0.37740176</c:v>
                </c:pt>
                <c:pt idx="526">
                  <c:v>0.37429218</c:v>
                </c:pt>
                <c:pt idx="527">
                  <c:v>0.37112349</c:v>
                </c:pt>
                <c:pt idx="528">
                  <c:v>0.36789621</c:v>
                </c:pt>
                <c:pt idx="529">
                  <c:v>0.36461082</c:v>
                </c:pt>
                <c:pt idx="530">
                  <c:v>0.36126786</c:v>
                </c:pt>
                <c:pt idx="531">
                  <c:v>0.35786786</c:v>
                </c:pt>
                <c:pt idx="532">
                  <c:v>0.35441134</c:v>
                </c:pt>
                <c:pt idx="533">
                  <c:v>0.35089885</c:v>
                </c:pt>
                <c:pt idx="534">
                  <c:v>0.34733096</c:v>
                </c:pt>
                <c:pt idx="535">
                  <c:v>0.34370821</c:v>
                </c:pt>
                <c:pt idx="536">
                  <c:v>0.34003119</c:v>
                </c:pt>
                <c:pt idx="537">
                  <c:v>0.33630048</c:v>
                </c:pt>
                <c:pt idx="538">
                  <c:v>0.33251666</c:v>
                </c:pt>
                <c:pt idx="539">
                  <c:v>0.32868033</c:v>
                </c:pt>
                <c:pt idx="540">
                  <c:v>0.3247921</c:v>
                </c:pt>
                <c:pt idx="541">
                  <c:v>0.32085258</c:v>
                </c:pt>
                <c:pt idx="542">
                  <c:v>0.3168624</c:v>
                </c:pt>
                <c:pt idx="543">
                  <c:v>0.31282218</c:v>
                </c:pt>
                <c:pt idx="544">
                  <c:v>0.30873256</c:v>
                </c:pt>
                <c:pt idx="545">
                  <c:v>0.30459419</c:v>
                </c:pt>
                <c:pt idx="546">
                  <c:v>0.30040772</c:v>
                </c:pt>
                <c:pt idx="547">
                  <c:v>0.29617381</c:v>
                </c:pt>
                <c:pt idx="548">
                  <c:v>0.29189313</c:v>
                </c:pt>
                <c:pt idx="549">
                  <c:v>0.28756636</c:v>
                </c:pt>
                <c:pt idx="550">
                  <c:v>0.28319418</c:v>
                </c:pt>
                <c:pt idx="551">
                  <c:v>0.27877727</c:v>
                </c:pt>
                <c:pt idx="552">
                  <c:v>0.27431635</c:v>
                </c:pt>
                <c:pt idx="553">
                  <c:v>0.26981211</c:v>
                </c:pt>
                <c:pt idx="554">
                  <c:v>0.26526526</c:v>
                </c:pt>
                <c:pt idx="555">
                  <c:v>0.26067653</c:v>
                </c:pt>
                <c:pt idx="556">
                  <c:v>0.25604663</c:v>
                </c:pt>
                <c:pt idx="557">
                  <c:v>0.2513763</c:v>
                </c:pt>
                <c:pt idx="558">
                  <c:v>0.24666627</c:v>
                </c:pt>
                <c:pt idx="559">
                  <c:v>0.24191729</c:v>
                </c:pt>
                <c:pt idx="560">
                  <c:v>0.23713011</c:v>
                </c:pt>
                <c:pt idx="561">
                  <c:v>0.23230548</c:v>
                </c:pt>
                <c:pt idx="562">
                  <c:v>0.22744417</c:v>
                </c:pt>
                <c:pt idx="563">
                  <c:v>0.22254695</c:v>
                </c:pt>
                <c:pt idx="564">
                  <c:v>0.21761458</c:v>
                </c:pt>
                <c:pt idx="565">
                  <c:v>0.21264784</c:v>
                </c:pt>
                <c:pt idx="566">
                  <c:v>0.20764753</c:v>
                </c:pt>
                <c:pt idx="567">
                  <c:v>0.20261443</c:v>
                </c:pt>
                <c:pt idx="568">
                  <c:v>0.19754933</c:v>
                </c:pt>
                <c:pt idx="569">
                  <c:v>0.19245304</c:v>
                </c:pt>
                <c:pt idx="570">
                  <c:v>0.18732636</c:v>
                </c:pt>
                <c:pt idx="571">
                  <c:v>0.18217009</c:v>
                </c:pt>
                <c:pt idx="572">
                  <c:v>0.17698506</c:v>
                </c:pt>
                <c:pt idx="573">
                  <c:v>0.17177208</c:v>
                </c:pt>
                <c:pt idx="574">
                  <c:v>0.16653198</c:v>
                </c:pt>
                <c:pt idx="575">
                  <c:v>0.16126558</c:v>
                </c:pt>
                <c:pt idx="576">
                  <c:v>0.15597371</c:v>
                </c:pt>
                <c:pt idx="577">
                  <c:v>0.15065721</c:v>
                </c:pt>
                <c:pt idx="578">
                  <c:v>0.14531693</c:v>
                </c:pt>
                <c:pt idx="579">
                  <c:v>0.13995369</c:v>
                </c:pt>
                <c:pt idx="580">
                  <c:v>0.13456836</c:v>
                </c:pt>
                <c:pt idx="581">
                  <c:v>0.12916177</c:v>
                </c:pt>
                <c:pt idx="582">
                  <c:v>0.12373479</c:v>
                </c:pt>
                <c:pt idx="583">
                  <c:v>0.11828827</c:v>
                </c:pt>
                <c:pt idx="584">
                  <c:v>0.11282307</c:v>
                </c:pt>
                <c:pt idx="585">
                  <c:v>0.10734006</c:v>
                </c:pt>
                <c:pt idx="586">
                  <c:v>0.10184009</c:v>
                </c:pt>
                <c:pt idx="587">
                  <c:v>0.09632404</c:v>
                </c:pt>
                <c:pt idx="588">
                  <c:v>0.09079279</c:v>
                </c:pt>
                <c:pt idx="589">
                  <c:v>0.08524719</c:v>
                </c:pt>
                <c:pt idx="590">
                  <c:v>0.07968813</c:v>
                </c:pt>
                <c:pt idx="591">
                  <c:v>0.07411649</c:v>
                </c:pt>
                <c:pt idx="592">
                  <c:v>0.06853315</c:v>
                </c:pt>
                <c:pt idx="593">
                  <c:v>0.06293898</c:v>
                </c:pt>
                <c:pt idx="594">
                  <c:v>0.05733488</c:v>
                </c:pt>
                <c:pt idx="595">
                  <c:v>0.05172172</c:v>
                </c:pt>
                <c:pt idx="596">
                  <c:v>0.04610039</c:v>
                </c:pt>
                <c:pt idx="597">
                  <c:v>0.04047178</c:v>
                </c:pt>
                <c:pt idx="598">
                  <c:v>0.03483679</c:v>
                </c:pt>
                <c:pt idx="599">
                  <c:v>0.02919629</c:v>
                </c:pt>
                <c:pt idx="600">
                  <c:v>0.02355118</c:v>
                </c:pt>
              </c:numCache>
            </c:numRef>
          </c:yVal>
        </c:ser>
        <c:ser>
          <c:idx val="2"/>
          <c:order val="2"/>
          <c:tx>
            <c:v>Samples at 48 Hz</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Data'!$E$2:$E$11</c:f>
              <c:numCache>
                <c:formatCode>General</c:formatCode>
                <c:ptCount val="10"/>
                <c:pt idx="0">
                  <c:v>0</c:v>
                </c:pt>
                <c:pt idx="1">
                  <c:v>20.83333333</c:v>
                </c:pt>
                <c:pt idx="2">
                  <c:v>41.66666667</c:v>
                </c:pt>
                <c:pt idx="3">
                  <c:v>62.5</c:v>
                </c:pt>
                <c:pt idx="4">
                  <c:v>83.33333333</c:v>
                </c:pt>
                <c:pt idx="5">
                  <c:v>104.16666667</c:v>
                </c:pt>
                <c:pt idx="6">
                  <c:v>125</c:v>
                </c:pt>
                <c:pt idx="7">
                  <c:v>145.83333333</c:v>
                </c:pt>
                <c:pt idx="8">
                  <c:v>166.66666667</c:v>
                </c:pt>
                <c:pt idx="9">
                  <c:v>187.5</c:v>
                </c:pt>
              </c:numCache>
            </c:numRef>
          </c:xVal>
          <c:yVal>
            <c:numRef>
              <c:f>'Chart Data'!$F$2:$F$11</c:f>
              <c:numCache>
                <c:formatCode>0.0</c:formatCode>
                <c:ptCount val="10"/>
                <c:pt idx="0">
                  <c:v>0.43466662</c:v>
                </c:pt>
                <c:pt idx="1">
                  <c:v>0.225</c:v>
                </c:pt>
                <c:pt idx="2">
                  <c:v>-0.11646857</c:v>
                </c:pt>
                <c:pt idx="3">
                  <c:v>-0.38971143</c:v>
                </c:pt>
                <c:pt idx="4">
                  <c:v>-0.43466662</c:v>
                </c:pt>
                <c:pt idx="5">
                  <c:v>-0.225</c:v>
                </c:pt>
                <c:pt idx="6">
                  <c:v>0.11646857</c:v>
                </c:pt>
                <c:pt idx="7">
                  <c:v>0.38971143</c:v>
                </c:pt>
                <c:pt idx="8">
                  <c:v>0.43466662</c:v>
                </c:pt>
                <c:pt idx="9">
                  <c:v>0.225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0.6"/>
          <c:min val="-0.6"/>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4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er>
          <c:idx val="0"/>
          <c:order val="0"/>
          <c:tx>
            <c:v>One-sided amplitude spectrum</c:v>
          </c:tx>
          <c:spPr>
            <a:ln xmlns:a="http://schemas.openxmlformats.org/drawingml/2006/main" w="28575">
              <a:solidFill>
                <a:srgbClr val="286BB0"/>
              </a:solidFill>
            </a:ln>
          </c:spPr>
          <c:marker>
            <c:symbol val="circle"/>
            <c:size val="7"/>
            <c:spPr>
              <a:solidFill xmlns:a="http://schemas.openxmlformats.org/drawingml/2006/main">
                <a:srgbClr val="286BB0"/>
              </a:solidFill>
            </c:spPr>
          </c:marker>
          <c:xVal>
            <c:numRef>
              <c:f>'Chart Data'!$A$2:$A$62</c:f>
              <c:numCache>
                <c:formatCode>General</c:formatCode>
                <c:ptCount val="6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numCache>
            </c:numRef>
          </c:xVal>
          <c:yVal>
            <c:numRef>
              <c:f>'Chart Data'!$B$2:$B$62</c:f>
              <c:numCache>
                <c:formatCode>0.00</c:formatCode>
                <c:ptCount val="6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1.2</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0.45</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0"/>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Amplitude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35"/>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Frequency (Hz)</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er>
          <c:idx val="0"/>
          <c:order val="0"/>
          <c:tx>
            <c:v>No taper</c:v>
          </c:tx>
          <c:spPr>
            <a:ln xmlns:a="http://schemas.openxmlformats.org/drawingml/2006/main" w="19050">
              <a:solidFill>
                <a:srgbClr val="999999"/>
              </a:solidFill>
            </a:ln>
          </c:spPr>
          <c:marker>
            <c:symbol val="circle"/>
            <c:size val="7"/>
            <c:spPr>
              <a:solidFill xmlns:a="http://schemas.openxmlformats.org/drawingml/2006/main">
                <a:srgbClr val="999999"/>
              </a:solidFill>
            </c:spPr>
          </c:marker>
          <c:xVal>
            <c:numRef>
              <c:f>'Chart Data'!$A$2:$A$37</c:f>
              <c:numCache>
                <c:formatCode>General</c:formatCode>
                <c:ptCount val="3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numCache>
            </c:numRef>
          </c:xVal>
          <c:yVal>
            <c:numRef>
              <c:f>'Chart Data'!$B$2:$B$37</c:f>
              <c:numCache>
                <c:formatCode>0.00</c:formatCode>
                <c:ptCount val="36"/>
                <c:pt idx="0">
                  <c:v>0.01600692</c:v>
                </c:pt>
                <c:pt idx="1">
                  <c:v>0.03211437</c:v>
                </c:pt>
                <c:pt idx="2">
                  <c:v>0.03241956</c:v>
                </c:pt>
                <c:pt idx="3">
                  <c:v>0.03294045</c:v>
                </c:pt>
                <c:pt idx="4">
                  <c:v>0.03369659</c:v>
                </c:pt>
                <c:pt idx="5">
                  <c:v>0.03471794</c:v>
                </c:pt>
                <c:pt idx="6">
                  <c:v>0.03604799</c:v>
                </c:pt>
                <c:pt idx="7">
                  <c:v>0.03774883</c:v>
                </c:pt>
                <c:pt idx="8">
                  <c:v>0.03990927</c:v>
                </c:pt>
                <c:pt idx="9">
                  <c:v>0.0426583</c:v>
                </c:pt>
                <c:pt idx="10">
                  <c:v>0.04618819</c:v>
                </c:pt>
                <c:pt idx="11">
                  <c:v>0.05079614</c:v>
                </c:pt>
                <c:pt idx="12">
                  <c:v>0.0569646</c:v>
                </c:pt>
                <c:pt idx="13">
                  <c:v>0.0655292</c:v>
                </c:pt>
                <c:pt idx="14">
                  <c:v>0.07807074</c:v>
                </c:pt>
                <c:pt idx="15">
                  <c:v>0.09797931</c:v>
                </c:pt>
                <c:pt idx="16">
                  <c:v>0.13407224</c:v>
                </c:pt>
                <c:pt idx="17">
                  <c:v>0.21868435</c:v>
                </c:pt>
                <c:pt idx="18">
                  <c:v>0.64284051</c:v>
                </c:pt>
                <c:pt idx="19">
                  <c:v>0.63064369</c:v>
                </c:pt>
                <c:pt idx="20">
                  <c:v>0.20646384</c:v>
                </c:pt>
                <c:pt idx="21">
                  <c:v>0.12180415</c:v>
                </c:pt>
                <c:pt idx="22">
                  <c:v>0.08563928</c:v>
                </c:pt>
                <c:pt idx="23">
                  <c:v>0.06563375</c:v>
                </c:pt>
                <c:pt idx="24">
                  <c:v>0.0529693</c:v>
                </c:pt>
                <c:pt idx="25">
                  <c:v>0.04425464</c:v>
                </c:pt>
                <c:pt idx="26">
                  <c:v>0.03790746</c:v>
                </c:pt>
                <c:pt idx="27">
                  <c:v>0.03309031</c:v>
                </c:pt>
                <c:pt idx="28">
                  <c:v>0.0293185</c:v>
                </c:pt>
                <c:pt idx="29">
                  <c:v>0.02629217</c:v>
                </c:pt>
                <c:pt idx="30">
                  <c:v>0.02381587</c:v>
                </c:pt>
                <c:pt idx="31">
                  <c:v>0.0217568</c:v>
                </c:pt>
                <c:pt idx="32">
                  <c:v>0.02002159</c:v>
                </c:pt>
                <c:pt idx="33">
                  <c:v>0.01854272</c:v>
                </c:pt>
                <c:pt idx="34">
                  <c:v>0.01727015</c:v>
                </c:pt>
                <c:pt idx="35">
                  <c:v>0.01616604</c:v>
                </c:pt>
              </c:numCache>
            </c:numRef>
          </c:yVal>
        </c:ser>
        <c:ser>
          <c:idx val="1"/>
          <c:order val="1"/>
          <c:tx>
            <c:v>Hann window</c:v>
          </c:tx>
          <c:spPr>
            <a:ln xmlns:a="http://schemas.openxmlformats.org/drawingml/2006/main" w="28575">
              <a:solidFill>
                <a:srgbClr val="286BB0"/>
              </a:solidFill>
            </a:ln>
          </c:spPr>
          <c:marker>
            <c:symbol val="circle"/>
            <c:size val="7"/>
            <c:spPr>
              <a:solidFill xmlns:a="http://schemas.openxmlformats.org/drawingml/2006/main">
                <a:srgbClr val="286BB0"/>
              </a:solidFill>
            </c:spPr>
          </c:marker>
          <c:xVal>
            <c:numRef>
              <c:f>'Chart Data'!$C$2:$C$37</c:f>
              <c:numCache>
                <c:formatCode>General</c:formatCode>
                <c:ptCount val="3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numCache>
            </c:numRef>
          </c:xVal>
          <c:yVal>
            <c:numRef>
              <c:f>'Chart Data'!$D$2:$D$37</c:f>
              <c:numCache>
                <c:formatCode>0.00</c:formatCode>
                <c:ptCount val="36"/>
                <c:pt idx="0">
                  <c:v>4.157E-05</c:v>
                </c:pt>
                <c:pt idx="1">
                  <c:v>8.505E-05</c:v>
                </c:pt>
                <c:pt idx="2">
                  <c:v>9.096E-05</c:v>
                </c:pt>
                <c:pt idx="3">
                  <c:v>0.00010133</c:v>
                </c:pt>
                <c:pt idx="4">
                  <c:v>0.00011706</c:v>
                </c:pt>
                <c:pt idx="5">
                  <c:v>0.00013969</c:v>
                </c:pt>
                <c:pt idx="6">
                  <c:v>0.00017175</c:v>
                </c:pt>
                <c:pt idx="7">
                  <c:v>0.00021736</c:v>
                </c:pt>
                <c:pt idx="8">
                  <c:v>0.00028334</c:v>
                </c:pt>
                <c:pt idx="9">
                  <c:v>0.00038148</c:v>
                </c:pt>
                <c:pt idx="10">
                  <c:v>0.00053306</c:v>
                </c:pt>
                <c:pt idx="11">
                  <c:v>0.0007791</c:v>
                </c:pt>
                <c:pt idx="12">
                  <c:v>0.00120548</c:v>
                </c:pt>
                <c:pt idx="13">
                  <c:v>0.00201281</c:v>
                </c:pt>
                <c:pt idx="14">
                  <c:v>0.00374613</c:v>
                </c:pt>
                <c:pt idx="15">
                  <c:v>0.00826108</c:v>
                </c:pt>
                <c:pt idx="16">
                  <c:v>0.0248608</c:v>
                </c:pt>
                <c:pt idx="17">
                  <c:v>0.17591706</c:v>
                </c:pt>
                <c:pt idx="18">
                  <c:v>0.85102805</c:v>
                </c:pt>
                <c:pt idx="19">
                  <c:v>0.85103264</c:v>
                </c:pt>
                <c:pt idx="20">
                  <c:v>0.17591241</c:v>
                </c:pt>
                <c:pt idx="21">
                  <c:v>0.02485601</c:v>
                </c:pt>
                <c:pt idx="22">
                  <c:v>0.00825609</c:v>
                </c:pt>
                <c:pt idx="23">
                  <c:v>0.00374085</c:v>
                </c:pt>
                <c:pt idx="24">
                  <c:v>0.00200717</c:v>
                </c:pt>
                <c:pt idx="25">
                  <c:v>0.00119938</c:v>
                </c:pt>
                <c:pt idx="26">
                  <c:v>0.00077243</c:v>
                </c:pt>
                <c:pt idx="27">
                  <c:v>0.0005257</c:v>
                </c:pt>
                <c:pt idx="28">
                  <c:v>0.00037327</c:v>
                </c:pt>
                <c:pt idx="29">
                  <c:v>0.00027408</c:v>
                </c:pt>
                <c:pt idx="30">
                  <c:v>0.00020679</c:v>
                </c:pt>
                <c:pt idx="31">
                  <c:v>0.00015957</c:v>
                </c:pt>
                <c:pt idx="32">
                  <c:v>0.00012548</c:v>
                </c:pt>
                <c:pt idx="33">
                  <c:v>0.00010026</c:v>
                </c:pt>
                <c:pt idx="34">
                  <c:v>8.122E-05</c:v>
                </c:pt>
                <c:pt idx="35">
                  <c:v>6.659E-05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05"/>
          <c:min val="0"/>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Amplitude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2"/>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Frequency (Hz)</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C7DDE678-1D5B-4CE8-B2F7-363DB61082CF}"/>
              </a:ext>
            </a:extLst>
          </p:cNvPr>
          <p:cNvSpPr>
            <a:spLocks xmlns:a="http://schemas.openxmlformats.org/drawingml/2006/main" noGrp="1"/>
          </p:cNvSpPr>
          <p:nvPr/>
        </p:nvSpPr>
        <p:spPr>
          <a:xfrm xmlns:a="http://schemas.openxmlformats.org/drawingml/2006/main">
            <a:off x="495300" y="40005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81C1C"/>
                </a:solidFill>
                <a:latin typeface="Calibri"/>
                <a:ea typeface="Calibri"/>
                <a:cs typeface="Calibri"/>
              </a:defRPr>
            </a:pPr>
            <a:r>
              <a:rPr sz="1350" b="1">
                <a:solidFill>
                  <a:srgbClr val="881C1C"/>
                </a:solidFill>
                <a:latin typeface="Calibri"/>
                <a:ea typeface="Calibri"/>
                <a:cs typeface="Calibri"/>
              </a:rPr>
              <a:t>MIE 402  |  ME LAB II</a:t>
            </a:r>
          </a:p>
        </p:txBody>
      </p:sp>
      <p:sp>
        <p:nvSpPr>
          <p:cNvPr id="2" name="text">
            <a:extLst xmlns:a="http://schemas.openxmlformats.org/drawingml/2006/main">
              <a:ext uri="{FF2B5EF4-FFF2-40B4-BE49-F238E27FC236}">
                <a16:creationId xmlns:a16="http://schemas.microsoft.com/office/drawing/2014/main" id="{F751AF8A-374C-428B-8339-1707E5BF74A9}"/>
              </a:ext>
            </a:extLst>
          </p:cNvPr>
          <p:cNvSpPr>
            <a:spLocks xmlns:a="http://schemas.openxmlformats.org/drawingml/2006/main" noGrp="1"/>
          </p:cNvSpPr>
          <p:nvPr/>
        </p:nvSpPr>
        <p:spPr>
          <a:xfrm xmlns:a="http://schemas.openxmlformats.org/drawingml/2006/main">
            <a:off x="495300" y="13811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Sampling, FFT, and</a:t>
            </a:r>
          </a:p>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the Pre-Lab 1 notebook</a:t>
            </a:r>
          </a:p>
        </p:txBody>
      </p:sp>
      <p:sp>
        <p:nvSpPr>
          <p:cNvPr id="3" name="text">
            <a:extLst xmlns:a="http://schemas.openxmlformats.org/drawingml/2006/main">
              <a:ext uri="{FF2B5EF4-FFF2-40B4-BE49-F238E27FC236}">
                <a16:creationId xmlns:a16="http://schemas.microsoft.com/office/drawing/2014/main" id="{0C5DA5C3-7502-4055-8DA6-314B79AD45A1}"/>
              </a:ext>
            </a:extLst>
          </p:cNvPr>
          <p:cNvSpPr>
            <a:spLocks xmlns:a="http://schemas.openxmlformats.org/drawingml/2006/main" noGrp="1"/>
          </p:cNvSpPr>
          <p:nvPr/>
        </p:nvSpPr>
        <p:spPr>
          <a:xfrm xmlns:a="http://schemas.openxmlformats.org/drawingml/2006/main">
            <a:off x="523875" y="33337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F6368"/>
                </a:solidFill>
                <a:latin typeface="Calibri"/>
                <a:ea typeface="Calibri"/>
                <a:cs typeface="Calibri"/>
              </a:defRPr>
            </a:pPr>
            <a:r>
              <a:rPr sz="2025" b="0">
                <a:solidFill>
                  <a:srgbClr val="5F6368"/>
                </a:solidFill>
                <a:latin typeface="Calibri"/>
                <a:ea typeface="Calibri"/>
                <a:cs typeface="Calibri"/>
              </a:rPr>
              <a:t>Fall 2026 · Prof. Ehsan Roohi</a:t>
            </a:r>
          </a:p>
        </p:txBody>
      </p:sp>
      <p:sp>
        <p:nvSpPr>
          <p:cNvPr id="4" name="text">
            <a:extLst xmlns:a="http://schemas.openxmlformats.org/drawingml/2006/main">
              <a:ext uri="{FF2B5EF4-FFF2-40B4-BE49-F238E27FC236}">
                <a16:creationId xmlns:a16="http://schemas.microsoft.com/office/drawing/2014/main" id="{BCC587FC-D434-4546-91A1-2872D174D520}"/>
              </a:ext>
            </a:extLst>
          </p:cNvPr>
          <p:cNvSpPr>
            <a:spLocks xmlns:a="http://schemas.openxmlformats.org/drawingml/2006/main" noGrp="1"/>
          </p:cNvSpPr>
          <p:nvPr/>
        </p:nvSpPr>
        <p:spPr>
          <a:xfrm xmlns:a="http://schemas.openxmlformats.org/drawingml/2006/main">
            <a:off x="523875" y="3952875"/>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Lecture and guided Jupyter walkthrough</a:t>
            </a:r>
          </a:p>
        </p:txBody>
      </p:sp>
      <p:sp>
        <p:nvSpPr>
          <p:cNvPr id="5" name="page">
            <a:extLst xmlns:a="http://schemas.openxmlformats.org/drawingml/2006/main">
              <a:ext uri="{FF2B5EF4-FFF2-40B4-BE49-F238E27FC236}">
                <a16:creationId xmlns:a16="http://schemas.microsoft.com/office/drawing/2014/main" id="{D56BD339-39C2-4456-A452-47835891729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Tree>
    <p:extLst>
      <p:ext uri="{BB962C8B-B14F-4D97-AF65-F5344CB8AC3E}">
        <p14:creationId xmlns:p14="http://schemas.microsoft.com/office/powerpoint/2010/main" val="19074052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71A0D63-3440-425F-AE2B-30F2288EB3E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11A3B6F-08A1-42A5-B9F3-8090224A203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Learning goals</a:t>
            </a:r>
          </a:p>
        </p:txBody>
      </p:sp>
      <p:sp>
        <p:nvSpPr>
          <p:cNvPr id="3" name="page">
            <a:extLst xmlns:a="http://schemas.openxmlformats.org/drawingml/2006/main">
              <a:ext uri="{FF2B5EF4-FFF2-40B4-BE49-F238E27FC236}">
                <a16:creationId xmlns:a16="http://schemas.microsoft.com/office/drawing/2014/main" id="{E4CD942D-9972-4F8A-BE8D-579A9E5DFC8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E25E7CA1-12F3-4B96-8460-B0A1705D83E2}"/>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88794677-192F-4547-B1F1-512252CF895E}"/>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sample rate, sample interval, record length, and Nyquist frequency</a:t>
            </a:r>
          </a:p>
        </p:txBody>
      </p:sp>
      <p:sp>
        <p:nvSpPr>
          <p:cNvPr id="6" name="text">
            <a:extLst xmlns:a="http://schemas.openxmlformats.org/drawingml/2006/main">
              <a:ext uri="{FF2B5EF4-FFF2-40B4-BE49-F238E27FC236}">
                <a16:creationId xmlns:a16="http://schemas.microsoft.com/office/drawing/2014/main" id="{73FEF67C-60E3-4B50-BCFD-7CF9F4D63CC0}"/>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84D4B44-9806-46E0-8E62-37840554DB2A}"/>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prepared analysis cells in a Jupyter notebook</a:t>
            </a:r>
          </a:p>
        </p:txBody>
      </p:sp>
      <p:sp>
        <p:nvSpPr>
          <p:cNvPr id="8" name="text">
            <a:extLst xmlns:a="http://schemas.openxmlformats.org/drawingml/2006/main">
              <a:ext uri="{FF2B5EF4-FFF2-40B4-BE49-F238E27FC236}">
                <a16:creationId xmlns:a16="http://schemas.microsoft.com/office/drawing/2014/main" id="{0CAFF99B-A0FB-4318-995C-BA2578B3FB0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AF1C4FF9-B431-4489-AE5F-EB106037D063}"/>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Interpret time histories, RMS values, and one-sided FFT spectra</a:t>
            </a:r>
          </a:p>
        </p:txBody>
      </p:sp>
      <p:sp>
        <p:nvSpPr>
          <p:cNvPr id="10" name="text">
            <a:extLst xmlns:a="http://schemas.openxmlformats.org/drawingml/2006/main">
              <a:ext uri="{FF2B5EF4-FFF2-40B4-BE49-F238E27FC236}">
                <a16:creationId xmlns:a16="http://schemas.microsoft.com/office/drawing/2014/main" id="{ED997445-345C-4485-80EC-04F20D23F65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F75D1262-55FD-4122-8E61-BCC8F9DEA942}"/>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Recognize aliasing before collecting Lab 1 sound data</a:t>
            </a:r>
          </a:p>
        </p:txBody>
      </p:sp>
    </p:spTree>
    <p:extLst>
      <p:ext uri="{BB962C8B-B14F-4D97-AF65-F5344CB8AC3E}">
        <p14:creationId xmlns:p14="http://schemas.microsoft.com/office/powerpoint/2010/main" val="18429066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38AC276E-B1EB-48C6-86CE-7FA72D79324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8B3A21A-9225-4E66-A0B5-1853EBF68BC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Connection to Lab 1</a:t>
            </a:r>
          </a:p>
        </p:txBody>
      </p:sp>
      <p:sp>
        <p:nvSpPr>
          <p:cNvPr id="3" name="page">
            <a:extLst xmlns:a="http://schemas.openxmlformats.org/drawingml/2006/main">
              <a:ext uri="{FF2B5EF4-FFF2-40B4-BE49-F238E27FC236}">
                <a16:creationId xmlns:a16="http://schemas.microsoft.com/office/drawing/2014/main" id="{210FCA49-73C6-440A-9AFA-E4983AA07D8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1926198C-C331-4F98-BB43-8210796D78D4}"/>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PRE-LAB</a:t>
            </a:r>
          </a:p>
        </p:txBody>
      </p:sp>
      <p:sp>
        <p:nvSpPr>
          <p:cNvPr id="5" name="text">
            <a:extLst xmlns:a="http://schemas.openxmlformats.org/drawingml/2006/main">
              <a:ext uri="{FF2B5EF4-FFF2-40B4-BE49-F238E27FC236}">
                <a16:creationId xmlns:a16="http://schemas.microsoft.com/office/drawing/2014/main" id="{C9068F7E-C31C-4290-9282-99368B666D9A}"/>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LABORATORY</a:t>
            </a:r>
          </a:p>
        </p:txBody>
      </p:sp>
      <p:sp>
        <p:nvSpPr>
          <p:cNvPr id="6" name="text">
            <a:extLst xmlns:a="http://schemas.openxmlformats.org/drawingml/2006/main">
              <a:ext uri="{FF2B5EF4-FFF2-40B4-BE49-F238E27FC236}">
                <a16:creationId xmlns:a16="http://schemas.microsoft.com/office/drawing/2014/main" id="{89C884B3-C68B-4F38-934D-0BD01E792F2B}"/>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known voltage signal contains two pure tones.</a:t>
            </a:r>
          </a:p>
        </p:txBody>
      </p:sp>
      <p:sp>
        <p:nvSpPr>
          <p:cNvPr id="7" name="text">
            <a:extLst xmlns:a="http://schemas.openxmlformats.org/drawingml/2006/main">
              <a:ext uri="{FF2B5EF4-FFF2-40B4-BE49-F238E27FC236}">
                <a16:creationId xmlns:a16="http://schemas.microsoft.com/office/drawing/2014/main" id="{AAAE417E-0D41-43CB-901F-5A62345B23E0}"/>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Amplitude describes signal size; frequency describes how fast it repeats; phase sets its starting position.</a:t>
            </a:r>
          </a:p>
        </p:txBody>
      </p:sp>
      <p:sp>
        <p:nvSpPr>
          <p:cNvPr id="8" name="text">
            <a:extLst xmlns:a="http://schemas.openxmlformats.org/drawingml/2006/main">
              <a:ext uri="{FF2B5EF4-FFF2-40B4-BE49-F238E27FC236}">
                <a16:creationId xmlns:a16="http://schemas.microsoft.com/office/drawing/2014/main" id="{9E63250C-3D94-45D8-8277-195980B99919}"/>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microphone converts changing sound pressure into changing voltage.</a:t>
            </a:r>
          </a:p>
        </p:txBody>
      </p:sp>
      <p:sp>
        <p:nvSpPr>
          <p:cNvPr id="9" name="text">
            <a:extLst xmlns:a="http://schemas.openxmlformats.org/drawingml/2006/main">
              <a:ext uri="{FF2B5EF4-FFF2-40B4-BE49-F238E27FC236}">
                <a16:creationId xmlns:a16="http://schemas.microsoft.com/office/drawing/2014/main" id="{4DDE8146-E7B4-451A-B881-8DF94072DCCF}"/>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Moku:Go stores voltage samples. The waveform shows change in time; the spectrum shows the frequencies present.</a:t>
            </a:r>
          </a:p>
        </p:txBody>
      </p:sp>
    </p:spTree>
    <p:extLst>
      <p:ext uri="{BB962C8B-B14F-4D97-AF65-F5344CB8AC3E}">
        <p14:creationId xmlns:p14="http://schemas.microsoft.com/office/powerpoint/2010/main" val="8653446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B49AE76A-E3F5-48EC-9361-CF826C47E9C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B00BAAA-5860-4FFD-A7F1-940D141B2F1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Jupyter notebook structure</a:t>
            </a:r>
          </a:p>
        </p:txBody>
      </p:sp>
      <p:sp>
        <p:nvSpPr>
          <p:cNvPr id="3" name="page">
            <a:extLst xmlns:a="http://schemas.openxmlformats.org/drawingml/2006/main">
              <a:ext uri="{FF2B5EF4-FFF2-40B4-BE49-F238E27FC236}">
                <a16:creationId xmlns:a16="http://schemas.microsoft.com/office/drawing/2014/main" id="{00DC41E8-ED45-4173-A43C-ABFEACDFD8A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D7AECA41-5719-420E-93DF-CBD3F7741B1C}"/>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MARKDOWN CELLS</a:t>
            </a:r>
          </a:p>
        </p:txBody>
      </p:sp>
      <p:sp>
        <p:nvSpPr>
          <p:cNvPr id="5" name="text">
            <a:extLst xmlns:a="http://schemas.openxmlformats.org/drawingml/2006/main">
              <a:ext uri="{FF2B5EF4-FFF2-40B4-BE49-F238E27FC236}">
                <a16:creationId xmlns:a16="http://schemas.microsoft.com/office/drawing/2014/main" id="{81DB01BD-D971-4DD9-8FBB-5DAF6D00AF7C}"/>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CELLS</a:t>
            </a:r>
          </a:p>
        </p:txBody>
      </p:sp>
      <p:sp>
        <p:nvSpPr>
          <p:cNvPr id="6" name="text">
            <a:extLst xmlns:a="http://schemas.openxmlformats.org/drawingml/2006/main">
              <a:ext uri="{FF2B5EF4-FFF2-40B4-BE49-F238E27FC236}">
                <a16:creationId xmlns:a16="http://schemas.microsoft.com/office/drawing/2014/main" id="{5142438E-D868-44A8-B5D9-20413F4591E9}"/>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Instructions, equations, and response areas.</a:t>
            </a:r>
          </a:p>
        </p:txBody>
      </p:sp>
      <p:sp>
        <p:nvSpPr>
          <p:cNvPr id="7" name="text">
            <a:extLst xmlns:a="http://schemas.openxmlformats.org/drawingml/2006/main">
              <a:ext uri="{FF2B5EF4-FFF2-40B4-BE49-F238E27FC236}">
                <a16:creationId xmlns:a16="http://schemas.microsoft.com/office/drawing/2014/main" id="{7893672A-7898-4942-9A3D-D2A3F1D6EA04}"/>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Double-click to edit. Use Shift+Enter to render and move forward.</a:t>
            </a:r>
          </a:p>
        </p:txBody>
      </p:sp>
      <p:sp>
        <p:nvSpPr>
          <p:cNvPr id="8" name="text">
            <a:extLst xmlns:a="http://schemas.openxmlformats.org/drawingml/2006/main">
              <a:ext uri="{FF2B5EF4-FFF2-40B4-BE49-F238E27FC236}">
                <a16:creationId xmlns:a16="http://schemas.microsoft.com/office/drawing/2014/main" id="{85809C8E-A26A-45C1-825A-7CB9175057B1}"/>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Python commands that define variables, calculate results, and make figures.</a:t>
            </a:r>
          </a:p>
        </p:txBody>
      </p:sp>
      <p:sp>
        <p:nvSpPr>
          <p:cNvPr id="9" name="text">
            <a:extLst xmlns:a="http://schemas.openxmlformats.org/drawingml/2006/main">
              <a:ext uri="{FF2B5EF4-FFF2-40B4-BE49-F238E27FC236}">
                <a16:creationId xmlns:a16="http://schemas.microsoft.com/office/drawing/2014/main" id="{CAEAAE15-F988-4A62-8AAF-E2AED7E2308F}"/>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from top to bottom with Shift+Enter.</a:t>
            </a:r>
          </a:p>
        </p:txBody>
      </p:sp>
    </p:spTree>
    <p:extLst>
      <p:ext uri="{BB962C8B-B14F-4D97-AF65-F5344CB8AC3E}">
        <p14:creationId xmlns:p14="http://schemas.microsoft.com/office/powerpoint/2010/main" val="4729442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918D9965-85E0-40B8-8040-9AB7B94E908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F82869D-0153-41FD-906C-39441B97705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Opening and saving the notebook</a:t>
            </a:r>
          </a:p>
        </p:txBody>
      </p:sp>
      <p:sp>
        <p:nvSpPr>
          <p:cNvPr id="3" name="page">
            <a:extLst xmlns:a="http://schemas.openxmlformats.org/drawingml/2006/main">
              <a:ext uri="{FF2B5EF4-FFF2-40B4-BE49-F238E27FC236}">
                <a16:creationId xmlns:a16="http://schemas.microsoft.com/office/drawing/2014/main" id="{CAB2A315-9702-4591-8F31-9D68BA61085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sp>
        <p:nvSpPr>
          <p:cNvPr id="4" name="text">
            <a:extLst xmlns:a="http://schemas.openxmlformats.org/drawingml/2006/main">
              <a:ext uri="{FF2B5EF4-FFF2-40B4-BE49-F238E27FC236}">
                <a16:creationId xmlns:a16="http://schemas.microsoft.com/office/drawing/2014/main" id="{F78B8684-1DD4-434D-BA64-013EA04957C9}"/>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5449E58-1D8E-4714-9E8D-375DB53733B9}"/>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Download the .ipynb file from Canvas or open it from the course website in Colab</a:t>
            </a:r>
          </a:p>
        </p:txBody>
      </p:sp>
      <p:sp>
        <p:nvSpPr>
          <p:cNvPr id="6" name="text">
            <a:extLst xmlns:a="http://schemas.openxmlformats.org/drawingml/2006/main">
              <a:ext uri="{FF2B5EF4-FFF2-40B4-BE49-F238E27FC236}">
                <a16:creationId xmlns:a16="http://schemas.microsoft.com/office/drawing/2014/main" id="{4967657F-F4E5-402F-81E4-9868BD44A56F}"/>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9CC61AAF-FDD4-4DA0-98DB-C9823F564BDD}"/>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Save a personal copy before editing</a:t>
            </a:r>
          </a:p>
        </p:txBody>
      </p:sp>
      <p:sp>
        <p:nvSpPr>
          <p:cNvPr id="8" name="text">
            <a:extLst xmlns:a="http://schemas.openxmlformats.org/drawingml/2006/main">
              <a:ext uri="{FF2B5EF4-FFF2-40B4-BE49-F238E27FC236}">
                <a16:creationId xmlns:a16="http://schemas.microsoft.com/office/drawing/2014/main" id="{C187D6C5-8A75-49B0-AF8E-32CF1D66C385}"/>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C1863D2A-5240-4EA1-9E10-772B43CB972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cells from top to bottom</a:t>
            </a:r>
          </a:p>
        </p:txBody>
      </p:sp>
      <p:sp>
        <p:nvSpPr>
          <p:cNvPr id="10" name="text">
            <a:extLst xmlns:a="http://schemas.openxmlformats.org/drawingml/2006/main">
              <a:ext uri="{FF2B5EF4-FFF2-40B4-BE49-F238E27FC236}">
                <a16:creationId xmlns:a16="http://schemas.microsoft.com/office/drawing/2014/main" id="{B6265ECE-7B81-4E5D-91E4-E1DD2DDA22D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498645AD-0C09-4C74-9A1D-C7BC7AF55EA5}"/>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code outputs and figures in the submitted file</a:t>
            </a:r>
          </a:p>
        </p:txBody>
      </p:sp>
    </p:spTree>
    <p:extLst>
      <p:ext uri="{BB962C8B-B14F-4D97-AF65-F5344CB8AC3E}">
        <p14:creationId xmlns:p14="http://schemas.microsoft.com/office/powerpoint/2010/main" val="133078470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F743C4E-D6ED-4BDF-9293-0D466830085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91A1DA2-16ED-42E3-8DFD-3DEDD81D777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Execution order matters</a:t>
            </a:r>
          </a:p>
        </p:txBody>
      </p:sp>
      <p:sp>
        <p:nvSpPr>
          <p:cNvPr id="3" name="page">
            <a:extLst xmlns:a="http://schemas.openxmlformats.org/drawingml/2006/main">
              <a:ext uri="{FF2B5EF4-FFF2-40B4-BE49-F238E27FC236}">
                <a16:creationId xmlns:a16="http://schemas.microsoft.com/office/drawing/2014/main" id="{016E17B0-288E-4B10-9643-CB9E8ECA04A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sp>
        <p:nvSpPr>
          <p:cNvPr id="4" name="code">
            <a:extLst xmlns:a="http://schemas.openxmlformats.org/drawingml/2006/main">
              <a:ext uri="{FF2B5EF4-FFF2-40B4-BE49-F238E27FC236}">
                <a16:creationId xmlns:a16="http://schemas.microsoft.com/office/drawing/2014/main" id="{380DF748-057F-46A5-B966-A9F3B3B71815}"/>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import numpy as np</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 = 1.20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print(A)</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A later cell can use A only after this cell runs.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rms_component = A / np.sqrt(2)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print(rms_component)</a:t>
            </a:r>
          </a:p>
        </p:txBody>
      </p:sp>
      <p:sp>
        <p:nvSpPr>
          <p:cNvPr id="5" name="text">
            <a:extLst xmlns:a="http://schemas.openxmlformats.org/drawingml/2006/main">
              <a:ext uri="{FF2B5EF4-FFF2-40B4-BE49-F238E27FC236}">
                <a16:creationId xmlns:a16="http://schemas.microsoft.com/office/drawing/2014/main" id="{800626C3-DC5A-4424-9074-A04D2254747E}"/>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restart clears stored variables. Run All rebuilds the notebook state from the first cell.</a:t>
            </a:r>
          </a:p>
        </p:txBody>
      </p:sp>
    </p:spTree>
    <p:extLst>
      <p:ext uri="{BB962C8B-B14F-4D97-AF65-F5344CB8AC3E}">
        <p14:creationId xmlns:p14="http://schemas.microsoft.com/office/powerpoint/2010/main" val="129158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0E2BF257-44ED-4BE3-8201-92E482A8B17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5422ADC-DE3B-4E91-A4B1-6B48FA3A12C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sinusoid: what the three parameters mean</a:t>
            </a:r>
          </a:p>
        </p:txBody>
      </p:sp>
      <p:sp>
        <p:nvSpPr>
          <p:cNvPr id="3" name="page">
            <a:extLst xmlns:a="http://schemas.openxmlformats.org/drawingml/2006/main">
              <a:ext uri="{FF2B5EF4-FFF2-40B4-BE49-F238E27FC236}">
                <a16:creationId xmlns:a16="http://schemas.microsoft.com/office/drawing/2014/main" id="{220FC383-285E-40A5-B74F-AA67A978BFC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6fad0e50f4414edd"/>
          </a:graphicData>
        </a:graphic>
      </p:graphicFrame>
      <p:sp>
        <p:nvSpPr>
          <p:cNvPr id="5" name="text">
            <a:extLst xmlns:a="http://schemas.openxmlformats.org/drawingml/2006/main">
              <a:ext uri="{FF2B5EF4-FFF2-40B4-BE49-F238E27FC236}">
                <a16:creationId xmlns:a16="http://schemas.microsoft.com/office/drawing/2014/main" id="{2544BD1A-9763-4300-92A3-19D1F92B41CA}"/>
              </a:ext>
            </a:extLst>
          </p:cNvPr>
          <p:cNvSpPr>
            <a:spLocks xmlns:a="http://schemas.openxmlformats.org/drawingml/2006/main" noGrp="1"/>
          </p:cNvSpPr>
          <p:nvPr/>
        </p:nvSpPr>
        <p:spPr>
          <a:xfrm xmlns:a="http://schemas.openxmlformats.org/drawingml/2006/main">
            <a:off x="619125" y="5524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A₁ = 1.20 V from zero to peak. T₁ = 55.56 ms between consecutive peaks.</a:t>
            </a:r>
          </a:p>
        </p:txBody>
      </p:sp>
      <p:sp>
        <p:nvSpPr>
          <p:cNvPr id="6" name="text">
            <a:extLst xmlns:a="http://schemas.openxmlformats.org/drawingml/2006/main">
              <a:ext uri="{FF2B5EF4-FFF2-40B4-BE49-F238E27FC236}">
                <a16:creationId xmlns:a16="http://schemas.microsoft.com/office/drawing/2014/main" id="{AA55A498-D9DD-49E2-B186-B0BF2EB45BA7}"/>
              </a:ext>
            </a:extLst>
          </p:cNvPr>
          <p:cNvSpPr>
            <a:spLocks xmlns:a="http://schemas.openxmlformats.org/drawingml/2006/main" noGrp="1"/>
          </p:cNvSpPr>
          <p:nvPr/>
        </p:nvSpPr>
        <p:spPr>
          <a:xfrm xmlns:a="http://schemas.openxmlformats.org/drawingml/2006/main">
            <a:off x="619125" y="60483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616"/>
                </a:solidFill>
                <a:latin typeface="Calibri"/>
                <a:ea typeface="Calibri"/>
                <a:cs typeface="Calibri"/>
              </a:defRPr>
            </a:pPr>
            <a:r>
              <a:rPr sz="1875" b="0">
                <a:solidFill>
                  <a:srgbClr val="161616"/>
                </a:solidFill>
                <a:latin typeface="Calibri"/>
                <a:ea typeface="Calibri"/>
                <a:cs typeface="Calibri"/>
              </a:rPr>
              <a:t>x₁(t) = A₁ sin(2πf₁t + φ₁), with f₁ = 18 Hz and φ₁ = 25°</a:t>
            </a:r>
          </a:p>
        </p:txBody>
      </p:sp>
    </p:spTree>
    <p:extLst>
      <p:ext uri="{BB962C8B-B14F-4D97-AF65-F5344CB8AC3E}">
        <p14:creationId xmlns:p14="http://schemas.microsoft.com/office/powerpoint/2010/main" val="82837937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F80A202D-D606-4DF1-9653-DE654B0719C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53DA8E2-F8B8-4244-943D-2BCF0E87943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678B9EDF-FA6A-40E8-BA4E-309BE7F0A55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code">
            <a:extLst xmlns:a="http://schemas.openxmlformats.org/drawingml/2006/main">
              <a:ext uri="{FF2B5EF4-FFF2-40B4-BE49-F238E27FC236}">
                <a16:creationId xmlns:a16="http://schemas.microsoft.com/office/drawing/2014/main" id="{64CA55C1-DE10-450D-AE2C-B019044CCC0D}"/>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54445E72-4949-4FC1-9BE5-6ECB1C11CA98}"/>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Subscript 1 means tone 1; subscript 2 means tone 2. A is in volts, f is in hertz, and phi_deg is in degrees.</a:t>
            </a:r>
          </a:p>
        </p:txBody>
      </p:sp>
    </p:spTree>
    <p:extLst>
      <p:ext uri="{BB962C8B-B14F-4D97-AF65-F5344CB8AC3E}">
        <p14:creationId xmlns:p14="http://schemas.microsoft.com/office/powerpoint/2010/main" val="16116438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4E5B5E86-D9A7-4E94-87CD-51827C898BF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A680DE0-AF3A-4AAD-838F-579F4A9404D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Phase relative to a zero-phase sine wave</a:t>
            </a:r>
          </a:p>
        </p:txBody>
      </p:sp>
      <p:sp>
        <p:nvSpPr>
          <p:cNvPr id="3" name="page">
            <a:extLst xmlns:a="http://schemas.openxmlformats.org/drawingml/2006/main">
              <a:ext uri="{FF2B5EF4-FFF2-40B4-BE49-F238E27FC236}">
                <a16:creationId xmlns:a16="http://schemas.microsoft.com/office/drawing/2014/main" id="{A878182A-B5B7-4E3D-BD8C-DD6B002BE1C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9778130fceac434c"/>
          </a:graphicData>
        </a:graphic>
      </p:graphicFrame>
      <p:sp>
        <p:nvSpPr>
          <p:cNvPr id="5" name="text">
            <a:extLst xmlns:a="http://schemas.openxmlformats.org/drawingml/2006/main">
              <a:ext uri="{FF2B5EF4-FFF2-40B4-BE49-F238E27FC236}">
                <a16:creationId xmlns:a16="http://schemas.microsoft.com/office/drawing/2014/main" id="{95496BB6-CB49-4F02-83F6-611BB8248934}"/>
              </a:ext>
            </a:extLst>
          </p:cNvPr>
          <p:cNvSpPr>
            <a:spLocks xmlns:a="http://schemas.openxmlformats.org/drawingml/2006/main" noGrp="1"/>
          </p:cNvSpPr>
          <p:nvPr/>
        </p:nvSpPr>
        <p:spPr>
          <a:xfrm xmlns:a="http://schemas.openxmlformats.org/drawingml/2006/main">
            <a:off x="666750" y="55245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φ₁ = +25°: the blue wave reaches its peak 3.86 ms earlier</a:t>
            </a:r>
          </a:p>
        </p:txBody>
      </p:sp>
      <p:sp>
        <p:nvSpPr>
          <p:cNvPr id="6" name="text">
            <a:extLst xmlns:a="http://schemas.openxmlformats.org/drawingml/2006/main">
              <a:ext uri="{FF2B5EF4-FFF2-40B4-BE49-F238E27FC236}">
                <a16:creationId xmlns:a16="http://schemas.microsoft.com/office/drawing/2014/main" id="{74F4B2C5-311F-4EBA-A309-D1C6C470ACA6}"/>
              </a:ext>
            </a:extLst>
          </p:cNvPr>
          <p:cNvSpPr>
            <a:spLocks xmlns:a="http://schemas.openxmlformats.org/drawingml/2006/main" noGrp="1"/>
          </p:cNvSpPr>
          <p:nvPr/>
        </p:nvSpPr>
        <p:spPr>
          <a:xfrm xmlns:a="http://schemas.openxmlformats.org/drawingml/2006/main">
            <a:off x="666750" y="59912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Time lead = φ₁ / (360° f₁). Positive phase shifts a sine wave to the left.</a:t>
            </a:r>
          </a:p>
        </p:txBody>
      </p:sp>
    </p:spTree>
    <p:extLst>
      <p:ext uri="{BB962C8B-B14F-4D97-AF65-F5344CB8AC3E}">
        <p14:creationId xmlns:p14="http://schemas.microsoft.com/office/powerpoint/2010/main" val="530985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6366DB70-F051-40F2-81EF-A37AA02C013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1F8497E-8C23-4C7A-A4F5-573C9B09CAB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86F7F6C0-9315-487B-AAA9-32257B5D557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2B5E61AA-52B5-49C6-AECF-0A50BECDBAB6}"/>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25FF8518-05E6-44D3-94FA-8694C77923AC}"/>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F6F4C839-0B11-4C3F-B40D-B2D13D8DE132}"/>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Average signed level:</a:t>
            </a:r>
          </a:p>
        </p:txBody>
      </p:sp>
      <p:sp>
        <p:nvSpPr>
          <p:cNvPr id="7" name="text">
            <a:extLst xmlns:a="http://schemas.openxmlformats.org/drawingml/2006/main">
              <a:ext uri="{FF2B5EF4-FFF2-40B4-BE49-F238E27FC236}">
                <a16:creationId xmlns:a16="http://schemas.microsoft.com/office/drawing/2014/main" id="{03904BE5-D781-4D19-8CB7-01C709EEF062}"/>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mean = (1/N) Σ x[n]</a:t>
            </a:r>
          </a:p>
        </p:txBody>
      </p:sp>
      <p:sp>
        <p:nvSpPr>
          <p:cNvPr id="8" name="text">
            <a:extLst xmlns:a="http://schemas.openxmlformats.org/drawingml/2006/main">
              <a:ext uri="{FF2B5EF4-FFF2-40B4-BE49-F238E27FC236}">
                <a16:creationId xmlns:a16="http://schemas.microsoft.com/office/drawing/2014/main" id="{60DF56D4-2001-4BE1-A0F5-5729960E5838}"/>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is the sample count; x[n] is sample n.</a:t>
            </a:r>
          </a:p>
        </p:txBody>
      </p:sp>
      <p:sp>
        <p:nvSpPr>
          <p:cNvPr id="9" name="text">
            <a:extLst xmlns:a="http://schemas.openxmlformats.org/drawingml/2006/main">
              <a:ext uri="{FF2B5EF4-FFF2-40B4-BE49-F238E27FC236}">
                <a16:creationId xmlns:a16="http://schemas.microsoft.com/office/drawing/2014/main" id="{31472693-E950-44B1-A189-AE69D711A586}"/>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continuous one-second signal has zero mean.</a:t>
            </a:r>
          </a:p>
        </p:txBody>
      </p:sp>
      <p:sp>
        <p:nvSpPr>
          <p:cNvPr id="10" name="text">
            <a:extLst xmlns:a="http://schemas.openxmlformats.org/drawingml/2006/main">
              <a:ext uri="{FF2B5EF4-FFF2-40B4-BE49-F238E27FC236}">
                <a16:creationId xmlns:a16="http://schemas.microsoft.com/office/drawing/2014/main" id="{A71B1DF6-ECD4-4DC3-963B-6061595F974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Typical signal size, independent of sign:</a:t>
            </a:r>
          </a:p>
        </p:txBody>
      </p:sp>
      <p:sp>
        <p:nvSpPr>
          <p:cNvPr id="11" name="text">
            <a:extLst xmlns:a="http://schemas.openxmlformats.org/drawingml/2006/main">
              <a:ext uri="{FF2B5EF4-FFF2-40B4-BE49-F238E27FC236}">
                <a16:creationId xmlns:a16="http://schemas.microsoft.com/office/drawing/2014/main" id="{0AB9808D-D6A4-4C2C-962A-720F0EADF6FB}"/>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sqrt((1/N) Σ x[n]²)</a:t>
            </a:r>
          </a:p>
        </p:txBody>
      </p:sp>
      <p:sp>
        <p:nvSpPr>
          <p:cNvPr id="12" name="text">
            <a:extLst xmlns:a="http://schemas.openxmlformats.org/drawingml/2006/main">
              <a:ext uri="{FF2B5EF4-FFF2-40B4-BE49-F238E27FC236}">
                <a16:creationId xmlns:a16="http://schemas.microsoft.com/office/drawing/2014/main" id="{1F418FC1-77CE-4C41-9077-B81E26EECE6C}"/>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these two distinct tones over complete cycles:</a:t>
            </a:r>
          </a:p>
        </p:txBody>
      </p:sp>
      <p:sp>
        <p:nvSpPr>
          <p:cNvPr id="13" name="text">
            <a:extLst xmlns:a="http://schemas.openxmlformats.org/drawingml/2006/main">
              <a:ext uri="{FF2B5EF4-FFF2-40B4-BE49-F238E27FC236}">
                <a16:creationId xmlns:a16="http://schemas.microsoft.com/office/drawing/2014/main" id="{333C2E42-CA52-4C48-8724-67196F748BC7}"/>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sqrt((A₁² + A₂²)/2) = 0.9062 V</a:t>
            </a:r>
          </a:p>
        </p:txBody>
      </p:sp>
    </p:spTree>
    <p:extLst>
      <p:ext uri="{BB962C8B-B14F-4D97-AF65-F5344CB8AC3E}">
        <p14:creationId xmlns:p14="http://schemas.microsoft.com/office/powerpoint/2010/main" val="14799089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546632FA-2A29-406F-A449-D52730BF5E1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E4C79C6-2C66-443D-9DF5-1399D2603EF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FD5AB661-D39D-457E-9C29-BA4B179A690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graphicFrame>
        <p:nvGraphicFramePr>
          <p:cNvPr id="9" name="Chart"/>
          <p:cNvGraphicFramePr/>
          <p:nvPr/>
        </p:nvGraphicFramePr>
        <p:xfrm>
          <a:off xmlns:a="http://schemas.openxmlformats.org/drawingml/2006/main" x="619125" y="1571625"/>
          <a:ext xmlns:a="http://schemas.openxmlformats.org/drawingml/2006/main" cx="10858500" cy="4000500"/>
        </p:xfrm>
        <a:graphic xmlns:a="http://schemas.openxmlformats.org/drawingml/2006/main">
          <a:graphicData uri="http://schemas.openxmlformats.org/drawingml/2006/chart">
            <c:chart xmlns:r="http://schemas.openxmlformats.org/officeDocument/2006/relationships" xmlns:c="http://schemas.openxmlformats.org/drawingml/2006/chart" r:id="Rde76e5a7e5b64012"/>
          </a:graphicData>
        </a:graphic>
      </p:graphicFrame>
      <p:sp>
        <p:nvSpPr>
          <p:cNvPr id="5" name="text">
            <a:extLst xmlns:a="http://schemas.openxmlformats.org/drawingml/2006/main">
              <a:ext uri="{FF2B5EF4-FFF2-40B4-BE49-F238E27FC236}">
                <a16:creationId xmlns:a16="http://schemas.microsoft.com/office/drawing/2014/main" id="{BDBF2792-2606-4CAC-8786-0030417151AD}"/>
              </a:ext>
            </a:extLst>
          </p:cNvPr>
          <p:cNvSpPr>
            <a:spLocks xmlns:a="http://schemas.openxmlformats.org/drawingml/2006/main" noGrp="1"/>
          </p:cNvSpPr>
          <p:nvPr/>
        </p:nvSpPr>
        <p:spPr>
          <a:xfrm xmlns:a="http://schemas.openxmlformats.org/drawingml/2006/main">
            <a:off x="857250" y="5810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Markers are simulated samples of the known signal. Connecting lines add no measurements.</a:t>
            </a:r>
          </a:p>
        </p:txBody>
      </p:sp>
    </p:spTree>
    <p:extLst>
      <p:ext uri="{BB962C8B-B14F-4D97-AF65-F5344CB8AC3E}">
        <p14:creationId xmlns:p14="http://schemas.microsoft.com/office/powerpoint/2010/main" val="4363672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CB03A922-C989-4DE7-934C-33FC1062A91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11B30A5-A049-481B-BF07-7959868DE7D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Signal frequency and sampling rate</a:t>
            </a:r>
          </a:p>
        </p:txBody>
      </p:sp>
      <p:sp>
        <p:nvSpPr>
          <p:cNvPr id="3" name="page">
            <a:extLst xmlns:a="http://schemas.openxmlformats.org/drawingml/2006/main">
              <a:ext uri="{FF2B5EF4-FFF2-40B4-BE49-F238E27FC236}">
                <a16:creationId xmlns:a16="http://schemas.microsoft.com/office/drawing/2014/main" id="{87D62E9A-093D-4427-9CDB-513FCD7CB8C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text">
            <a:extLst xmlns:a="http://schemas.openxmlformats.org/drawingml/2006/main">
              <a:ext uri="{FF2B5EF4-FFF2-40B4-BE49-F238E27FC236}">
                <a16:creationId xmlns:a16="http://schemas.microsoft.com/office/drawing/2014/main" id="{12FE96C9-C1C9-42DF-B58F-AD8796D11B81}"/>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WAVE: f_signal</a:t>
            </a:r>
          </a:p>
        </p:txBody>
      </p:sp>
      <p:sp>
        <p:nvSpPr>
          <p:cNvPr id="5" name="text">
            <a:extLst xmlns:a="http://schemas.openxmlformats.org/drawingml/2006/main">
              <a:ext uri="{FF2B5EF4-FFF2-40B4-BE49-F238E27FC236}">
                <a16:creationId xmlns:a16="http://schemas.microsoft.com/office/drawing/2014/main" id="{DD055B5A-963E-4E7B-830C-353E8086F184}"/>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RECORDER: f_s</a:t>
            </a:r>
          </a:p>
        </p:txBody>
      </p:sp>
      <p:sp>
        <p:nvSpPr>
          <p:cNvPr id="6" name="text">
            <a:extLst xmlns:a="http://schemas.openxmlformats.org/drawingml/2006/main">
              <a:ext uri="{FF2B5EF4-FFF2-40B4-BE49-F238E27FC236}">
                <a16:creationId xmlns:a16="http://schemas.microsoft.com/office/drawing/2014/main" id="{5AE6E71C-6AB6-4C5A-A946-E2040C4C1C81}"/>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f_signal counts complete cycles per second.</a:t>
            </a:r>
          </a:p>
        </p:txBody>
      </p:sp>
      <p:sp>
        <p:nvSpPr>
          <p:cNvPr id="7" name="text">
            <a:extLst xmlns:a="http://schemas.openxmlformats.org/drawingml/2006/main">
              <a:ext uri="{FF2B5EF4-FFF2-40B4-BE49-F238E27FC236}">
                <a16:creationId xmlns:a16="http://schemas.microsoft.com/office/drawing/2014/main" id="{8ED88D2C-E471-4E25-9B37-30E14CD1D199}"/>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Unit: hertz (Hz).</a:t>
            </a:r>
          </a:p>
        </p:txBody>
      </p:sp>
      <p:sp>
        <p:nvSpPr>
          <p:cNvPr id="8" name="text">
            <a:extLst xmlns:a="http://schemas.openxmlformats.org/drawingml/2006/main">
              <a:ext uri="{FF2B5EF4-FFF2-40B4-BE49-F238E27FC236}">
                <a16:creationId xmlns:a16="http://schemas.microsoft.com/office/drawing/2014/main" id="{BF8189D5-BEB6-4AE5-93F3-F552D36E4571}"/>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Our signal has two components:</a:t>
            </a:r>
          </a:p>
        </p:txBody>
      </p:sp>
      <p:sp>
        <p:nvSpPr>
          <p:cNvPr id="9" name="text">
            <a:extLst xmlns:a="http://schemas.openxmlformats.org/drawingml/2006/main">
              <a:ext uri="{FF2B5EF4-FFF2-40B4-BE49-F238E27FC236}">
                <a16:creationId xmlns:a16="http://schemas.microsoft.com/office/drawing/2014/main" id="{D3A1F350-3887-416B-8BB6-2E6D766F7205}"/>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f₁ = 18 Hz and f₂ = 42 Hz.</a:t>
            </a:r>
          </a:p>
        </p:txBody>
      </p:sp>
      <p:sp>
        <p:nvSpPr>
          <p:cNvPr id="10" name="text">
            <a:extLst xmlns:a="http://schemas.openxmlformats.org/drawingml/2006/main">
              <a:ext uri="{FF2B5EF4-FFF2-40B4-BE49-F238E27FC236}">
                <a16:creationId xmlns:a16="http://schemas.microsoft.com/office/drawing/2014/main" id="{CBAD2C82-049C-4CED-97A0-C3FF16643E9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counts stored samples per second.</a:t>
            </a:r>
          </a:p>
        </p:txBody>
      </p:sp>
      <p:sp>
        <p:nvSpPr>
          <p:cNvPr id="11" name="text">
            <a:extLst xmlns:a="http://schemas.openxmlformats.org/drawingml/2006/main">
              <a:ext uri="{FF2B5EF4-FFF2-40B4-BE49-F238E27FC236}">
                <a16:creationId xmlns:a16="http://schemas.microsoft.com/office/drawing/2014/main" id="{5CF711B3-2E76-41EF-B43C-EAEDD06C554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Unit: samples/s (often written Hz).</a:t>
            </a:r>
          </a:p>
        </p:txBody>
      </p:sp>
      <p:sp>
        <p:nvSpPr>
          <p:cNvPr id="12" name="text">
            <a:extLst xmlns:a="http://schemas.openxmlformats.org/drawingml/2006/main">
              <a:ext uri="{FF2B5EF4-FFF2-40B4-BE49-F238E27FC236}">
                <a16:creationId xmlns:a16="http://schemas.microsoft.com/office/drawing/2014/main" id="{C6FDC038-68D7-40D2-A720-D8CB8CE16569}"/>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We choose this setting on the recorder.</a:t>
            </a:r>
          </a:p>
        </p:txBody>
      </p:sp>
      <p:sp>
        <p:nvSpPr>
          <p:cNvPr id="13" name="text">
            <a:extLst xmlns:a="http://schemas.openxmlformats.org/drawingml/2006/main">
              <a:ext uri="{FF2B5EF4-FFF2-40B4-BE49-F238E27FC236}">
                <a16:creationId xmlns:a16="http://schemas.microsoft.com/office/drawing/2014/main" id="{10EB5926-9CA0-480B-A653-369550AEED1D}"/>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Changing f_s changes the sample times.</a:t>
            </a:r>
          </a:p>
        </p:txBody>
      </p:sp>
    </p:spTree>
    <p:extLst>
      <p:ext uri="{BB962C8B-B14F-4D97-AF65-F5344CB8AC3E}">
        <p14:creationId xmlns:p14="http://schemas.microsoft.com/office/powerpoint/2010/main" val="19055286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CA5BFCFB-A314-4593-AF5C-091E4879BA9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3D7BF77-351C-415D-8086-F5ABF4DB20C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How many samples describe one cycle?</a:t>
            </a:r>
          </a:p>
        </p:txBody>
      </p:sp>
      <p:sp>
        <p:nvSpPr>
          <p:cNvPr id="3" name="page">
            <a:extLst xmlns:a="http://schemas.openxmlformats.org/drawingml/2006/main">
              <a:ext uri="{FF2B5EF4-FFF2-40B4-BE49-F238E27FC236}">
                <a16:creationId xmlns:a16="http://schemas.microsoft.com/office/drawing/2014/main" id="{F26AA4F8-A532-407F-8D67-5307CE3EFE7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430FE98B-8181-428D-9EAC-C7D45790554D}"/>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DURATION OF ONE CYCLE</a:t>
            </a:r>
          </a:p>
        </p:txBody>
      </p:sp>
      <p:sp>
        <p:nvSpPr>
          <p:cNvPr id="5" name="text">
            <a:extLst xmlns:a="http://schemas.openxmlformats.org/drawingml/2006/main">
              <a:ext uri="{FF2B5EF4-FFF2-40B4-BE49-F238E27FC236}">
                <a16:creationId xmlns:a16="http://schemas.microsoft.com/office/drawing/2014/main" id="{095C31E3-C9BE-41CB-9432-A5490D6CBC81}"/>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SAMPLES PER CYCLE</a:t>
            </a:r>
          </a:p>
        </p:txBody>
      </p:sp>
      <p:sp>
        <p:nvSpPr>
          <p:cNvPr id="6" name="text">
            <a:extLst xmlns:a="http://schemas.openxmlformats.org/drawingml/2006/main">
              <a:ext uri="{FF2B5EF4-FFF2-40B4-BE49-F238E27FC236}">
                <a16:creationId xmlns:a16="http://schemas.microsoft.com/office/drawing/2014/main" id="{36E12790-E46F-4689-825F-562CC8E34926}"/>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Signal period: T_signal = 1/f_signal.</a:t>
            </a:r>
          </a:p>
        </p:txBody>
      </p:sp>
      <p:sp>
        <p:nvSpPr>
          <p:cNvPr id="7" name="text">
            <a:extLst xmlns:a="http://schemas.openxmlformats.org/drawingml/2006/main">
              <a:ext uri="{FF2B5EF4-FFF2-40B4-BE49-F238E27FC236}">
                <a16:creationId xmlns:a16="http://schemas.microsoft.com/office/drawing/2014/main" id="{95856094-D00C-4DCA-99D1-EB9DB70E7BD4}"/>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42 Hz: T_signal = 23.81 ms.</a:t>
            </a:r>
          </a:p>
        </p:txBody>
      </p:sp>
      <p:sp>
        <p:nvSpPr>
          <p:cNvPr id="8" name="text">
            <a:extLst xmlns:a="http://schemas.openxmlformats.org/drawingml/2006/main">
              <a:ext uri="{FF2B5EF4-FFF2-40B4-BE49-F238E27FC236}">
                <a16:creationId xmlns:a16="http://schemas.microsoft.com/office/drawing/2014/main" id="{96F8F74F-E349-4985-8195-B4156424F40F}"/>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Sample interval: Δt = 1/f_s.</a:t>
            </a:r>
          </a:p>
        </p:txBody>
      </p:sp>
      <p:sp>
        <p:nvSpPr>
          <p:cNvPr id="9" name="text">
            <a:extLst xmlns:a="http://schemas.openxmlformats.org/drawingml/2006/main">
              <a:ext uri="{FF2B5EF4-FFF2-40B4-BE49-F238E27FC236}">
                <a16:creationId xmlns:a16="http://schemas.microsoft.com/office/drawing/2014/main" id="{11D754A6-3B1E-4CB2-AA82-7369F160E526}"/>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126 samples/s: Δt = 7.94 ms.</a:t>
            </a:r>
          </a:p>
        </p:txBody>
      </p:sp>
      <p:sp>
        <p:nvSpPr>
          <p:cNvPr id="10" name="text">
            <a:extLst xmlns:a="http://schemas.openxmlformats.org/drawingml/2006/main">
              <a:ext uri="{FF2B5EF4-FFF2-40B4-BE49-F238E27FC236}">
                <a16:creationId xmlns:a16="http://schemas.microsoft.com/office/drawing/2014/main" id="{6074B2DC-4579-456F-A5EB-5CACB7EF448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Samples/cycle = T_signal / Δt</a:t>
            </a:r>
          </a:p>
        </p:txBody>
      </p:sp>
      <p:sp>
        <p:nvSpPr>
          <p:cNvPr id="11" name="text">
            <a:extLst xmlns:a="http://schemas.openxmlformats.org/drawingml/2006/main">
              <a:ext uri="{FF2B5EF4-FFF2-40B4-BE49-F238E27FC236}">
                <a16:creationId xmlns:a16="http://schemas.microsoft.com/office/drawing/2014/main" id="{5F142BE4-DD62-4E8A-B643-0E9C5457ADB8}"/>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                         = f_s / f_signal</a:t>
            </a:r>
          </a:p>
        </p:txBody>
      </p:sp>
      <p:sp>
        <p:nvSpPr>
          <p:cNvPr id="12" name="text">
            <a:extLst xmlns:a="http://schemas.openxmlformats.org/drawingml/2006/main">
              <a:ext uri="{FF2B5EF4-FFF2-40B4-BE49-F238E27FC236}">
                <a16:creationId xmlns:a16="http://schemas.microsoft.com/office/drawing/2014/main" id="{457E7A4B-FBC7-47D5-B8DB-B9AD4B367142}"/>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 42 = 3 samples per cycle.</a:t>
            </a:r>
          </a:p>
        </p:txBody>
      </p:sp>
      <p:sp>
        <p:nvSpPr>
          <p:cNvPr id="13" name="text">
            <a:extLst xmlns:a="http://schemas.openxmlformats.org/drawingml/2006/main">
              <a:ext uri="{FF2B5EF4-FFF2-40B4-BE49-F238E27FC236}">
                <a16:creationId xmlns:a16="http://schemas.microsoft.com/office/drawing/2014/main" id="{DCAF0495-F28B-4E42-A269-B83D60C3A07D}"/>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 42 = 8 samples per cycle.</a:t>
            </a:r>
          </a:p>
        </p:txBody>
      </p:sp>
    </p:spTree>
    <p:extLst>
      <p:ext uri="{BB962C8B-B14F-4D97-AF65-F5344CB8AC3E}">
        <p14:creationId xmlns:p14="http://schemas.microsoft.com/office/powerpoint/2010/main" val="163055976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F79B101C-FD80-4FB8-A990-ABBB97D854E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E62E0E4-5785-438E-B409-C1334A163D2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Nyquist condition</a:t>
            </a:r>
          </a:p>
        </p:txBody>
      </p:sp>
      <p:sp>
        <p:nvSpPr>
          <p:cNvPr id="3" name="page">
            <a:extLst xmlns:a="http://schemas.openxmlformats.org/drawingml/2006/main">
              <a:ext uri="{FF2B5EF4-FFF2-40B4-BE49-F238E27FC236}">
                <a16:creationId xmlns:a16="http://schemas.microsoft.com/office/drawing/2014/main" id="{99D714C8-73D5-4B52-A435-76DF9D65D44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
        <p:nvSpPr>
          <p:cNvPr id="4" name="text">
            <a:extLst xmlns:a="http://schemas.openxmlformats.org/drawingml/2006/main">
              <a:ext uri="{FF2B5EF4-FFF2-40B4-BE49-F238E27FC236}">
                <a16:creationId xmlns:a16="http://schemas.microsoft.com/office/drawing/2014/main" id="{FF651793-5FDE-469B-B3AD-C9CAA5C4EF73}"/>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SIGNAL REQUIREMENT</a:t>
            </a:r>
          </a:p>
        </p:txBody>
      </p:sp>
      <p:sp>
        <p:nvSpPr>
          <p:cNvPr id="5" name="text">
            <a:extLst xmlns:a="http://schemas.openxmlformats.org/drawingml/2006/main">
              <a:ext uri="{FF2B5EF4-FFF2-40B4-BE49-F238E27FC236}">
                <a16:creationId xmlns:a16="http://schemas.microsoft.com/office/drawing/2014/main" id="{8799C9A6-ADF0-411F-8EBB-7D1E7977B1C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RECORDER LIMIT</a:t>
            </a:r>
          </a:p>
        </p:txBody>
      </p:sp>
      <p:sp>
        <p:nvSpPr>
          <p:cNvPr id="6" name="text">
            <a:extLst xmlns:a="http://schemas.openxmlformats.org/drawingml/2006/main">
              <a:ext uri="{FF2B5EF4-FFF2-40B4-BE49-F238E27FC236}">
                <a16:creationId xmlns:a16="http://schemas.microsoft.com/office/drawing/2014/main" id="{C208832A-51A2-4BC0-B174-060D977F2D03}"/>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f_max is the highest frequency present.</a:t>
            </a:r>
          </a:p>
        </p:txBody>
      </p:sp>
      <p:sp>
        <p:nvSpPr>
          <p:cNvPr id="7" name="text">
            <a:extLst xmlns:a="http://schemas.openxmlformats.org/drawingml/2006/main">
              <a:ext uri="{FF2B5EF4-FFF2-40B4-BE49-F238E27FC236}">
                <a16:creationId xmlns:a16="http://schemas.microsoft.com/office/drawing/2014/main" id="{7D13A7D0-625F-46E5-A585-C87A04AAE847}"/>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our two tones: f_max = 42 Hz.</a:t>
            </a:r>
          </a:p>
        </p:txBody>
      </p:sp>
      <p:sp>
        <p:nvSpPr>
          <p:cNvPr id="8" name="text">
            <a:extLst xmlns:a="http://schemas.openxmlformats.org/drawingml/2006/main">
              <a:ext uri="{FF2B5EF4-FFF2-40B4-BE49-F238E27FC236}">
                <a16:creationId xmlns:a16="http://schemas.microsoft.com/office/drawing/2014/main" id="{53B19996-8F01-4FCC-904F-9899D855AB8D}"/>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To avoid aliasing in this signal:</a:t>
            </a:r>
          </a:p>
        </p:txBody>
      </p:sp>
      <p:sp>
        <p:nvSpPr>
          <p:cNvPr id="9" name="text">
            <a:extLst xmlns:a="http://schemas.openxmlformats.org/drawingml/2006/main">
              <a:ext uri="{FF2B5EF4-FFF2-40B4-BE49-F238E27FC236}">
                <a16:creationId xmlns:a16="http://schemas.microsoft.com/office/drawing/2014/main" id="{7E39D297-F69C-4AB3-B864-8B58B5D01731}"/>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&gt; 2 f_max = 84 samples/s.</a:t>
            </a:r>
          </a:p>
        </p:txBody>
      </p:sp>
      <p:sp>
        <p:nvSpPr>
          <p:cNvPr id="10" name="text">
            <a:extLst xmlns:a="http://schemas.openxmlformats.org/drawingml/2006/main">
              <a:ext uri="{FF2B5EF4-FFF2-40B4-BE49-F238E27FC236}">
                <a16:creationId xmlns:a16="http://schemas.microsoft.com/office/drawing/2014/main" id="{87206129-D626-45D4-821E-DB71CF09857D}"/>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f_N = f_s / 2.</a:t>
            </a:r>
          </a:p>
        </p:txBody>
      </p:sp>
      <p:sp>
        <p:nvSpPr>
          <p:cNvPr id="11" name="text">
            <a:extLst xmlns:a="http://schemas.openxmlformats.org/drawingml/2006/main">
              <a:ext uri="{FF2B5EF4-FFF2-40B4-BE49-F238E27FC236}">
                <a16:creationId xmlns:a16="http://schemas.microsoft.com/office/drawing/2014/main" id="{8EBBCDC6-DDA0-49DA-A408-58117297CC61}"/>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At f_s = 126 samples/s: f_N = 63 Hz.</a:t>
            </a:r>
          </a:p>
        </p:txBody>
      </p:sp>
      <p:sp>
        <p:nvSpPr>
          <p:cNvPr id="12" name="text">
            <a:extLst xmlns:a="http://schemas.openxmlformats.org/drawingml/2006/main">
              <a:ext uri="{FF2B5EF4-FFF2-40B4-BE49-F238E27FC236}">
                <a16:creationId xmlns:a16="http://schemas.microsoft.com/office/drawing/2014/main" id="{59ADE46C-270B-482D-AD9A-87481B3B8397}"/>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Both 18 Hz and 42 Hz are below 63 Hz.</a:t>
            </a:r>
          </a:p>
        </p:txBody>
      </p:sp>
      <p:sp>
        <p:nvSpPr>
          <p:cNvPr id="13" name="text">
            <a:extLst xmlns:a="http://schemas.openxmlformats.org/drawingml/2006/main">
              <a:ext uri="{FF2B5EF4-FFF2-40B4-BE49-F238E27FC236}">
                <a16:creationId xmlns:a16="http://schemas.microsoft.com/office/drawing/2014/main" id="{B9D176F7-BD51-4B17-B5B7-5FB1AA23D07A}"/>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same condition is f_max &lt; f_N.</a:t>
            </a:r>
          </a:p>
        </p:txBody>
      </p:sp>
    </p:spTree>
    <p:extLst>
      <p:ext uri="{BB962C8B-B14F-4D97-AF65-F5344CB8AC3E}">
        <p14:creationId xmlns:p14="http://schemas.microsoft.com/office/powerpoint/2010/main" val="93112942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EBD1D9C5-7E4D-47EF-AE18-710AD8D3F24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2B10F2C-071B-4643-A94B-AACE833A298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Exactly two samples per cycle can fail</a:t>
            </a:r>
          </a:p>
        </p:txBody>
      </p:sp>
      <p:sp>
        <p:nvSpPr>
          <p:cNvPr id="3" name="page">
            <a:extLst xmlns:a="http://schemas.openxmlformats.org/drawingml/2006/main">
              <a:ext uri="{FF2B5EF4-FFF2-40B4-BE49-F238E27FC236}">
                <a16:creationId xmlns:a16="http://schemas.microsoft.com/office/drawing/2014/main" id="{27CCEB89-A53A-440B-8D18-0911FEDCCBB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5f32198c314d45a4"/>
          </a:graphicData>
        </a:graphic>
      </p:graphicFrame>
      <p:sp>
        <p:nvSpPr>
          <p:cNvPr id="5" name="text">
            <a:extLst xmlns:a="http://schemas.openxmlformats.org/drawingml/2006/main">
              <a:ext uri="{FF2B5EF4-FFF2-40B4-BE49-F238E27FC236}">
                <a16:creationId xmlns:a16="http://schemas.microsoft.com/office/drawing/2014/main" id="{14596453-88CB-41AB-8EE0-7A2C6E22C547}"/>
              </a:ext>
            </a:extLst>
          </p:cNvPr>
          <p:cNvSpPr>
            <a:spLocks xmlns:a="http://schemas.openxmlformats.org/drawingml/2006/main" noGrp="1"/>
          </p:cNvSpPr>
          <p:nvPr/>
        </p:nvSpPr>
        <p:spPr>
          <a:xfrm xmlns:a="http://schemas.openxmlformats.org/drawingml/2006/main">
            <a:off x="666750" y="5572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f_s = 2 f_signal, this starting phase makes every reading zero.</a:t>
            </a:r>
          </a:p>
        </p:txBody>
      </p:sp>
      <p:sp>
        <p:nvSpPr>
          <p:cNvPr id="6" name="text">
            <a:extLst xmlns:a="http://schemas.openxmlformats.org/drawingml/2006/main">
              <a:ext uri="{FF2B5EF4-FFF2-40B4-BE49-F238E27FC236}">
                <a16:creationId xmlns:a16="http://schemas.microsoft.com/office/drawing/2014/main" id="{D5EDC886-2666-499E-9E20-EE81347349EC}"/>
              </a:ext>
            </a:extLst>
          </p:cNvPr>
          <p:cNvSpPr>
            <a:spLocks xmlns:a="http://schemas.openxmlformats.org/drawingml/2006/main" noGrp="1"/>
          </p:cNvSpPr>
          <p:nvPr/>
        </p:nvSpPr>
        <p:spPr>
          <a:xfrm xmlns:a="http://schemas.openxmlformats.org/drawingml/2006/main">
            <a:off x="666750" y="60483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616"/>
                </a:solidFill>
                <a:latin typeface="Calibri"/>
                <a:ea typeface="Calibri"/>
                <a:cs typeface="Calibri"/>
              </a:defRPr>
            </a:pPr>
            <a:r>
              <a:rPr sz="1875" b="0">
                <a:solidFill>
                  <a:srgbClr val="161616"/>
                </a:solidFill>
                <a:latin typeface="Calibri"/>
                <a:ea typeface="Calibri"/>
                <a:cs typeface="Calibri"/>
              </a:rPr>
              <a:t>Use f_s &gt; 2 f_max and leave margin for real measurements.</a:t>
            </a:r>
          </a:p>
        </p:txBody>
      </p:sp>
    </p:spTree>
    <p:extLst>
      <p:ext uri="{BB962C8B-B14F-4D97-AF65-F5344CB8AC3E}">
        <p14:creationId xmlns:p14="http://schemas.microsoft.com/office/powerpoint/2010/main" val="15548923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BE3B400B-6A5F-4608-B9C6-6D97FC13C34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2D624A0-9142-4BDB-B57E-65D88170D5C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Checking the four notebook sample rates</a:t>
            </a:r>
          </a:p>
        </p:txBody>
      </p:sp>
      <p:sp>
        <p:nvSpPr>
          <p:cNvPr id="3" name="page">
            <a:extLst xmlns:a="http://schemas.openxmlformats.org/drawingml/2006/main">
              <a:ext uri="{FF2B5EF4-FFF2-40B4-BE49-F238E27FC236}">
                <a16:creationId xmlns:a16="http://schemas.microsoft.com/office/drawing/2014/main" id="{AE22F7C7-6858-418E-9511-8EAEBDCEE03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graphicFrame>
        <p:nvGraphicFramePr>
          <p:cNvPr id="10" name=""/>
          <p:cNvGraphicFramePr/>
          <p:nvPr/>
        </p:nvGraphicFramePr>
        <p:xfrm>
          <a:off xmlns:a="http://schemas.openxmlformats.org/drawingml/2006/main" x="571500" y="1809750"/>
          <a:ext xmlns:a="http://schemas.openxmlformats.org/drawingml/2006/main" cx="10953750" cy="3238500"/>
        </p:xfrm>
        <a:graphic xmlns:a="http://schemas.openxmlformats.org/drawingml/2006/main">
          <a:graphicData uri="http://schemas.openxmlformats.org/drawingml/2006/table">
            <a:tbl>
              <a:tblPr/>
              <a:tblGrid>
                <a:gridCol w="2190750"/>
                <a:gridCol w="2476500"/>
                <a:gridCol w="2857500"/>
                <a:gridCol w="3429000"/>
              </a:tblGrid>
              <a:tr h="647700">
                <a:tc>
                  <a:txBody>
                    <a:bodyPr/>
                    <a:lstStyle/>
                    <a:p>
                      <a:r>
                        <a:rPr sz="1650" b="1">
                          <a:solidFill>
                            <a:srgbClr val="FFFFFF"/>
                          </a:solidFill>
                          <a:latin typeface="Calibri"/>
                          <a:ea typeface="Calibri"/>
                          <a:cs typeface="Calibri"/>
                        </a:rPr>
                        <a:t>f_s (samples/s)</a:t>
                      </a:r>
                    </a:p>
                  </a:txBody>
                  <a:tcPr marL="91440" marR="91440" marT="45720" marB="45720">
                    <a:solidFill>
                      <a:srgbClr val="881C1C"/>
                    </a:solidFill>
                  </a:tcPr>
                </a:tc>
                <a:tc>
                  <a:txBody>
                    <a:bodyPr/>
                    <a:lstStyle/>
                    <a:p>
                      <a:r>
                        <a:rPr sz="1650" b="1">
                          <a:solidFill>
                            <a:srgbClr val="FFFFFF"/>
                          </a:solidFill>
                          <a:latin typeface="Calibri"/>
                          <a:ea typeface="Calibri"/>
                          <a:cs typeface="Calibri"/>
                        </a:rPr>
                        <a:t>f_N = f_s/2 (Hz)</a:t>
                      </a:r>
                    </a:p>
                  </a:txBody>
                  <a:tcPr marL="91440" marR="91440" marT="45720" marB="45720">
                    <a:solidFill>
                      <a:srgbClr val="881C1C"/>
                    </a:solidFill>
                  </a:tcPr>
                </a:tc>
                <a:tc>
                  <a:txBody>
                    <a:bodyPr/>
                    <a:lstStyle/>
                    <a:p>
                      <a:r>
                        <a:rPr sz="1650" b="1">
                          <a:solidFill>
                            <a:srgbClr val="FFFFFF"/>
                          </a:solidFill>
                          <a:latin typeface="Calibri"/>
                          <a:ea typeface="Calibri"/>
                          <a:cs typeface="Calibri"/>
                        </a:rPr>
                        <a:t>Samples / 42 Hz cycle</a:t>
                      </a:r>
                    </a:p>
                  </a:txBody>
                  <a:tcPr marL="91440" marR="91440" marT="45720" marB="45720">
                    <a:solidFill>
                      <a:srgbClr val="881C1C"/>
                    </a:solidFill>
                  </a:tcPr>
                </a:tc>
                <a:tc>
                  <a:txBody>
                    <a:bodyPr/>
                    <a:lstStyle/>
                    <a:p>
                      <a:r>
                        <a:rPr sz="1650" b="1">
                          <a:solidFill>
                            <a:srgbClr val="FFFFFF"/>
                          </a:solidFill>
                          <a:latin typeface="Calibri"/>
                          <a:ea typeface="Calibri"/>
                          <a:cs typeface="Calibri"/>
                        </a:rPr>
                        <a:t>Both tones below f_N?</a:t>
                      </a:r>
                    </a:p>
                  </a:txBody>
                  <a:tcPr marL="91440" marR="91440" marT="45720" marB="45720">
                    <a:solidFill>
                      <a:srgbClr val="881C1C"/>
                    </a:solidFill>
                  </a:tcPr>
                </a:tc>
              </a:tr>
              <a:tr h="647700">
                <a:tc>
                  <a:txBody>
                    <a:bodyPr/>
                    <a:lstStyle/>
                    <a:p>
                      <a:r>
                        <a:rPr sz="1875" b="0">
                          <a:solidFill>
                            <a:srgbClr val="202124"/>
                          </a:solidFill>
                          <a:latin typeface="Calibri"/>
                          <a:ea typeface="Calibri"/>
                          <a:cs typeface="Calibri"/>
                        </a:rPr>
                        <a:t>336</a:t>
                      </a:r>
                    </a:p>
                  </a:txBody>
                  <a:tcPr marL="91440" marR="91440" marT="45720" marB="45720">
                    <a:solidFill>
                      <a:srgbClr val="F5F6F7"/>
                    </a:solidFill>
                  </a:tcPr>
                </a:tc>
                <a:tc>
                  <a:txBody>
                    <a:bodyPr/>
                    <a:lstStyle/>
                    <a:p>
                      <a:r>
                        <a:rPr sz="1875" b="0">
                          <a:solidFill>
                            <a:srgbClr val="202124"/>
                          </a:solidFill>
                          <a:latin typeface="Calibri"/>
                          <a:ea typeface="Calibri"/>
                          <a:cs typeface="Calibri"/>
                        </a:rPr>
                        <a:t>168</a:t>
                      </a:r>
                    </a:p>
                  </a:txBody>
                  <a:tcPr marL="91440" marR="91440" marT="45720" marB="45720">
                    <a:solidFill>
                      <a:srgbClr val="F5F6F7"/>
                    </a:solidFill>
                  </a:tcPr>
                </a:tc>
                <a:tc>
                  <a:txBody>
                    <a:bodyPr/>
                    <a:lstStyle/>
                    <a:p>
                      <a:r>
                        <a:rPr sz="1875" b="0">
                          <a:solidFill>
                            <a:srgbClr val="202124"/>
                          </a:solidFill>
                          <a:latin typeface="Calibri"/>
                          <a:ea typeface="Calibri"/>
                          <a:cs typeface="Calibri"/>
                        </a:rPr>
                        <a:t>8.00</a:t>
                      </a:r>
                    </a:p>
                  </a:txBody>
                  <a:tcPr marL="91440" marR="91440" marT="45720" marB="45720">
                    <a:solidFill>
                      <a:srgbClr val="F5F6F7"/>
                    </a:solidFill>
                  </a:tcPr>
                </a:tc>
                <a:tc>
                  <a:txBody>
                    <a:bodyPr/>
                    <a:lstStyle/>
                    <a:p>
                      <a:r>
                        <a:rPr sz="1875" b="0">
                          <a:solidFill>
                            <a:srgbClr val="202124"/>
                          </a:solidFill>
                          <a:latin typeface="Calibri"/>
                          <a:ea typeface="Calibri"/>
                          <a:cs typeface="Calibri"/>
                        </a:rPr>
                        <a:t>Yes</a:t>
                      </a:r>
                    </a:p>
                  </a:txBody>
                  <a:tcPr marL="91440" marR="91440" marT="45720" marB="45720">
                    <a:solidFill>
                      <a:srgbClr val="F5F6F7"/>
                    </a:solidFill>
                  </a:tcPr>
                </a:tc>
              </a:tr>
              <a:tr h="647700">
                <a:tc>
                  <a:txBody>
                    <a:bodyPr/>
                    <a:lstStyle/>
                    <a:p>
                      <a:r>
                        <a:rPr sz="1875" b="0">
                          <a:solidFill>
                            <a:srgbClr val="202124"/>
                          </a:solidFill>
                          <a:latin typeface="Calibri"/>
                          <a:ea typeface="Calibri"/>
                          <a:cs typeface="Calibri"/>
                        </a:rPr>
                        <a:t>126</a:t>
                      </a:r>
                    </a:p>
                  </a:txBody>
                  <a:tcPr marL="91440" marR="91440" marT="45720" marB="45720">
                    <a:solidFill>
                      <a:srgbClr val="FFFFFF"/>
                    </a:solidFill>
                  </a:tcPr>
                </a:tc>
                <a:tc>
                  <a:txBody>
                    <a:bodyPr/>
                    <a:lstStyle/>
                    <a:p>
                      <a:r>
                        <a:rPr sz="1875" b="0">
                          <a:solidFill>
                            <a:srgbClr val="202124"/>
                          </a:solidFill>
                          <a:latin typeface="Calibri"/>
                          <a:ea typeface="Calibri"/>
                          <a:cs typeface="Calibri"/>
                        </a:rPr>
                        <a:t>63</a:t>
                      </a:r>
                    </a:p>
                  </a:txBody>
                  <a:tcPr marL="91440" marR="91440" marT="45720" marB="45720">
                    <a:solidFill>
                      <a:srgbClr val="FFFFFF"/>
                    </a:solidFill>
                  </a:tcPr>
                </a:tc>
                <a:tc>
                  <a:txBody>
                    <a:bodyPr/>
                    <a:lstStyle/>
                    <a:p>
                      <a:r>
                        <a:rPr sz="1875" b="0">
                          <a:solidFill>
                            <a:srgbClr val="202124"/>
                          </a:solidFill>
                          <a:latin typeface="Calibri"/>
                          <a:ea typeface="Calibri"/>
                          <a:cs typeface="Calibri"/>
                        </a:rPr>
                        <a:t>3.00</a:t>
                      </a:r>
                    </a:p>
                  </a:txBody>
                  <a:tcPr marL="91440" marR="91440" marT="45720" marB="45720">
                    <a:solidFill>
                      <a:srgbClr val="FFFFFF"/>
                    </a:solidFill>
                  </a:tcPr>
                </a:tc>
                <a:tc>
                  <a:txBody>
                    <a:bodyPr/>
                    <a:lstStyle/>
                    <a:p>
                      <a:r>
                        <a:rPr sz="1875" b="0">
                          <a:solidFill>
                            <a:srgbClr val="202124"/>
                          </a:solidFill>
                          <a:latin typeface="Calibri"/>
                          <a:ea typeface="Calibri"/>
                          <a:cs typeface="Calibri"/>
                        </a:rPr>
                        <a:t>Yes</a:t>
                      </a:r>
                    </a:p>
                  </a:txBody>
                  <a:tcPr marL="91440" marR="91440" marT="45720" marB="45720">
                    <a:solidFill>
                      <a:srgbClr val="FFFFFF"/>
                    </a:solidFill>
                  </a:tcPr>
                </a:tc>
              </a:tr>
              <a:tr h="647700">
                <a:tc>
                  <a:txBody>
                    <a:bodyPr/>
                    <a:lstStyle/>
                    <a:p>
                      <a:r>
                        <a:rPr sz="1875" b="0">
                          <a:solidFill>
                            <a:srgbClr val="202124"/>
                          </a:solidFill>
                          <a:latin typeface="Calibri"/>
                          <a:ea typeface="Calibri"/>
                          <a:cs typeface="Calibri"/>
                        </a:rPr>
                        <a:t>72</a:t>
                      </a:r>
                    </a:p>
                  </a:txBody>
                  <a:tcPr marL="91440" marR="91440" marT="45720" marB="45720">
                    <a:solidFill>
                      <a:srgbClr val="F5F6F7"/>
                    </a:solidFill>
                  </a:tcPr>
                </a:tc>
                <a:tc>
                  <a:txBody>
                    <a:bodyPr/>
                    <a:lstStyle/>
                    <a:p>
                      <a:r>
                        <a:rPr sz="1875" b="0">
                          <a:solidFill>
                            <a:srgbClr val="202124"/>
                          </a:solidFill>
                          <a:latin typeface="Calibri"/>
                          <a:ea typeface="Calibri"/>
                          <a:cs typeface="Calibri"/>
                        </a:rPr>
                        <a:t>36</a:t>
                      </a:r>
                    </a:p>
                  </a:txBody>
                  <a:tcPr marL="91440" marR="91440" marT="45720" marB="45720">
                    <a:solidFill>
                      <a:srgbClr val="F5F6F7"/>
                    </a:solidFill>
                  </a:tcPr>
                </a:tc>
                <a:tc>
                  <a:txBody>
                    <a:bodyPr/>
                    <a:lstStyle/>
                    <a:p>
                      <a:r>
                        <a:rPr sz="1875" b="0">
                          <a:solidFill>
                            <a:srgbClr val="202124"/>
                          </a:solidFill>
                          <a:latin typeface="Calibri"/>
                          <a:ea typeface="Calibri"/>
                          <a:cs typeface="Calibri"/>
                        </a:rPr>
                        <a:t>1.71</a:t>
                      </a:r>
                    </a:p>
                  </a:txBody>
                  <a:tcPr marL="91440" marR="91440" marT="45720" marB="45720">
                    <a:solidFill>
                      <a:srgbClr val="F5F6F7"/>
                    </a:solidFill>
                  </a:tcPr>
                </a:tc>
                <a:tc>
                  <a:txBody>
                    <a:bodyPr/>
                    <a:lstStyle/>
                    <a:p>
                      <a:r>
                        <a:rPr sz="1875" b="0">
                          <a:solidFill>
                            <a:srgbClr val="202124"/>
                          </a:solidFill>
                          <a:latin typeface="Calibri"/>
                          <a:ea typeface="Calibri"/>
                          <a:cs typeface="Calibri"/>
                        </a:rPr>
                        <a:t>No: 42 Hz aliases</a:t>
                      </a:r>
                    </a:p>
                  </a:txBody>
                  <a:tcPr marL="91440" marR="91440" marT="45720" marB="45720">
                    <a:solidFill>
                      <a:srgbClr val="F5F6F7"/>
                    </a:solidFill>
                  </a:tcPr>
                </a:tc>
              </a:tr>
              <a:tr h="647700">
                <a:tc>
                  <a:txBody>
                    <a:bodyPr/>
                    <a:lstStyle/>
                    <a:p>
                      <a:r>
                        <a:rPr sz="1875" b="0">
                          <a:solidFill>
                            <a:srgbClr val="202124"/>
                          </a:solidFill>
                          <a:latin typeface="Calibri"/>
                          <a:ea typeface="Calibri"/>
                          <a:cs typeface="Calibri"/>
                        </a:rPr>
                        <a:t>48</a:t>
                      </a:r>
                    </a:p>
                  </a:txBody>
                  <a:tcPr marL="91440" marR="91440" marT="45720" marB="45720">
                    <a:solidFill>
                      <a:srgbClr val="FFFFFF"/>
                    </a:solidFill>
                  </a:tcPr>
                </a:tc>
                <a:tc>
                  <a:txBody>
                    <a:bodyPr/>
                    <a:lstStyle/>
                    <a:p>
                      <a:r>
                        <a:rPr sz="1875" b="0">
                          <a:solidFill>
                            <a:srgbClr val="202124"/>
                          </a:solidFill>
                          <a:latin typeface="Calibri"/>
                          <a:ea typeface="Calibri"/>
                          <a:cs typeface="Calibri"/>
                        </a:rPr>
                        <a:t>24</a:t>
                      </a:r>
                    </a:p>
                  </a:txBody>
                  <a:tcPr marL="91440" marR="91440" marT="45720" marB="45720">
                    <a:solidFill>
                      <a:srgbClr val="FFFFFF"/>
                    </a:solidFill>
                  </a:tcPr>
                </a:tc>
                <a:tc>
                  <a:txBody>
                    <a:bodyPr/>
                    <a:lstStyle/>
                    <a:p>
                      <a:r>
                        <a:rPr sz="1875" b="0">
                          <a:solidFill>
                            <a:srgbClr val="202124"/>
                          </a:solidFill>
                          <a:latin typeface="Calibri"/>
                          <a:ea typeface="Calibri"/>
                          <a:cs typeface="Calibri"/>
                        </a:rPr>
                        <a:t>1.14</a:t>
                      </a:r>
                    </a:p>
                  </a:txBody>
                  <a:tcPr marL="91440" marR="91440" marT="45720" marB="45720">
                    <a:solidFill>
                      <a:srgbClr val="FFFFFF"/>
                    </a:solidFill>
                  </a:tcPr>
                </a:tc>
                <a:tc>
                  <a:txBody>
                    <a:bodyPr/>
                    <a:lstStyle/>
                    <a:p>
                      <a:r>
                        <a:rPr sz="1875" b="0">
                          <a:solidFill>
                            <a:srgbClr val="202124"/>
                          </a:solidFill>
                          <a:latin typeface="Calibri"/>
                          <a:ea typeface="Calibri"/>
                          <a:cs typeface="Calibri"/>
                        </a:rPr>
                        <a:t>No: 42 Hz aliases</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A24D6775-B7E6-46E1-8B3F-2C15B5C35511}"/>
              </a:ext>
            </a:extLst>
          </p:cNvPr>
          <p:cNvSpPr>
            <a:spLocks xmlns:a="http://schemas.openxmlformats.org/drawingml/2006/main" noGrp="1"/>
          </p:cNvSpPr>
          <p:nvPr/>
        </p:nvSpPr>
        <p:spPr>
          <a:xfrm xmlns:a="http://schemas.openxmlformats.org/drawingml/2006/main">
            <a:off x="666750" y="54292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The smaller 42 Hz component still sets f_max = 42 Hz.</a:t>
            </a:r>
          </a:p>
        </p:txBody>
      </p:sp>
      <p:sp>
        <p:nvSpPr>
          <p:cNvPr id="6" name="text">
            <a:extLst xmlns:a="http://schemas.openxmlformats.org/drawingml/2006/main">
              <a:ext uri="{FF2B5EF4-FFF2-40B4-BE49-F238E27FC236}">
                <a16:creationId xmlns:a16="http://schemas.microsoft.com/office/drawing/2014/main" id="{A96BDB03-3B80-4BAD-A7BD-6274968B0CD8}"/>
              </a:ext>
            </a:extLst>
          </p:cNvPr>
          <p:cNvSpPr>
            <a:spLocks xmlns:a="http://schemas.openxmlformats.org/drawingml/2006/main" noGrp="1"/>
          </p:cNvSpPr>
          <p:nvPr/>
        </p:nvSpPr>
        <p:spPr>
          <a:xfrm xmlns:a="http://schemas.openxmlformats.org/drawingml/2006/main">
            <a:off x="666750" y="59436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A small amplitude does not remove the need to sample that frequency correctly.</a:t>
            </a:r>
          </a:p>
        </p:txBody>
      </p:sp>
    </p:spTree>
    <p:extLst>
      <p:ext uri="{BB962C8B-B14F-4D97-AF65-F5344CB8AC3E}">
        <p14:creationId xmlns:p14="http://schemas.microsoft.com/office/powerpoint/2010/main" val="5134158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4EAEB3B9-1AD2-4689-A347-DA47C962BD0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E5D2F65-CBA8-4E2F-859D-518C9A2B7A2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two waves fit the same samples</a:t>
            </a:r>
          </a:p>
        </p:txBody>
      </p:sp>
      <p:sp>
        <p:nvSpPr>
          <p:cNvPr id="3" name="page">
            <a:extLst xmlns:a="http://schemas.openxmlformats.org/drawingml/2006/main">
              <a:ext uri="{FF2B5EF4-FFF2-40B4-BE49-F238E27FC236}">
                <a16:creationId xmlns:a16="http://schemas.microsoft.com/office/drawing/2014/main" id="{E3173052-B5C2-4136-977F-0D72C7E5D302}"/>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62e49e34f4c54e06"/>
          </a:graphicData>
        </a:graphic>
      </p:graphicFrame>
      <p:sp>
        <p:nvSpPr>
          <p:cNvPr id="5" name="text">
            <a:extLst xmlns:a="http://schemas.openxmlformats.org/drawingml/2006/main">
              <a:ext uri="{FF2B5EF4-FFF2-40B4-BE49-F238E27FC236}">
                <a16:creationId xmlns:a16="http://schemas.microsoft.com/office/drawing/2014/main" id="{77E619B2-5E3B-4BF2-BEEB-F1F580BF7EED}"/>
              </a:ext>
            </a:extLst>
          </p:cNvPr>
          <p:cNvSpPr>
            <a:spLocks xmlns:a="http://schemas.openxmlformats.org/drawingml/2006/main" noGrp="1"/>
          </p:cNvSpPr>
          <p:nvPr/>
        </p:nvSpPr>
        <p:spPr>
          <a:xfrm xmlns:a="http://schemas.openxmlformats.org/drawingml/2006/main">
            <a:off x="666750" y="5524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Both waves give the same sample values at fs = 48 Hz</a:t>
            </a:r>
          </a:p>
        </p:txBody>
      </p:sp>
      <p:sp>
        <p:nvSpPr>
          <p:cNvPr id="6" name="text">
            <a:extLst xmlns:a="http://schemas.openxmlformats.org/drawingml/2006/main">
              <a:ext uri="{FF2B5EF4-FFF2-40B4-BE49-F238E27FC236}">
                <a16:creationId xmlns:a16="http://schemas.microsoft.com/office/drawing/2014/main" id="{049009F4-9A3F-462B-A78B-89EC6D8F6EB9}"/>
              </a:ext>
            </a:extLst>
          </p:cNvPr>
          <p:cNvSpPr>
            <a:spLocks xmlns:a="http://schemas.openxmlformats.org/drawingml/2006/main" noGrp="1"/>
          </p:cNvSpPr>
          <p:nvPr/>
        </p:nvSpPr>
        <p:spPr>
          <a:xfrm xmlns:a="http://schemas.openxmlformats.org/drawingml/2006/main">
            <a:off x="666750" y="60007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42 Hz folds to |42 − 48| = 6 Hz. The signal itself has not changed.</a:t>
            </a:r>
          </a:p>
        </p:txBody>
      </p:sp>
    </p:spTree>
    <p:extLst>
      <p:ext uri="{BB962C8B-B14F-4D97-AF65-F5344CB8AC3E}">
        <p14:creationId xmlns:p14="http://schemas.microsoft.com/office/powerpoint/2010/main" val="2699894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C464FF93-81A5-4417-AA43-D1E4326A7AB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9D0D280-55CD-4C40-9691-A6C567BD8E0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Predicting an alias frequency</a:t>
            </a:r>
          </a:p>
        </p:txBody>
      </p:sp>
      <p:sp>
        <p:nvSpPr>
          <p:cNvPr id="3" name="page">
            <a:extLst xmlns:a="http://schemas.openxmlformats.org/drawingml/2006/main">
              <a:ext uri="{FF2B5EF4-FFF2-40B4-BE49-F238E27FC236}">
                <a16:creationId xmlns:a16="http://schemas.microsoft.com/office/drawing/2014/main" id="{0427CF5B-BB17-4525-B9CE-B9DA5DEE3D5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A3A7C682-59B7-4312-976C-DD8FE61F14B5}"/>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FIRST CHECK THE LIMIT</a:t>
            </a:r>
          </a:p>
        </p:txBody>
      </p:sp>
      <p:sp>
        <p:nvSpPr>
          <p:cNvPr id="5" name="text">
            <a:extLst xmlns:a="http://schemas.openxmlformats.org/drawingml/2006/main">
              <a:ext uri="{FF2B5EF4-FFF2-40B4-BE49-F238E27FC236}">
                <a16:creationId xmlns:a16="http://schemas.microsoft.com/office/drawing/2014/main" id="{1B8143C6-3571-4C47-8F9B-B4B4FB658B2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EXAMPLES FROM THIS NOTEBOOK</a:t>
            </a:r>
          </a:p>
        </p:txBody>
      </p:sp>
      <p:sp>
        <p:nvSpPr>
          <p:cNvPr id="6" name="text">
            <a:extLst xmlns:a="http://schemas.openxmlformats.org/drawingml/2006/main">
              <a:ext uri="{FF2B5EF4-FFF2-40B4-BE49-F238E27FC236}">
                <a16:creationId xmlns:a16="http://schemas.microsoft.com/office/drawing/2014/main" id="{A7DC99C0-752C-47C7-96A2-48C9554F43A2}"/>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Compute f_N = f_s / 2.</a:t>
            </a:r>
          </a:p>
        </p:txBody>
      </p:sp>
      <p:sp>
        <p:nvSpPr>
          <p:cNvPr id="7" name="text">
            <a:extLst xmlns:a="http://schemas.openxmlformats.org/drawingml/2006/main">
              <a:ext uri="{FF2B5EF4-FFF2-40B4-BE49-F238E27FC236}">
                <a16:creationId xmlns:a16="http://schemas.microsoft.com/office/drawing/2014/main" id="{9FE56C5D-93D0-45BC-A7E5-AD99CA87FA3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If 0 ≤ f_signal &lt; f_N, keep its frequency.</a:t>
            </a:r>
          </a:p>
        </p:txBody>
      </p:sp>
      <p:sp>
        <p:nvSpPr>
          <p:cNvPr id="8" name="text">
            <a:extLst xmlns:a="http://schemas.openxmlformats.org/drawingml/2006/main">
              <a:ext uri="{FF2B5EF4-FFF2-40B4-BE49-F238E27FC236}">
                <a16:creationId xmlns:a16="http://schemas.microsoft.com/office/drawing/2014/main" id="{7FFD6937-9AB8-40F5-B80D-4D769FB063F2}"/>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f_N &lt; f_signal &lt; f_s:</a:t>
            </a:r>
          </a:p>
        </p:txBody>
      </p:sp>
      <p:sp>
        <p:nvSpPr>
          <p:cNvPr id="9" name="text">
            <a:extLst xmlns:a="http://schemas.openxmlformats.org/drawingml/2006/main">
              <a:ext uri="{FF2B5EF4-FFF2-40B4-BE49-F238E27FC236}">
                <a16:creationId xmlns:a16="http://schemas.microsoft.com/office/drawing/2014/main" id="{8EF69059-6139-4EE8-964B-FCA07492B798}"/>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f_alias = f_s − f_signal.</a:t>
            </a:r>
          </a:p>
        </p:txBody>
      </p:sp>
      <p:sp>
        <p:nvSpPr>
          <p:cNvPr id="10" name="text">
            <a:extLst xmlns:a="http://schemas.openxmlformats.org/drawingml/2006/main">
              <a:ext uri="{FF2B5EF4-FFF2-40B4-BE49-F238E27FC236}">
                <a16:creationId xmlns:a16="http://schemas.microsoft.com/office/drawing/2014/main" id="{69E78D62-8566-458A-AAA5-02FD22E47D5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42 Hz at f_s = 72: f_N = 36 Hz.</a:t>
            </a:r>
          </a:p>
        </p:txBody>
      </p:sp>
      <p:sp>
        <p:nvSpPr>
          <p:cNvPr id="11" name="text">
            <a:extLst xmlns:a="http://schemas.openxmlformats.org/drawingml/2006/main">
              <a:ext uri="{FF2B5EF4-FFF2-40B4-BE49-F238E27FC236}">
                <a16:creationId xmlns:a16="http://schemas.microsoft.com/office/drawing/2014/main" id="{5079E069-231C-4C69-A691-31DBCC211F41}"/>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f_alias = 72 − 42 = 30 Hz.</a:t>
            </a:r>
          </a:p>
        </p:txBody>
      </p:sp>
      <p:sp>
        <p:nvSpPr>
          <p:cNvPr id="12" name="text">
            <a:extLst xmlns:a="http://schemas.openxmlformats.org/drawingml/2006/main">
              <a:ext uri="{FF2B5EF4-FFF2-40B4-BE49-F238E27FC236}">
                <a16:creationId xmlns:a16="http://schemas.microsoft.com/office/drawing/2014/main" id="{33719E4B-39E9-4E80-BD5F-98A455FB7A72}"/>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42 Hz at f_s = 48: f_N = 24 Hz.</a:t>
            </a:r>
          </a:p>
        </p:txBody>
      </p:sp>
      <p:sp>
        <p:nvSpPr>
          <p:cNvPr id="13" name="text">
            <a:extLst xmlns:a="http://schemas.openxmlformats.org/drawingml/2006/main">
              <a:ext uri="{FF2B5EF4-FFF2-40B4-BE49-F238E27FC236}">
                <a16:creationId xmlns:a16="http://schemas.microsoft.com/office/drawing/2014/main" id="{D86A53D1-9B97-4F0B-852E-E0F2A2B237E6}"/>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f_alias = 48 − 42 = 6 Hz.</a:t>
            </a:r>
          </a:p>
        </p:txBody>
      </p:sp>
    </p:spTree>
    <p:extLst>
      <p:ext uri="{BB962C8B-B14F-4D97-AF65-F5344CB8AC3E}">
        <p14:creationId xmlns:p14="http://schemas.microsoft.com/office/powerpoint/2010/main" val="73838422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00874A95-C04A-4F55-B4B4-5E7DC98E2B7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56D9260-0314-4E6C-AB65-7A9855EC7F3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Preventing aliasing during acquisition</a:t>
            </a:r>
          </a:p>
        </p:txBody>
      </p:sp>
      <p:sp>
        <p:nvSpPr>
          <p:cNvPr id="3" name="page">
            <a:extLst xmlns:a="http://schemas.openxmlformats.org/drawingml/2006/main">
              <a:ext uri="{FF2B5EF4-FFF2-40B4-BE49-F238E27FC236}">
                <a16:creationId xmlns:a16="http://schemas.microsoft.com/office/drawing/2014/main" id="{19BAA0FD-3658-44C7-AB3E-28FA1A348F9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7BFAA168-5895-4C11-BF95-240EDB3D90E5}"/>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C8984653-D9FC-4390-87AC-B0614E493C58}"/>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Estimate the highest frequency in the input, including unwanted high-frequency content.</a:t>
            </a:r>
          </a:p>
        </p:txBody>
      </p:sp>
      <p:sp>
        <p:nvSpPr>
          <p:cNvPr id="6" name="text">
            <a:extLst xmlns:a="http://schemas.openxmlformats.org/drawingml/2006/main">
              <a:ext uri="{FF2B5EF4-FFF2-40B4-BE49-F238E27FC236}">
                <a16:creationId xmlns:a16="http://schemas.microsoft.com/office/drawing/2014/main" id="{E14F6E07-F471-44AF-A31D-1A32A5B3BAF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52BB24C5-71C0-4870-8DA7-577B9AA027CE}"/>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sampling rate above twice that frequency, with practical margin.</a:t>
            </a:r>
          </a:p>
        </p:txBody>
      </p:sp>
      <p:sp>
        <p:nvSpPr>
          <p:cNvPr id="8" name="text">
            <a:extLst xmlns:a="http://schemas.openxmlformats.org/drawingml/2006/main">
              <a:ext uri="{FF2B5EF4-FFF2-40B4-BE49-F238E27FC236}">
                <a16:creationId xmlns:a16="http://schemas.microsoft.com/office/drawing/2014/main" id="{FC1759D0-6AEC-47B7-9869-DD5AC75D9A7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5EFE1A1B-D263-40BD-86E2-159821296440}"/>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An analog low-pass filter reduces unwanted frequencies before sampling.</a:t>
            </a:r>
          </a:p>
        </p:txBody>
      </p:sp>
      <p:sp>
        <p:nvSpPr>
          <p:cNvPr id="10" name="text">
            <a:extLst xmlns:a="http://schemas.openxmlformats.org/drawingml/2006/main">
              <a:ext uri="{FF2B5EF4-FFF2-40B4-BE49-F238E27FC236}">
                <a16:creationId xmlns:a16="http://schemas.microsoft.com/office/drawing/2014/main" id="{F6E91FB4-FB6F-432E-BEE8-EF65BE5C6081}"/>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FC3082D3-F69E-46D3-95B6-77136986E579}"/>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After aliasing occurs, an FFT or a smoother plot cannot restore the lost information.</a:t>
            </a:r>
          </a:p>
        </p:txBody>
      </p:sp>
    </p:spTree>
    <p:extLst>
      <p:ext uri="{BB962C8B-B14F-4D97-AF65-F5344CB8AC3E}">
        <p14:creationId xmlns:p14="http://schemas.microsoft.com/office/powerpoint/2010/main" val="63311924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0952D22E-7AF9-4713-BDE4-EE6168131D0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329841A-8B87-4B8D-9E6C-E8E5D70A8E2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waveform and a spectrum answer different questions</a:t>
            </a:r>
          </a:p>
        </p:txBody>
      </p:sp>
      <p:sp>
        <p:nvSpPr>
          <p:cNvPr id="3" name="page">
            <a:extLst xmlns:a="http://schemas.openxmlformats.org/drawingml/2006/main">
              <a:ext uri="{FF2B5EF4-FFF2-40B4-BE49-F238E27FC236}">
                <a16:creationId xmlns:a16="http://schemas.microsoft.com/office/drawing/2014/main" id="{1A803677-F06A-4CF5-83C1-BF20C2D4E7A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graphicFrame>
        <p:nvGraphicFramePr>
          <p:cNvPr id="10" name="Chart"/>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0fba5c7937214797"/>
          </a:graphicData>
        </a:graphic>
      </p:graphicFrame>
      <p:sp>
        <p:nvSpPr>
          <p:cNvPr id="5" name="text">
            <a:extLst xmlns:a="http://schemas.openxmlformats.org/drawingml/2006/main">
              <a:ext uri="{FF2B5EF4-FFF2-40B4-BE49-F238E27FC236}">
                <a16:creationId xmlns:a16="http://schemas.microsoft.com/office/drawing/2014/main" id="{7D29D26D-DF0A-4020-8863-22AB09D5B99E}"/>
              </a:ext>
            </a:extLst>
          </p:cNvPr>
          <p:cNvSpPr>
            <a:spLocks xmlns:a="http://schemas.openxmlformats.org/drawingml/2006/main" noGrp="1"/>
          </p:cNvSpPr>
          <p:nvPr/>
        </p:nvSpPr>
        <p:spPr>
          <a:xfrm xmlns:a="http://schemas.openxmlformats.org/drawingml/2006/main">
            <a:off x="666750" y="5572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18 Hz peak: 1.20 V. 42 Hz peak: 0.45 V. Same samples, another view.</a:t>
            </a:r>
          </a:p>
        </p:txBody>
      </p:sp>
      <p:sp>
        <p:nvSpPr>
          <p:cNvPr id="6" name="text">
            <a:extLst xmlns:a="http://schemas.openxmlformats.org/drawingml/2006/main">
              <a:ext uri="{FF2B5EF4-FFF2-40B4-BE49-F238E27FC236}">
                <a16:creationId xmlns:a16="http://schemas.microsoft.com/office/drawing/2014/main" id="{95D0B658-4E60-4EE0-B1CA-A2FD6B15DF11}"/>
              </a:ext>
            </a:extLst>
          </p:cNvPr>
          <p:cNvSpPr>
            <a:spLocks xmlns:a="http://schemas.openxmlformats.org/drawingml/2006/main" noGrp="1"/>
          </p:cNvSpPr>
          <p:nvPr/>
        </p:nvSpPr>
        <p:spPr>
          <a:xfrm xmlns:a="http://schemas.openxmlformats.org/drawingml/2006/main">
            <a:off x="666750" y="60769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Calculated from 336 samples in 1 s. Both tones complete whole cycles; no taper in this example.</a:t>
            </a:r>
          </a:p>
        </p:txBody>
      </p:sp>
    </p:spTree>
    <p:extLst>
      <p:ext uri="{BB962C8B-B14F-4D97-AF65-F5344CB8AC3E}">
        <p14:creationId xmlns:p14="http://schemas.microsoft.com/office/powerpoint/2010/main" val="37951955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D55F8716-F0F3-48D3-A790-C398289980A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42F3C63-CBD2-4DC7-A331-31BD57EE208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an FFT peak</a:t>
            </a:r>
          </a:p>
        </p:txBody>
      </p:sp>
      <p:sp>
        <p:nvSpPr>
          <p:cNvPr id="3" name="page">
            <a:extLst xmlns:a="http://schemas.openxmlformats.org/drawingml/2006/main">
              <a:ext uri="{FF2B5EF4-FFF2-40B4-BE49-F238E27FC236}">
                <a16:creationId xmlns:a16="http://schemas.microsoft.com/office/drawing/2014/main" id="{66EFE0B1-137F-4970-9290-3C6BD39B18C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FE029DE5-4691-484B-88C9-0F442CD63FEA}"/>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HORIZONTAL POSITION</a:t>
            </a:r>
          </a:p>
        </p:txBody>
      </p:sp>
      <p:sp>
        <p:nvSpPr>
          <p:cNvPr id="5" name="text">
            <a:extLst xmlns:a="http://schemas.openxmlformats.org/drawingml/2006/main">
              <a:ext uri="{FF2B5EF4-FFF2-40B4-BE49-F238E27FC236}">
                <a16:creationId xmlns:a16="http://schemas.microsoft.com/office/drawing/2014/main" id="{FEA05378-8B88-4746-9835-5CB57ECACDB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VERTICAL HEIGHT</a:t>
            </a:r>
          </a:p>
        </p:txBody>
      </p:sp>
      <p:sp>
        <p:nvSpPr>
          <p:cNvPr id="6" name="text">
            <a:extLst xmlns:a="http://schemas.openxmlformats.org/drawingml/2006/main">
              <a:ext uri="{FF2B5EF4-FFF2-40B4-BE49-F238E27FC236}">
                <a16:creationId xmlns:a16="http://schemas.microsoft.com/office/drawing/2014/main" id="{50945FEE-8911-4763-98F7-5AC792256C9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x-axis is frequency in Hz.</a:t>
            </a:r>
          </a:p>
        </p:txBody>
      </p:sp>
      <p:sp>
        <p:nvSpPr>
          <p:cNvPr id="7" name="text">
            <a:extLst xmlns:a="http://schemas.openxmlformats.org/drawingml/2006/main">
              <a:ext uri="{FF2B5EF4-FFF2-40B4-BE49-F238E27FC236}">
                <a16:creationId xmlns:a16="http://schemas.microsoft.com/office/drawing/2014/main" id="{D91C928F-33DE-42CE-840B-9D2EB94F8583}"/>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peak at 18 Hz means 18 cycles/s.</a:t>
            </a:r>
          </a:p>
        </p:txBody>
      </p:sp>
      <p:sp>
        <p:nvSpPr>
          <p:cNvPr id="8" name="text">
            <a:extLst xmlns:a="http://schemas.openxmlformats.org/drawingml/2006/main">
              <a:ext uri="{FF2B5EF4-FFF2-40B4-BE49-F238E27FC236}">
                <a16:creationId xmlns:a16="http://schemas.microsoft.com/office/drawing/2014/main" id="{C17529E1-A101-47A7-A529-8C5093D0EC23}"/>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axis is not time.</a:t>
            </a:r>
          </a:p>
        </p:txBody>
      </p:sp>
      <p:sp>
        <p:nvSpPr>
          <p:cNvPr id="9" name="text">
            <a:extLst xmlns:a="http://schemas.openxmlformats.org/drawingml/2006/main">
              <a:ext uri="{FF2B5EF4-FFF2-40B4-BE49-F238E27FC236}">
                <a16:creationId xmlns:a16="http://schemas.microsoft.com/office/drawing/2014/main" id="{68B1EF6D-3674-483A-B0DF-DF60C251C520}"/>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 is not the recorder sampling rate.</a:t>
            </a:r>
          </a:p>
        </p:txBody>
      </p:sp>
      <p:sp>
        <p:nvSpPr>
          <p:cNvPr id="10" name="text">
            <a:extLst xmlns:a="http://schemas.openxmlformats.org/drawingml/2006/main">
              <a:ext uri="{FF2B5EF4-FFF2-40B4-BE49-F238E27FC236}">
                <a16:creationId xmlns:a16="http://schemas.microsoft.com/office/drawing/2014/main" id="{2A956A04-DE0E-4666-901A-259E2E40CD6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Here the y-axis is amplitude in volts.</a:t>
            </a:r>
          </a:p>
        </p:txBody>
      </p:sp>
      <p:sp>
        <p:nvSpPr>
          <p:cNvPr id="11" name="text">
            <a:extLst xmlns:a="http://schemas.openxmlformats.org/drawingml/2006/main">
              <a:ext uri="{FF2B5EF4-FFF2-40B4-BE49-F238E27FC236}">
                <a16:creationId xmlns:a16="http://schemas.microsoft.com/office/drawing/2014/main" id="{1B82D176-78AF-4513-966A-ED63A69CEB86}"/>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18 Hz peak is about 1.20 V.</a:t>
            </a:r>
          </a:p>
        </p:txBody>
      </p:sp>
      <p:sp>
        <p:nvSpPr>
          <p:cNvPr id="12" name="text">
            <a:extLst xmlns:a="http://schemas.openxmlformats.org/drawingml/2006/main">
              <a:ext uri="{FF2B5EF4-FFF2-40B4-BE49-F238E27FC236}">
                <a16:creationId xmlns:a16="http://schemas.microsoft.com/office/drawing/2014/main" id="{A415B9E4-86A9-40B6-8071-7472DE1A53FF}"/>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is peak amplitude, not RMS.</a:t>
            </a:r>
          </a:p>
        </p:txBody>
      </p:sp>
      <p:sp>
        <p:nvSpPr>
          <p:cNvPr id="13" name="text">
            <a:extLst xmlns:a="http://schemas.openxmlformats.org/drawingml/2006/main">
              <a:ext uri="{FF2B5EF4-FFF2-40B4-BE49-F238E27FC236}">
                <a16:creationId xmlns:a16="http://schemas.microsoft.com/office/drawing/2014/main" id="{CA76291C-6BA1-44FE-9483-1BAEFB5A6421}"/>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Its single-tone RMS is 1.20/√2 V.</a:t>
            </a:r>
          </a:p>
        </p:txBody>
      </p:sp>
    </p:spTree>
    <p:extLst>
      <p:ext uri="{BB962C8B-B14F-4D97-AF65-F5344CB8AC3E}">
        <p14:creationId xmlns:p14="http://schemas.microsoft.com/office/powerpoint/2010/main" val="154261908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6982939-8AE6-457D-9F0E-D40E4EB28D2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251A32A-840C-4CEF-B1E4-6AAEBD7D47E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Correct RMS does not guarantee correct frequency</a:t>
            </a:r>
          </a:p>
        </p:txBody>
      </p:sp>
      <p:sp>
        <p:nvSpPr>
          <p:cNvPr id="3" name="page">
            <a:extLst xmlns:a="http://schemas.openxmlformats.org/drawingml/2006/main">
              <a:ext uri="{FF2B5EF4-FFF2-40B4-BE49-F238E27FC236}">
                <a16:creationId xmlns:a16="http://schemas.microsoft.com/office/drawing/2014/main" id="{3F87E3C8-0204-4D37-9C3B-D144854524B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FDA1D6F6-C0C6-46DF-A749-1BC3A4966805}"/>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 SUMMARIZES SIGNAL SIZE</a:t>
            </a:r>
          </a:p>
        </p:txBody>
      </p:sp>
      <p:sp>
        <p:nvSpPr>
          <p:cNvPr id="5" name="text">
            <a:extLst xmlns:a="http://schemas.openxmlformats.org/drawingml/2006/main">
              <a:ext uri="{FF2B5EF4-FFF2-40B4-BE49-F238E27FC236}">
                <a16:creationId xmlns:a16="http://schemas.microsoft.com/office/drawing/2014/main" id="{6F8D94BD-3F2F-4C5F-B128-18DD85013CB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NOTEBOOK COMPARISON</a:t>
            </a:r>
          </a:p>
        </p:txBody>
      </p:sp>
      <p:sp>
        <p:nvSpPr>
          <p:cNvPr id="6" name="text">
            <a:extLst xmlns:a="http://schemas.openxmlformats.org/drawingml/2006/main">
              <a:ext uri="{FF2B5EF4-FFF2-40B4-BE49-F238E27FC236}">
                <a16:creationId xmlns:a16="http://schemas.microsoft.com/office/drawing/2014/main" id="{F5C62FBC-809A-4174-B943-50DD5CFE15B9}"/>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Square each value, average, then take a square root.</a:t>
            </a:r>
          </a:p>
        </p:txBody>
      </p:sp>
      <p:sp>
        <p:nvSpPr>
          <p:cNvPr id="7" name="text">
            <a:extLst xmlns:a="http://schemas.openxmlformats.org/drawingml/2006/main">
              <a:ext uri="{FF2B5EF4-FFF2-40B4-BE49-F238E27FC236}">
                <a16:creationId xmlns:a16="http://schemas.microsoft.com/office/drawing/2014/main" id="{04632DE0-A7C3-4F33-8400-6A197730BFE7}"/>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 compresses the record into one number.</a:t>
            </a:r>
          </a:p>
        </p:txBody>
      </p:sp>
      <p:sp>
        <p:nvSpPr>
          <p:cNvPr id="8" name="text">
            <a:extLst xmlns:a="http://schemas.openxmlformats.org/drawingml/2006/main">
              <a:ext uri="{FF2B5EF4-FFF2-40B4-BE49-F238E27FC236}">
                <a16:creationId xmlns:a16="http://schemas.microsoft.com/office/drawing/2014/main" id="{0FE222FC-AE91-4462-A0A3-A36C028CC5B0}"/>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 does not say how fast the wave repeats.</a:t>
            </a:r>
          </a:p>
        </p:txBody>
      </p:sp>
      <p:sp>
        <p:nvSpPr>
          <p:cNvPr id="9" name="text">
            <a:extLst xmlns:a="http://schemas.openxmlformats.org/drawingml/2006/main">
              <a:ext uri="{FF2B5EF4-FFF2-40B4-BE49-F238E27FC236}">
                <a16:creationId xmlns:a16="http://schemas.microsoft.com/office/drawing/2014/main" id="{E79347C7-DC4A-4C28-A743-9282FB86B50E}"/>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An aliased record can still have nearly the expected RMS.</a:t>
            </a:r>
          </a:p>
        </p:txBody>
      </p:sp>
      <p:sp>
        <p:nvSpPr>
          <p:cNvPr id="10" name="text">
            <a:extLst xmlns:a="http://schemas.openxmlformats.org/drawingml/2006/main">
              <a:ext uri="{FF2B5EF4-FFF2-40B4-BE49-F238E27FC236}">
                <a16:creationId xmlns:a16="http://schemas.microsoft.com/office/drawing/2014/main" id="{619CCF88-5BCA-4F6E-A723-7F4A6913E3E6}"/>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Check the waveform and the FFT peaks as well as the mean and RMS.</a:t>
            </a:r>
          </a:p>
        </p:txBody>
      </p:sp>
    </p:spTree>
    <p:extLst>
      <p:ext uri="{BB962C8B-B14F-4D97-AF65-F5344CB8AC3E}">
        <p14:creationId xmlns:p14="http://schemas.microsoft.com/office/powerpoint/2010/main" val="45939012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E15F59E9-9064-483A-805B-7AC1847C3ED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01DE5EB-1F66-4CCC-8236-769B9F14C89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Record duration and FFT frequency bins</a:t>
            </a:r>
          </a:p>
        </p:txBody>
      </p:sp>
      <p:sp>
        <p:nvSpPr>
          <p:cNvPr id="3" name="page">
            <a:extLst xmlns:a="http://schemas.openxmlformats.org/drawingml/2006/main">
              <a:ext uri="{FF2B5EF4-FFF2-40B4-BE49-F238E27FC236}">
                <a16:creationId xmlns:a16="http://schemas.microsoft.com/office/drawing/2014/main" id="{A47896DA-2B75-4B3C-A465-22A2F57AB03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
        <p:nvSpPr>
          <p:cNvPr id="4" name="text">
            <a:extLst xmlns:a="http://schemas.openxmlformats.org/drawingml/2006/main">
              <a:ext uri="{FF2B5EF4-FFF2-40B4-BE49-F238E27FC236}">
                <a16:creationId xmlns:a16="http://schemas.microsoft.com/office/drawing/2014/main" id="{7BF14B64-C722-4BB2-8BAF-5284BEC72749}"/>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THREE ACQUISITION QUANTITIES</a:t>
            </a:r>
          </a:p>
        </p:txBody>
      </p:sp>
      <p:sp>
        <p:nvSpPr>
          <p:cNvPr id="5" name="text">
            <a:extLst xmlns:a="http://schemas.openxmlformats.org/drawingml/2006/main">
              <a:ext uri="{FF2B5EF4-FFF2-40B4-BE49-F238E27FC236}">
                <a16:creationId xmlns:a16="http://schemas.microsoft.com/office/drawing/2014/main" id="{A494E1F2-31B4-4AAA-8D73-81720B70951E}"/>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FFT FREQUENCY GRID</a:t>
            </a:r>
          </a:p>
        </p:txBody>
      </p:sp>
      <p:sp>
        <p:nvSpPr>
          <p:cNvPr id="6" name="text">
            <a:extLst xmlns:a="http://schemas.openxmlformats.org/drawingml/2006/main">
              <a:ext uri="{FF2B5EF4-FFF2-40B4-BE49-F238E27FC236}">
                <a16:creationId xmlns:a16="http://schemas.microsoft.com/office/drawing/2014/main" id="{81ECC7C3-981C-45E4-BDCD-305636AF626E}"/>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 number of stored samples.</a:t>
            </a:r>
          </a:p>
        </p:txBody>
      </p:sp>
      <p:sp>
        <p:nvSpPr>
          <p:cNvPr id="7" name="text">
            <a:extLst xmlns:a="http://schemas.openxmlformats.org/drawingml/2006/main">
              <a:ext uri="{FF2B5EF4-FFF2-40B4-BE49-F238E27FC236}">
                <a16:creationId xmlns:a16="http://schemas.microsoft.com/office/drawing/2014/main" id="{6AAE6708-D2F5-4583-86B0-B2E5B6178E2B}"/>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 samples per second.</a:t>
            </a:r>
          </a:p>
        </p:txBody>
      </p:sp>
      <p:sp>
        <p:nvSpPr>
          <p:cNvPr id="8" name="text">
            <a:extLst xmlns:a="http://schemas.openxmlformats.org/drawingml/2006/main">
              <a:ext uri="{FF2B5EF4-FFF2-40B4-BE49-F238E27FC236}">
                <a16:creationId xmlns:a16="http://schemas.microsoft.com/office/drawing/2014/main" id="{269BC4DC-2996-401D-BFA3-648438E8D170}"/>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N / f_s, in seconds.</a:t>
            </a:r>
          </a:p>
        </p:txBody>
      </p:sp>
      <p:sp>
        <p:nvSpPr>
          <p:cNvPr id="9" name="text">
            <a:extLst xmlns:a="http://schemas.openxmlformats.org/drawingml/2006/main">
              <a:ext uri="{FF2B5EF4-FFF2-40B4-BE49-F238E27FC236}">
                <a16:creationId xmlns:a16="http://schemas.microsoft.com/office/drawing/2014/main" id="{97AF2068-FA64-4BFA-8926-0D4DE90B7599}"/>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is not the period of one wave.</a:t>
            </a:r>
          </a:p>
        </p:txBody>
      </p:sp>
      <p:sp>
        <p:nvSpPr>
          <p:cNvPr id="10" name="text">
            <a:extLst xmlns:a="http://schemas.openxmlformats.org/drawingml/2006/main">
              <a:ext uri="{FF2B5EF4-FFF2-40B4-BE49-F238E27FC236}">
                <a16:creationId xmlns:a16="http://schemas.microsoft.com/office/drawing/2014/main" id="{30952CF1-B3C4-4CBF-8082-9181219C35BD}"/>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bin is one frequency checked by the FFT.</a:t>
            </a:r>
          </a:p>
        </p:txBody>
      </p:sp>
      <p:sp>
        <p:nvSpPr>
          <p:cNvPr id="11" name="text">
            <a:extLst xmlns:a="http://schemas.openxmlformats.org/drawingml/2006/main">
              <a:ext uri="{FF2B5EF4-FFF2-40B4-BE49-F238E27FC236}">
                <a16:creationId xmlns:a16="http://schemas.microsoft.com/office/drawing/2014/main" id="{BA52049D-A99F-4DF0-8B62-BC4E8401CC1D}"/>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f_s / N = 1/T_record.</a:t>
            </a:r>
          </a:p>
        </p:txBody>
      </p:sp>
      <p:sp>
        <p:nvSpPr>
          <p:cNvPr id="12" name="text">
            <a:extLst xmlns:a="http://schemas.openxmlformats.org/drawingml/2006/main">
              <a:ext uri="{FF2B5EF4-FFF2-40B4-BE49-F238E27FC236}">
                <a16:creationId xmlns:a16="http://schemas.microsoft.com/office/drawing/2014/main" id="{FE1DF2D0-660D-4D02-8234-60ACDCA043C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1 s gives bins 1 Hz apart.</a:t>
            </a:r>
          </a:p>
        </p:txBody>
      </p:sp>
      <p:sp>
        <p:nvSpPr>
          <p:cNvPr id="13" name="text">
            <a:extLst xmlns:a="http://schemas.openxmlformats.org/drawingml/2006/main">
              <a:ext uri="{FF2B5EF4-FFF2-40B4-BE49-F238E27FC236}">
                <a16:creationId xmlns:a16="http://schemas.microsoft.com/office/drawing/2014/main" id="{862E0FBF-A8A5-4F61-8D75-D24EB38C84A5}"/>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0.25 s gives bins 4 Hz apart.</a:t>
            </a:r>
          </a:p>
        </p:txBody>
      </p:sp>
    </p:spTree>
    <p:extLst>
      <p:ext uri="{BB962C8B-B14F-4D97-AF65-F5344CB8AC3E}">
        <p14:creationId xmlns:p14="http://schemas.microsoft.com/office/powerpoint/2010/main" val="8922561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609CA85C-317C-4DA8-B26E-A07A362EF67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D609B7E-0556-4721-A71A-88DDB3FCFD7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Why a peak can spread over several bins</a:t>
            </a:r>
          </a:p>
        </p:txBody>
      </p:sp>
      <p:sp>
        <p:nvSpPr>
          <p:cNvPr id="3" name="page">
            <a:extLst xmlns:a="http://schemas.openxmlformats.org/drawingml/2006/main">
              <a:ext uri="{FF2B5EF4-FFF2-40B4-BE49-F238E27FC236}">
                <a16:creationId xmlns:a16="http://schemas.microsoft.com/office/drawing/2014/main" id="{7D6FD08E-BE3D-4CD2-A20B-AA8471A5DA3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graphicFrame>
        <p:nvGraphicFramePr>
          <p:cNvPr id="10" name="Chart"/>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efff4fcf72974214"/>
          </a:graphicData>
        </a:graphic>
      </p:graphicFrame>
      <p:sp>
        <p:nvSpPr>
          <p:cNvPr id="5" name="text">
            <a:extLst xmlns:a="http://schemas.openxmlformats.org/drawingml/2006/main">
              <a:ext uri="{FF2B5EF4-FFF2-40B4-BE49-F238E27FC236}">
                <a16:creationId xmlns:a16="http://schemas.microsoft.com/office/drawing/2014/main" id="{89B648A5-295D-4A86-BF04-8E33754A890F}"/>
              </a:ext>
            </a:extLst>
          </p:cNvPr>
          <p:cNvSpPr>
            <a:spLocks xmlns:a="http://schemas.openxmlformats.org/drawingml/2006/main" noGrp="1"/>
          </p:cNvSpPr>
          <p:nvPr/>
        </p:nvSpPr>
        <p:spPr>
          <a:xfrm xmlns:a="http://schemas.openxmlformats.org/drawingml/2006/main">
            <a:off x="666750" y="5572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One 18.5 Hz tone lies between 1 Hz bins. Neighboring bins are not extra tones.</a:t>
            </a:r>
          </a:p>
        </p:txBody>
      </p:sp>
      <p:sp>
        <p:nvSpPr>
          <p:cNvPr id="6" name="text">
            <a:extLst xmlns:a="http://schemas.openxmlformats.org/drawingml/2006/main">
              <a:ext uri="{FF2B5EF4-FFF2-40B4-BE49-F238E27FC236}">
                <a16:creationId xmlns:a16="http://schemas.microsoft.com/office/drawing/2014/main" id="{6EFD582F-A911-4709-BD13-A528EAEB9A55}"/>
              </a:ext>
            </a:extLst>
          </p:cNvPr>
          <p:cNvSpPr>
            <a:spLocks xmlns:a="http://schemas.openxmlformats.org/drawingml/2006/main" noGrp="1"/>
          </p:cNvSpPr>
          <p:nvPr/>
        </p:nvSpPr>
        <p:spPr>
          <a:xfrm xmlns:a="http://schemas.openxmlformats.org/drawingml/2006/main">
            <a:off x="666750" y="60769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Same 1 s record in both curves. The Hann window reduces distant leakage but widens the peak.</a:t>
            </a:r>
          </a:p>
        </p:txBody>
      </p:sp>
    </p:spTree>
    <p:extLst>
      <p:ext uri="{BB962C8B-B14F-4D97-AF65-F5344CB8AC3E}">
        <p14:creationId xmlns:p14="http://schemas.microsoft.com/office/powerpoint/2010/main" val="163097599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CDE7CFDD-513D-4420-867D-91E86DA33FB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9854787-DC21-4039-AF31-4C718CB8B14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What the Hann window changes</a:t>
            </a:r>
          </a:p>
        </p:txBody>
      </p:sp>
      <p:sp>
        <p:nvSpPr>
          <p:cNvPr id="3" name="page">
            <a:extLst xmlns:a="http://schemas.openxmlformats.org/drawingml/2006/main">
              <a:ext uri="{FF2B5EF4-FFF2-40B4-BE49-F238E27FC236}">
                <a16:creationId xmlns:a16="http://schemas.microsoft.com/office/drawing/2014/main" id="{2493A159-03A1-4E61-8B33-ADFE150B4C0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25</a:t>
            </a:r>
          </a:p>
        </p:txBody>
      </p:sp>
      <p:sp>
        <p:nvSpPr>
          <p:cNvPr id="4" name="text">
            <a:extLst xmlns:a="http://schemas.openxmlformats.org/drawingml/2006/main">
              <a:ext uri="{FF2B5EF4-FFF2-40B4-BE49-F238E27FC236}">
                <a16:creationId xmlns:a16="http://schemas.microsoft.com/office/drawing/2014/main" id="{0892E7DC-5531-4B7D-A93A-358EC01F7649}"/>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SMALLER VALUES NEAR THE ENDS</a:t>
            </a:r>
          </a:p>
        </p:txBody>
      </p:sp>
      <p:sp>
        <p:nvSpPr>
          <p:cNvPr id="5" name="text">
            <a:extLst xmlns:a="http://schemas.openxmlformats.org/drawingml/2006/main">
              <a:ext uri="{FF2B5EF4-FFF2-40B4-BE49-F238E27FC236}">
                <a16:creationId xmlns:a16="http://schemas.microsoft.com/office/drawing/2014/main" id="{C4B077E6-0693-4B0F-BD0C-43D50D026091}"/>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TRADEOFF</a:t>
            </a:r>
          </a:p>
        </p:txBody>
      </p:sp>
      <p:sp>
        <p:nvSpPr>
          <p:cNvPr id="6" name="text">
            <a:extLst xmlns:a="http://schemas.openxmlformats.org/drawingml/2006/main">
              <a:ext uri="{FF2B5EF4-FFF2-40B4-BE49-F238E27FC236}">
                <a16:creationId xmlns:a16="http://schemas.microsoft.com/office/drawing/2014/main" id="{3A250307-6020-4DA4-803F-8A9D2267DD53}"/>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window multiplies samples by weights.</a:t>
            </a:r>
          </a:p>
        </p:txBody>
      </p:sp>
      <p:sp>
        <p:nvSpPr>
          <p:cNvPr id="7" name="text">
            <a:extLst xmlns:a="http://schemas.openxmlformats.org/drawingml/2006/main">
              <a:ext uri="{FF2B5EF4-FFF2-40B4-BE49-F238E27FC236}">
                <a16:creationId xmlns:a16="http://schemas.microsoft.com/office/drawing/2014/main" id="{BCAA1E47-7DF1-4288-A707-998B8AF07113}"/>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Hann weights taper toward zero at both ends.</a:t>
            </a:r>
          </a:p>
        </p:txBody>
      </p:sp>
      <p:sp>
        <p:nvSpPr>
          <p:cNvPr id="8" name="text">
            <a:extLst xmlns:a="http://schemas.openxmlformats.org/drawingml/2006/main">
              <a:ext uri="{FF2B5EF4-FFF2-40B4-BE49-F238E27FC236}">
                <a16:creationId xmlns:a16="http://schemas.microsoft.com/office/drawing/2014/main" id="{A5D8D1E2-26CA-45E2-9D28-FA767AEEC84A}"/>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reduces distant leakage around a peak.</a:t>
            </a:r>
          </a:p>
        </p:txBody>
      </p:sp>
      <p:sp>
        <p:nvSpPr>
          <p:cNvPr id="9" name="text">
            <a:extLst xmlns:a="http://schemas.openxmlformats.org/drawingml/2006/main">
              <a:ext uri="{FF2B5EF4-FFF2-40B4-BE49-F238E27FC236}">
                <a16:creationId xmlns:a16="http://schemas.microsoft.com/office/drawing/2014/main" id="{5BBD4434-17D4-45CB-A4A1-F5EFD9926940}"/>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main peak becomes wider.</a:t>
            </a:r>
          </a:p>
        </p:txBody>
      </p:sp>
      <p:sp>
        <p:nvSpPr>
          <p:cNvPr id="10" name="text">
            <a:extLst xmlns:a="http://schemas.openxmlformats.org/drawingml/2006/main">
              <a:ext uri="{FF2B5EF4-FFF2-40B4-BE49-F238E27FC236}">
                <a16:creationId xmlns:a16="http://schemas.microsoft.com/office/drawing/2014/main" id="{58917B9A-54D2-4A58-A6D9-239133DC1746}"/>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Amplitude needs a scaling correction.</a:t>
            </a:r>
          </a:p>
        </p:txBody>
      </p:sp>
      <p:sp>
        <p:nvSpPr>
          <p:cNvPr id="11" name="text">
            <a:extLst xmlns:a="http://schemas.openxmlformats.org/drawingml/2006/main">
              <a:ext uri="{FF2B5EF4-FFF2-40B4-BE49-F238E27FC236}">
                <a16:creationId xmlns:a16="http://schemas.microsoft.com/office/drawing/2014/main" id="{20386B04-8442-405D-9872-F0DA935B6B03}"/>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provided code applies the correction.</a:t>
            </a:r>
          </a:p>
        </p:txBody>
      </p:sp>
      <p:sp>
        <p:nvSpPr>
          <p:cNvPr id="12" name="text">
            <a:extLst xmlns:a="http://schemas.openxmlformats.org/drawingml/2006/main">
              <a:ext uri="{FF2B5EF4-FFF2-40B4-BE49-F238E27FC236}">
                <a16:creationId xmlns:a16="http://schemas.microsoft.com/office/drawing/2014/main" id="{9B9BC79C-5499-4F1E-8F84-043453A71FD8}"/>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Windowing does not fix aliasing.</a:t>
            </a:r>
          </a:p>
        </p:txBody>
      </p:sp>
    </p:spTree>
    <p:extLst>
      <p:ext uri="{BB962C8B-B14F-4D97-AF65-F5344CB8AC3E}">
        <p14:creationId xmlns:p14="http://schemas.microsoft.com/office/powerpoint/2010/main" val="132595567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413FCDD8-F4CF-4FB2-8F8F-481D81A550B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9DA669D-232B-4215-A737-7F22A6683EA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and duration solve different problems</a:t>
            </a:r>
          </a:p>
        </p:txBody>
      </p:sp>
      <p:sp>
        <p:nvSpPr>
          <p:cNvPr id="3" name="page">
            <a:extLst xmlns:a="http://schemas.openxmlformats.org/drawingml/2006/main">
              <a:ext uri="{FF2B5EF4-FFF2-40B4-BE49-F238E27FC236}">
                <a16:creationId xmlns:a16="http://schemas.microsoft.com/office/drawing/2014/main" id="{CE26F64D-471E-4FA5-B27F-0DADBEE9878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
        <p:nvSpPr>
          <p:cNvPr id="4" name="text">
            <a:extLst xmlns:a="http://schemas.openxmlformats.org/drawingml/2006/main">
              <a:ext uri="{FF2B5EF4-FFF2-40B4-BE49-F238E27FC236}">
                <a16:creationId xmlns:a16="http://schemas.microsoft.com/office/drawing/2014/main" id="{740D849F-6990-4CE0-8421-16A3E08BB892}"/>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HIGHER f_s AT FIXED DURATION</a:t>
            </a:r>
          </a:p>
        </p:txBody>
      </p:sp>
      <p:sp>
        <p:nvSpPr>
          <p:cNvPr id="5" name="text">
            <a:extLst xmlns:a="http://schemas.openxmlformats.org/drawingml/2006/main">
              <a:ext uri="{FF2B5EF4-FFF2-40B4-BE49-F238E27FC236}">
                <a16:creationId xmlns:a16="http://schemas.microsoft.com/office/drawing/2014/main" id="{7DD5EDB1-F37B-4D61-A26B-D1E98BF4B934}"/>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LONGER T_record AT FIXED f_s</a:t>
            </a:r>
          </a:p>
        </p:txBody>
      </p:sp>
      <p:sp>
        <p:nvSpPr>
          <p:cNvPr id="6" name="text">
            <a:extLst xmlns:a="http://schemas.openxmlformats.org/drawingml/2006/main">
              <a:ext uri="{FF2B5EF4-FFF2-40B4-BE49-F238E27FC236}">
                <a16:creationId xmlns:a16="http://schemas.microsoft.com/office/drawing/2014/main" id="{836E132F-11F7-4A8B-9E1D-0352DE42D4E0}"/>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More readings in each second.</a:t>
            </a:r>
          </a:p>
        </p:txBody>
      </p:sp>
      <p:sp>
        <p:nvSpPr>
          <p:cNvPr id="7" name="text">
            <a:extLst xmlns:a="http://schemas.openxmlformats.org/drawingml/2006/main">
              <a:ext uri="{FF2B5EF4-FFF2-40B4-BE49-F238E27FC236}">
                <a16:creationId xmlns:a16="http://schemas.microsoft.com/office/drawing/2014/main" id="{FC656769-AF5C-44EA-832F-197310391F9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Higher Nyquist frequency f_N = f_s/2.</a:t>
            </a:r>
          </a:p>
        </p:txBody>
      </p:sp>
      <p:sp>
        <p:nvSpPr>
          <p:cNvPr id="8" name="text">
            <a:extLst xmlns:a="http://schemas.openxmlformats.org/drawingml/2006/main">
              <a:ext uri="{FF2B5EF4-FFF2-40B4-BE49-F238E27FC236}">
                <a16:creationId xmlns:a16="http://schemas.microsoft.com/office/drawing/2014/main" id="{D966AEAE-664B-44E9-80EB-28DE89E451C6}"/>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FFT-bin spacing stays 1/T_record.</a:t>
            </a:r>
          </a:p>
        </p:txBody>
      </p:sp>
      <p:sp>
        <p:nvSpPr>
          <p:cNvPr id="9" name="text">
            <a:extLst xmlns:a="http://schemas.openxmlformats.org/drawingml/2006/main">
              <a:ext uri="{FF2B5EF4-FFF2-40B4-BE49-F238E27FC236}">
                <a16:creationId xmlns:a16="http://schemas.microsoft.com/office/drawing/2014/main" id="{2A3633E7-47BF-47E4-B256-39D93013AC66}"/>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physical tone frequency stays the same.</a:t>
            </a:r>
          </a:p>
        </p:txBody>
      </p:sp>
      <p:sp>
        <p:nvSpPr>
          <p:cNvPr id="10" name="text">
            <a:extLst xmlns:a="http://schemas.openxmlformats.org/drawingml/2006/main">
              <a:ext uri="{FF2B5EF4-FFF2-40B4-BE49-F238E27FC236}">
                <a16:creationId xmlns:a16="http://schemas.microsoft.com/office/drawing/2014/main" id="{E4C86FAD-31CD-40D1-A4EF-03DCAA868B6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More cycles of the signal are observed.</a:t>
            </a:r>
          </a:p>
        </p:txBody>
      </p:sp>
      <p:sp>
        <p:nvSpPr>
          <p:cNvPr id="11" name="text">
            <a:extLst xmlns:a="http://schemas.openxmlformats.org/drawingml/2006/main">
              <a:ext uri="{FF2B5EF4-FFF2-40B4-BE49-F238E27FC236}">
                <a16:creationId xmlns:a16="http://schemas.microsoft.com/office/drawing/2014/main" id="{127D5570-4A65-48D8-BF28-846BF24354FE}"/>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Finer FFT-bin spacing Δf = 1/T_record.</a:t>
            </a:r>
          </a:p>
        </p:txBody>
      </p:sp>
      <p:sp>
        <p:nvSpPr>
          <p:cNvPr id="12" name="text">
            <a:extLst xmlns:a="http://schemas.openxmlformats.org/drawingml/2006/main">
              <a:ext uri="{FF2B5EF4-FFF2-40B4-BE49-F238E27FC236}">
                <a16:creationId xmlns:a16="http://schemas.microsoft.com/office/drawing/2014/main" id="{FFABB680-B0EB-4EB9-8226-AF91B51C9424}"/>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Nyquist frequency stays the same.</a:t>
            </a:r>
          </a:p>
        </p:txBody>
      </p:sp>
      <p:sp>
        <p:nvSpPr>
          <p:cNvPr id="13" name="text">
            <a:extLst xmlns:a="http://schemas.openxmlformats.org/drawingml/2006/main">
              <a:ext uri="{FF2B5EF4-FFF2-40B4-BE49-F238E27FC236}">
                <a16:creationId xmlns:a16="http://schemas.microsoft.com/office/drawing/2014/main" id="{BCE479F7-735D-4E46-A4CE-81A3B68FB620}"/>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window also affects peak separation.</a:t>
            </a:r>
          </a:p>
        </p:txBody>
      </p:sp>
    </p:spTree>
    <p:extLst>
      <p:ext uri="{BB962C8B-B14F-4D97-AF65-F5344CB8AC3E}">
        <p14:creationId xmlns:p14="http://schemas.microsoft.com/office/powerpoint/2010/main" val="85301842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7E0AEE19-E5F5-48B5-A16B-4BCCD6DEF5E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8E55622-64F5-4177-97BC-A20BB5FA237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Choosing settings for a new measurement</a:t>
            </a:r>
          </a:p>
        </p:txBody>
      </p:sp>
      <p:sp>
        <p:nvSpPr>
          <p:cNvPr id="3" name="page">
            <a:extLst xmlns:a="http://schemas.openxmlformats.org/drawingml/2006/main">
              <a:ext uri="{FF2B5EF4-FFF2-40B4-BE49-F238E27FC236}">
                <a16:creationId xmlns:a16="http://schemas.microsoft.com/office/drawing/2014/main" id="{2632F32D-3328-4163-9E4A-37FCE65DBB3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27</a:t>
            </a:r>
          </a:p>
        </p:txBody>
      </p:sp>
      <p:sp>
        <p:nvSpPr>
          <p:cNvPr id="4" name="text">
            <a:extLst xmlns:a="http://schemas.openxmlformats.org/drawingml/2006/main">
              <a:ext uri="{FF2B5EF4-FFF2-40B4-BE49-F238E27FC236}">
                <a16:creationId xmlns:a16="http://schemas.microsoft.com/office/drawing/2014/main" id="{BCAE396C-6E15-404D-93ED-3E928C359A3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ILLUSTRATIVE DESIGN TARGET</a:t>
            </a:r>
          </a:p>
        </p:txBody>
      </p:sp>
      <p:sp>
        <p:nvSpPr>
          <p:cNvPr id="5" name="text">
            <a:extLst xmlns:a="http://schemas.openxmlformats.org/drawingml/2006/main">
              <a:ext uri="{FF2B5EF4-FFF2-40B4-BE49-F238E27FC236}">
                <a16:creationId xmlns:a16="http://schemas.microsoft.com/office/drawing/2014/main" id="{2D8C3E01-9871-43E3-8042-56DA4AE99A3B}"/>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ONE POSSIBLE CHOICE</a:t>
            </a:r>
          </a:p>
        </p:txBody>
      </p:sp>
      <p:sp>
        <p:nvSpPr>
          <p:cNvPr id="6" name="text">
            <a:extLst xmlns:a="http://schemas.openxmlformats.org/drawingml/2006/main">
              <a:ext uri="{FF2B5EF4-FFF2-40B4-BE49-F238E27FC236}">
                <a16:creationId xmlns:a16="http://schemas.microsoft.com/office/drawing/2014/main" id="{80C13FFD-ED40-449A-8C47-9A591FA5060A}"/>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Suppose frequencies extend up to 60 Hz.</a:t>
            </a:r>
          </a:p>
        </p:txBody>
      </p:sp>
      <p:sp>
        <p:nvSpPr>
          <p:cNvPr id="7" name="text">
            <a:extLst xmlns:a="http://schemas.openxmlformats.org/drawingml/2006/main">
              <a:ext uri="{FF2B5EF4-FFF2-40B4-BE49-F238E27FC236}">
                <a16:creationId xmlns:a16="http://schemas.microsoft.com/office/drawing/2014/main" id="{BEFE6A35-ABB1-4393-AE5D-5D02354BF1F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We want FFT bins no more than 0.5 Hz apart.</a:t>
            </a:r>
          </a:p>
        </p:txBody>
      </p:sp>
      <p:sp>
        <p:nvSpPr>
          <p:cNvPr id="8" name="text">
            <a:extLst xmlns:a="http://schemas.openxmlformats.org/drawingml/2006/main">
              <a:ext uri="{FF2B5EF4-FFF2-40B4-BE49-F238E27FC236}">
                <a16:creationId xmlns:a16="http://schemas.microsoft.com/office/drawing/2014/main" id="{3399AFDE-E224-432A-B4BF-6D86D44FF9D9}"/>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Choose f_s &gt; 120 samples/s.</a:t>
            </a:r>
          </a:p>
        </p:txBody>
      </p:sp>
      <p:sp>
        <p:nvSpPr>
          <p:cNvPr id="9" name="text">
            <a:extLst xmlns:a="http://schemas.openxmlformats.org/drawingml/2006/main">
              <a:ext uri="{FF2B5EF4-FFF2-40B4-BE49-F238E27FC236}">
                <a16:creationId xmlns:a16="http://schemas.microsoft.com/office/drawing/2014/main" id="{D4A43D20-FB31-4D81-A5E1-584E8A9BD48A}"/>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Choose T_record ≥ 2 seconds.</a:t>
            </a:r>
          </a:p>
        </p:txBody>
      </p:sp>
      <p:sp>
        <p:nvSpPr>
          <p:cNvPr id="10" name="text">
            <a:extLst xmlns:a="http://schemas.openxmlformats.org/drawingml/2006/main">
              <a:ext uri="{FF2B5EF4-FFF2-40B4-BE49-F238E27FC236}">
                <a16:creationId xmlns:a16="http://schemas.microsoft.com/office/drawing/2014/main" id="{123CAF3E-CB46-4B34-99B2-E8182DEB4CC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 300 samples/s, T_record = 2 s.</a:t>
            </a:r>
          </a:p>
        </p:txBody>
      </p:sp>
      <p:sp>
        <p:nvSpPr>
          <p:cNvPr id="11" name="text">
            <a:extLst xmlns:a="http://schemas.openxmlformats.org/drawingml/2006/main">
              <a:ext uri="{FF2B5EF4-FFF2-40B4-BE49-F238E27FC236}">
                <a16:creationId xmlns:a16="http://schemas.microsoft.com/office/drawing/2014/main" id="{18A62047-70F0-454D-AB7B-E2896322979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 600 samples.</a:t>
            </a:r>
          </a:p>
        </p:txBody>
      </p:sp>
      <p:sp>
        <p:nvSpPr>
          <p:cNvPr id="12" name="text">
            <a:extLst xmlns:a="http://schemas.openxmlformats.org/drawingml/2006/main">
              <a:ext uri="{FF2B5EF4-FFF2-40B4-BE49-F238E27FC236}">
                <a16:creationId xmlns:a16="http://schemas.microsoft.com/office/drawing/2014/main" id="{C573BF7B-EE41-41F5-BE11-7434F8984B16}"/>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f_N = 150 Hz and Δf = 0.5 Hz.</a:t>
            </a:r>
          </a:p>
        </p:txBody>
      </p:sp>
      <p:sp>
        <p:nvSpPr>
          <p:cNvPr id="13" name="text">
            <a:extLst xmlns:a="http://schemas.openxmlformats.org/drawingml/2006/main">
              <a:ext uri="{FF2B5EF4-FFF2-40B4-BE49-F238E27FC236}">
                <a16:creationId xmlns:a16="http://schemas.microsoft.com/office/drawing/2014/main" id="{7F33B3D7-C422-4883-8827-1DC5843D4A2A}"/>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Check filtering, noise and device limits.</a:t>
            </a:r>
          </a:p>
        </p:txBody>
      </p:sp>
    </p:spTree>
    <p:extLst>
      <p:ext uri="{BB962C8B-B14F-4D97-AF65-F5344CB8AC3E}">
        <p14:creationId xmlns:p14="http://schemas.microsoft.com/office/powerpoint/2010/main" val="190490063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A75C9A1D-79C7-40EB-860E-89A97A12938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AF568A4-40A7-4267-A9C5-BD7DE40B1E3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Using the prepared notebook</a:t>
            </a:r>
          </a:p>
        </p:txBody>
      </p:sp>
      <p:sp>
        <p:nvSpPr>
          <p:cNvPr id="3" name="page">
            <a:extLst xmlns:a="http://schemas.openxmlformats.org/drawingml/2006/main">
              <a:ext uri="{FF2B5EF4-FFF2-40B4-BE49-F238E27FC236}">
                <a16:creationId xmlns:a16="http://schemas.microsoft.com/office/drawing/2014/main" id="{2B6D4034-4845-42B0-BEBF-98D2E7235E7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
        <p:nvSpPr>
          <p:cNvPr id="4" name="text">
            <a:extLst xmlns:a="http://schemas.openxmlformats.org/drawingml/2006/main">
              <a:ext uri="{FF2B5EF4-FFF2-40B4-BE49-F238E27FC236}">
                <a16:creationId xmlns:a16="http://schemas.microsoft.com/office/drawing/2014/main" id="{B7749E2D-8282-4F62-A27A-7210DE9C465F}"/>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CD0CA4E7-8562-4D17-A5FF-9CF4F2CA3D11}"/>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Open the course Colab link, save a personal copy, and run cells from top to bottom.</a:t>
            </a:r>
          </a:p>
        </p:txBody>
      </p:sp>
      <p:sp>
        <p:nvSpPr>
          <p:cNvPr id="6" name="text">
            <a:extLst xmlns:a="http://schemas.openxmlformats.org/drawingml/2006/main">
              <a:ext uri="{FF2B5EF4-FFF2-40B4-BE49-F238E27FC236}">
                <a16:creationId xmlns:a16="http://schemas.microsoft.com/office/drawing/2014/main" id="{5398ED4C-9D7F-4BAD-AE2A-629E4D7AAF35}"/>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CEC5986-24EA-45DB-A2D9-E6C5900703B5}"/>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fs and duration before interpreting each figure. The full code is already provided.</a:t>
            </a:r>
          </a:p>
        </p:txBody>
      </p:sp>
      <p:sp>
        <p:nvSpPr>
          <p:cNvPr id="8" name="text">
            <a:extLst xmlns:a="http://schemas.openxmlformats.org/drawingml/2006/main">
              <a:ext uri="{FF2B5EF4-FFF2-40B4-BE49-F238E27FC236}">
                <a16:creationId xmlns:a16="http://schemas.microsoft.com/office/drawing/2014/main" id="{F93991E2-727A-4473-A3E3-195E315FA8EE}"/>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B5EA926-98A0-4555-A20E-76FD3F768AB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peaks first, then compare them with the printed output and plots.</a:t>
            </a:r>
          </a:p>
        </p:txBody>
      </p:sp>
      <p:sp>
        <p:nvSpPr>
          <p:cNvPr id="10" name="text">
            <a:extLst xmlns:a="http://schemas.openxmlformats.org/drawingml/2006/main">
              <a:ext uri="{FF2B5EF4-FFF2-40B4-BE49-F238E27FC236}">
                <a16:creationId xmlns:a16="http://schemas.microsoft.com/office/drawing/2014/main" id="{CA857837-2160-4670-AF05-94EB2FB75228}"/>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A6357F13-6259-488B-9DAF-84AF6FCC1E71}"/>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Enter calculations and explanations in the response cells. No code writing is required.</a:t>
            </a:r>
          </a:p>
        </p:txBody>
      </p:sp>
    </p:spTree>
    <p:extLst>
      <p:ext uri="{BB962C8B-B14F-4D97-AF65-F5344CB8AC3E}">
        <p14:creationId xmlns:p14="http://schemas.microsoft.com/office/powerpoint/2010/main" val="68996782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5BF465D0-E7DD-4A33-AB97-AE65F54E86D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88A76EE-1EFE-400E-94B2-F02AA0C0A0A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What a good analysis answer includes</a:t>
            </a:r>
          </a:p>
        </p:txBody>
      </p:sp>
      <p:sp>
        <p:nvSpPr>
          <p:cNvPr id="3" name="page">
            <a:extLst xmlns:a="http://schemas.openxmlformats.org/drawingml/2006/main">
              <a:ext uri="{FF2B5EF4-FFF2-40B4-BE49-F238E27FC236}">
                <a16:creationId xmlns:a16="http://schemas.microsoft.com/office/drawing/2014/main" id="{CFF547F1-3856-4E46-B4EF-9E1DA99FE6B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
        <p:nvSpPr>
          <p:cNvPr id="4" name="text">
            <a:extLst xmlns:a="http://schemas.openxmlformats.org/drawingml/2006/main">
              <a:ext uri="{FF2B5EF4-FFF2-40B4-BE49-F238E27FC236}">
                <a16:creationId xmlns:a16="http://schemas.microsoft.com/office/drawing/2014/main" id="{0E5E377D-54B7-446B-8C54-047AFABAB51A}"/>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35878F79-3133-4FE1-A2EE-A3733257E65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Name the case: sampling rate, record duration and signal component.</a:t>
            </a:r>
          </a:p>
        </p:txBody>
      </p:sp>
      <p:sp>
        <p:nvSpPr>
          <p:cNvPr id="6" name="text">
            <a:extLst xmlns:a="http://schemas.openxmlformats.org/drawingml/2006/main">
              <a:ext uri="{FF2B5EF4-FFF2-40B4-BE49-F238E27FC236}">
                <a16:creationId xmlns:a16="http://schemas.microsoft.com/office/drawing/2014/main" id="{05453C77-1DEA-4721-A0A4-7D560681527E}"/>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2EC649E-C3CA-4212-821A-582180AD047A}"/>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State a prediction with a calculation, including units.</a:t>
            </a:r>
          </a:p>
        </p:txBody>
      </p:sp>
      <p:sp>
        <p:nvSpPr>
          <p:cNvPr id="8" name="text">
            <a:extLst xmlns:a="http://schemas.openxmlformats.org/drawingml/2006/main">
              <a:ext uri="{FF2B5EF4-FFF2-40B4-BE49-F238E27FC236}">
                <a16:creationId xmlns:a16="http://schemas.microsoft.com/office/drawing/2014/main" id="{DA0295DF-A343-4FF2-94CE-AE28073811AD}"/>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A2DD25C7-359C-46FB-A1B3-19B686A9EEF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Report the observed value and compare it with the prediction.</a:t>
            </a:r>
          </a:p>
        </p:txBody>
      </p:sp>
      <p:sp>
        <p:nvSpPr>
          <p:cNvPr id="10" name="text">
            <a:extLst xmlns:a="http://schemas.openxmlformats.org/drawingml/2006/main">
              <a:ext uri="{FF2B5EF4-FFF2-40B4-BE49-F238E27FC236}">
                <a16:creationId xmlns:a16="http://schemas.microsoft.com/office/drawing/2014/main" id="{1F9D4712-A4F4-474C-A5AE-815CC774649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FA419E63-733C-4EAC-B9D5-25D3E800DBB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the cause: adequate sampling, aliasing, leakage or limited record duration.</a:t>
            </a:r>
          </a:p>
        </p:txBody>
      </p:sp>
    </p:spTree>
    <p:extLst>
      <p:ext uri="{BB962C8B-B14F-4D97-AF65-F5344CB8AC3E}">
        <p14:creationId xmlns:p14="http://schemas.microsoft.com/office/powerpoint/2010/main" val="8533662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F5330E07-8542-4A7A-A1B7-37689F425E4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814C52B-1356-47D1-A4F8-C2BE17CD9EA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Check your understanding</a:t>
            </a:r>
          </a:p>
        </p:txBody>
      </p:sp>
      <p:sp>
        <p:nvSpPr>
          <p:cNvPr id="3" name="page">
            <a:extLst xmlns:a="http://schemas.openxmlformats.org/drawingml/2006/main">
              <a:ext uri="{FF2B5EF4-FFF2-40B4-BE49-F238E27FC236}">
                <a16:creationId xmlns:a16="http://schemas.microsoft.com/office/drawing/2014/main" id="{D6C403E8-E099-49D2-9F48-CA7D8AC7922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30</a:t>
            </a:r>
          </a:p>
        </p:txBody>
      </p:sp>
      <p:sp>
        <p:nvSpPr>
          <p:cNvPr id="4" name="text">
            <a:extLst xmlns:a="http://schemas.openxmlformats.org/drawingml/2006/main">
              <a:ext uri="{FF2B5EF4-FFF2-40B4-BE49-F238E27FC236}">
                <a16:creationId xmlns:a16="http://schemas.microsoft.com/office/drawing/2014/main" id="{1FA5DF22-A313-45C2-8DCE-6F9E5838EA00}"/>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QUESTIONS</a:t>
            </a:r>
          </a:p>
        </p:txBody>
      </p:sp>
      <p:sp>
        <p:nvSpPr>
          <p:cNvPr id="5" name="text">
            <a:extLst xmlns:a="http://schemas.openxmlformats.org/drawingml/2006/main">
              <a:ext uri="{FF2B5EF4-FFF2-40B4-BE49-F238E27FC236}">
                <a16:creationId xmlns:a16="http://schemas.microsoft.com/office/drawing/2014/main" id="{7643CCF7-E96B-4EB1-8FBF-A10DDA5F0D32}"/>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ANSWERS</a:t>
            </a:r>
          </a:p>
        </p:txBody>
      </p:sp>
      <p:sp>
        <p:nvSpPr>
          <p:cNvPr id="6" name="text">
            <a:extLst xmlns:a="http://schemas.openxmlformats.org/drawingml/2006/main">
              <a:ext uri="{FF2B5EF4-FFF2-40B4-BE49-F238E27FC236}">
                <a16:creationId xmlns:a16="http://schemas.microsoft.com/office/drawing/2014/main" id="{DE42875E-9A43-4AE5-87AA-EE53A79C3E31}"/>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 Does raising f_s change f₁ or f₂?</a:t>
            </a:r>
          </a:p>
        </p:txBody>
      </p:sp>
      <p:sp>
        <p:nvSpPr>
          <p:cNvPr id="7" name="text">
            <a:extLst xmlns:a="http://schemas.openxmlformats.org/drawingml/2006/main">
              <a:ext uri="{FF2B5EF4-FFF2-40B4-BE49-F238E27FC236}">
                <a16:creationId xmlns:a16="http://schemas.microsoft.com/office/drawing/2014/main" id="{7FFEE4A1-7B9E-4C32-8D9E-99F9731F2794}"/>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2. Which quantity equals f_s/2?</a:t>
            </a:r>
          </a:p>
        </p:txBody>
      </p:sp>
      <p:sp>
        <p:nvSpPr>
          <p:cNvPr id="8" name="text">
            <a:extLst xmlns:a="http://schemas.openxmlformats.org/drawingml/2006/main">
              <a:ext uri="{FF2B5EF4-FFF2-40B4-BE49-F238E27FC236}">
                <a16:creationId xmlns:a16="http://schemas.microsoft.com/office/drawing/2014/main" id="{2C9FD5AE-0F58-4381-BFF8-CD3EC0FB768E}"/>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 Can a longer record repair aliasing?</a:t>
            </a:r>
          </a:p>
        </p:txBody>
      </p:sp>
      <p:sp>
        <p:nvSpPr>
          <p:cNvPr id="9" name="text">
            <a:extLst xmlns:a="http://schemas.openxmlformats.org/drawingml/2006/main">
              <a:ext uri="{FF2B5EF4-FFF2-40B4-BE49-F238E27FC236}">
                <a16:creationId xmlns:a16="http://schemas.microsoft.com/office/drawing/2014/main" id="{5FADE654-82FB-4851-918A-768265143B66}"/>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 What does a peak location tell you?</a:t>
            </a:r>
          </a:p>
        </p:txBody>
      </p:sp>
      <p:sp>
        <p:nvSpPr>
          <p:cNvPr id="10" name="text">
            <a:extLst xmlns:a="http://schemas.openxmlformats.org/drawingml/2006/main">
              <a:ext uri="{FF2B5EF4-FFF2-40B4-BE49-F238E27FC236}">
                <a16:creationId xmlns:a16="http://schemas.microsoft.com/office/drawing/2014/main" id="{E0307790-2D02-4A07-A8EF-F5AF67A8EA61}"/>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 No, it changes the sampling times.</a:t>
            </a:r>
          </a:p>
        </p:txBody>
      </p:sp>
      <p:sp>
        <p:nvSpPr>
          <p:cNvPr id="11" name="text">
            <a:extLst xmlns:a="http://schemas.openxmlformats.org/drawingml/2006/main">
              <a:ext uri="{FF2B5EF4-FFF2-40B4-BE49-F238E27FC236}">
                <a16:creationId xmlns:a16="http://schemas.microsoft.com/office/drawing/2014/main" id="{A215138B-7177-4C31-8ADF-D1CAF318E0E7}"/>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2. The Nyquist frequency f_N.</a:t>
            </a:r>
          </a:p>
        </p:txBody>
      </p:sp>
      <p:sp>
        <p:nvSpPr>
          <p:cNvPr id="12" name="text">
            <a:extLst xmlns:a="http://schemas.openxmlformats.org/drawingml/2006/main">
              <a:ext uri="{FF2B5EF4-FFF2-40B4-BE49-F238E27FC236}">
                <a16:creationId xmlns:a16="http://schemas.microsoft.com/office/drawing/2014/main" id="{76005710-9059-419E-9966-0F188B4513A2}"/>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 No, choose adequate sampling first.</a:t>
            </a:r>
          </a:p>
        </p:txBody>
      </p:sp>
      <p:sp>
        <p:nvSpPr>
          <p:cNvPr id="13" name="text">
            <a:extLst xmlns:a="http://schemas.openxmlformats.org/drawingml/2006/main">
              <a:ext uri="{FF2B5EF4-FFF2-40B4-BE49-F238E27FC236}">
                <a16:creationId xmlns:a16="http://schemas.microsoft.com/office/drawing/2014/main" id="{278B06DA-5B60-43C5-9A46-DB3D8AE18B48}"/>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 The frequency represented in the data.</a:t>
            </a:r>
          </a:p>
        </p:txBody>
      </p:sp>
    </p:spTree>
    <p:extLst>
      <p:ext uri="{BB962C8B-B14F-4D97-AF65-F5344CB8AC3E}">
        <p14:creationId xmlns:p14="http://schemas.microsoft.com/office/powerpoint/2010/main" val="213379578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B669665A-CF65-4EA7-9FB6-EEDE9438AB0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D3ADFCB-BE6B-4808-89B4-0092B6D1FC8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F530DB05-D0B3-4F37-B801-22D249AD2A9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31</a:t>
            </a:r>
          </a:p>
        </p:txBody>
      </p:sp>
      <p:sp>
        <p:nvSpPr>
          <p:cNvPr id="4" name="text">
            <a:extLst xmlns:a="http://schemas.openxmlformats.org/drawingml/2006/main">
              <a:ext uri="{FF2B5EF4-FFF2-40B4-BE49-F238E27FC236}">
                <a16:creationId xmlns:a16="http://schemas.microsoft.com/office/drawing/2014/main" id="{932915E8-40DE-45C0-93FB-A33D8EE54926}"/>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7FEFB73D-F299-47DB-A7E7-C196D60B1D0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48119957-0687-4AE6-81B3-D17840782097}"/>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prepared cells.</a:t>
            </a:r>
          </a:p>
        </p:txBody>
      </p:sp>
      <p:sp>
        <p:nvSpPr>
          <p:cNvPr id="7" name="text">
            <a:extLst xmlns:a="http://schemas.openxmlformats.org/drawingml/2006/main">
              <a:ext uri="{FF2B5EF4-FFF2-40B4-BE49-F238E27FC236}">
                <a16:creationId xmlns:a16="http://schemas.microsoft.com/office/drawing/2014/main" id="{6491FDB0-8C91-43B7-972B-DF1911EE82C6}"/>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all figures visible.</a:t>
            </a:r>
          </a:p>
        </p:txBody>
      </p:sp>
      <p:sp>
        <p:nvSpPr>
          <p:cNvPr id="8" name="text">
            <a:extLst xmlns:a="http://schemas.openxmlformats.org/drawingml/2006/main">
              <a:ext uri="{FF2B5EF4-FFF2-40B4-BE49-F238E27FC236}">
                <a16:creationId xmlns:a16="http://schemas.microsoft.com/office/drawing/2014/main" id="{FDDEAD32-4048-47E6-BB75-62FD71412CAF}"/>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every response section.</a:t>
            </a:r>
          </a:p>
        </p:txBody>
      </p:sp>
      <p:sp>
        <p:nvSpPr>
          <p:cNvPr id="9" name="text">
            <a:extLst xmlns:a="http://schemas.openxmlformats.org/drawingml/2006/main">
              <a:ext uri="{FF2B5EF4-FFF2-40B4-BE49-F238E27FC236}">
                <a16:creationId xmlns:a16="http://schemas.microsoft.com/office/drawing/2014/main" id="{81EED771-53A2-4813-A889-E0D1360DD08D}"/>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for Canvas.</a:t>
            </a:r>
          </a:p>
        </p:txBody>
      </p:sp>
      <p:sp>
        <p:nvSpPr>
          <p:cNvPr id="10" name="text">
            <a:extLst xmlns:a="http://schemas.openxmlformats.org/drawingml/2006/main">
              <a:ext uri="{FF2B5EF4-FFF2-40B4-BE49-F238E27FC236}">
                <a16:creationId xmlns:a16="http://schemas.microsoft.com/office/drawing/2014/main" id="{7715DEFB-B5BC-4555-9BF7-543C7087AE6E}"/>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a:t>
            </a:r>
          </a:p>
        </p:txBody>
      </p:sp>
      <p:sp>
        <p:nvSpPr>
          <p:cNvPr id="11" name="text">
            <a:extLst xmlns:a="http://schemas.openxmlformats.org/drawingml/2006/main">
              <a:ext uri="{FF2B5EF4-FFF2-40B4-BE49-F238E27FC236}">
                <a16:creationId xmlns:a16="http://schemas.microsoft.com/office/drawing/2014/main" id="{39E46F04-A704-49C0-8204-EBCE4A50B51E}"/>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86C67584-F2F5-4945-83EC-F93AB0A3DF10}"/>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12016973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2026-09-13T01:01:30.7640000Z</dcterms:created>
  <dcterms:modified xsi:type="dcterms:W3CDTF">2026-09-13T01:01:30.7640000Z</dcterms:modified>
</coreProperties>
</file>