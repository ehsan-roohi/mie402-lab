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0-2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2: measuring a single pendulum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881C1C"/>
                </a:solidFill>
                <a:latin typeface="Aptos"/>
              </a:defRPr>
            </a:pPr>
            <a:r>
              <a:t>From high-speed video to a defensible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61616"/>
                </a:solidFill>
                <a:latin typeface="Aptos"/>
              </a:defRPr>
            </a:pPr>
            <a:r>
              <a:t>Physical model, finite-angle behavior, camera measurement, tracking, and Pre-Lab 2.</a:t>
            </a:r>
          </a:p>
        </p:txBody>
      </p:sp>
      <p:pic>
        <p:nvPicPr>
          <p:cNvPr id="7" name="Picture 6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206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2-4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you will do in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pendulum from rest at three angle ranges.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motion with high-speed camera.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Track bob and convert x(t), y(t) into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period and frequency with model.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4-6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Physical system and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bob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L: pivot-to-bob-center distance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theta(t): angle from downward vertical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omega(t) = dtheta/dt: angular velocity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remains fixed and every release begins with omega(0) =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6-8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Restoring torque and nonlinear equation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81C1C"/>
                </a:solidFill>
                <a:latin typeface="Aptos"/>
              </a:defRPr>
            </a:pPr>
            <a:r>
              <a:t>I theta_double_dot = -m g L sin(theta)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61616"/>
                </a:solidFill>
                <a:latin typeface="Aptos"/>
              </a:defRPr>
            </a:pPr>
            <a:r>
              <a:t>For a point mass: theta_double_dot + (g/L) sin(theta)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Gravity drives the bob toward theta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sine term makes exact motion nonlinear.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Mass cancels in the ideal point-mass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8-10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Small-angle model and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81C1C"/>
                </a:solidFill>
                <a:latin typeface="Aptos"/>
              </a:defRPr>
            </a:pPr>
            <a:r>
              <a:t>sin(theta) approximately theta, for theta in radians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61616"/>
                </a:solidFill>
                <a:latin typeface="Aptos"/>
              </a:defRPr>
            </a:pPr>
            <a:r>
              <a:t>omega_n = sqrt(g/L)     f_n = omega_n/(2 pi)     T0 = 2 pi sqrt(L/g)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000">
                <a:solidFill>
                  <a:srgbClr val="161616"/>
                </a:solidFill>
                <a:latin typeface="Aptos"/>
              </a:defRPr>
            </a:pPr>
            <a:r>
              <a:t>Linear model predicts a sinusoidal angle history.</a:t>
            </a:r>
          </a:p>
          <a:p>
            <a:pPr>
              <a:spcAft>
                <a:spcPts val="1100"/>
              </a:spcAft>
              <a:defRPr sz="2000">
                <a:solidFill>
                  <a:srgbClr val="161616"/>
                </a:solidFill>
                <a:latin typeface="Aptos"/>
              </a:defRPr>
            </a:pPr>
            <a:r>
              <a:t>Longer L lowers natural frequency.</a:t>
            </a:r>
          </a:p>
          <a:p>
            <a:pPr>
              <a:spcAft>
                <a:spcPts val="1100"/>
              </a:spcAft>
              <a:defRPr sz="2000">
                <a:solidFill>
                  <a:srgbClr val="161616"/>
                </a:solidFill>
                <a:latin typeface="Aptos"/>
              </a:defRPr>
            </a:pPr>
            <a:r>
              <a:t>Use model mainly near equilibrium.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10-12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large initial angle changes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large angle, sin(theta) differs from theta.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Exact restoring torque is weaker than linear model predicts at the same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Finite-angle pendulum takes longer to complete a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Three Lab 2 releases reveal this change.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12-14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Energy during a swing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881C1C"/>
                </a:solidFill>
                <a:latin typeface="Aptos"/>
              </a:defRPr>
            </a:pPr>
            <a:r>
              <a:t>E = 1/2 m L^2 omega^2 + m g L (1 - cos(theta))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release theta is largest and omega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Near bottom theta = 0 and speed is largest.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Real data decays slowly due to air drag and pivot friction.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14-16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camera actually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stores frames, not angle directly.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Every frame contains pivot and bob positions.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Useful record needs full motion in frame, sharp contrast, and visible bob center.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Frame rate becomes time spacing of measurement.</a:t>
            </a:r>
          </a:p>
        </p:txBody>
      </p:sp>
      <p:pic>
        <p:nvPicPr>
          <p:cNvPr id="6" name="Picture 5" descr="lab2-camera-main-sc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16-18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Camera settings and useful video</a:t>
            </a:r>
          </a:p>
        </p:txBody>
      </p:sp>
      <p:pic>
        <p:nvPicPr>
          <p:cNvPr id="5" name="Picture 4" descr="lab2-camera-record-sett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4114800" cy="3063240"/>
          </a:xfrm>
          <a:prstGeom prst="rect">
            <a:avLst/>
          </a:prstGeom>
        </p:spPr>
      </p:pic>
      <p:pic>
        <p:nvPicPr>
          <p:cNvPr id="6" name="Picture 5" descr="lab2-camera-trigger-de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11480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80060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Record actual frame rate.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Use trigger delay that includes release and cycles.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Test framing before experiment.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Smooth video does not prove accurate tracking.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18-20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pixels to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marks have known separation, normally 100 mm.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gives pixel-to-millimeter scale.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Do not move camera or change zoom after calibration.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App saves time and bob coordinates.</a:t>
            </a:r>
          </a:p>
        </p:txBody>
      </p:sp>
      <p:pic>
        <p:nvPicPr>
          <p:cNvPr id="6" name="Picture 5" descr="lab2-analyzer-cali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20-22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coordinates to a signed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81C1C"/>
                </a:solidFill>
                <a:latin typeface="Aptos"/>
              </a:defRPr>
            </a:pPr>
            <a:r>
              <a:t>theta(t) = atan2( xb - xp,  yp - yb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xp, yp are pivot coordinates; xb, yb are bob-center coordinates.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atan2 preserves the correct quadrant.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radians for modeling and derivatives.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 drifting pivot creates false angle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22-25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Tracking workflow in MATLAB</a:t>
            </a:r>
          </a:p>
        </p:txBody>
      </p:sp>
      <p:pic>
        <p:nvPicPr>
          <p:cNvPr id="5" name="Picture 4" descr="lab2-analyzer-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749039" cy="4389120"/>
          </a:xfrm>
          <a:prstGeom prst="rect">
            <a:avLst/>
          </a:prstGeom>
        </p:spPr>
      </p:pic>
      <p:pic>
        <p:nvPicPr>
          <p:cNvPr id="6" name="Picture 5" descr="lab2-analyzer-trac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749039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0020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Select Single pendulum.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Enter actual camera frame rate.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Calibrate, select pivot and bob, then Quick Review.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Run Analyze All Frames only after marker follows bob.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25-27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frame rate belongs in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881C1C"/>
                </a:solidFill>
                <a:latin typeface="Aptos"/>
              </a:defRPr>
            </a:pPr>
            <a:r>
              <a:t>At 1000 frames/s: Nyquist frequency = 500 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L = 0.82 m, one small-angle period has about 1800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Dense frames support time histories and derivatives.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Wrong frame rate gives wrong time, frequency, and angular velocity.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27-29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Angular velocity and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81C1C"/>
                </a:solidFill>
                <a:latin typeface="Aptos"/>
              </a:defRPr>
            </a:pPr>
            <a:r>
              <a:t>omega(t) = d theta(t) / 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Differentiation magnifies frame-to-frame error.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Inspect theta(t) before interpreting omega(t).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State smoothing method and show it does not hide tracking problem.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Maximum speed occurs near bottom.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29-31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Period from time history and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Time domain: measure time between same-direction peaks.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Frequency domain: remove mean, compute FFT, identify dominant peak.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Bin spacing Delta f = 1/T_record.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Time-domain period and spectral frequency should 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881C1C"/>
                </a:solidFill>
                <a:latin typeface="Aptos"/>
              </a:defRPr>
            </a:pPr>
            <a:r>
              <a:t>f = 1/T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4747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61616"/>
                </a:solidFill>
                <a:latin typeface="Aptos"/>
              </a:defRPr>
            </a:pPr>
            <a:r>
              <a:t>Delta f = 1/T_record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31-33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 trial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A: theta0 below 10 degrees. Closest test of small-angle theory.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B: theta0 from 10 to 90 degrees. Observe period change.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C: theta0 from 90 to 180 degrees. Expect strong nonlinearity; keep bob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All releases start from rest. Record theta0 from protractor.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33-35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Data quality before accepting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remains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edge and center are visible without glare.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and calibration marks are visible.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begins from rest.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Quick Review follows bob for nearly all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Notes include file name, angle, frame rate, calibration distance.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35-38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Pre-Lab 2: what you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One Word or PDF before laboratory section.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1: calculate omega_n, f_n, T0.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2: predict behavior before simulation.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3: estimate periods and explain finite-angle behavior.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Tasks 4-6: explain tracking, frame rate, and lab plan.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38-41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Evidence for combined Lab 2 and 3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Table: L, mass, theta0, predicted and measured frequency.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Plots: theta(t) and omega(t) with units.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Spectrum: meaningful range and stated bin spacing.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Discussion: distinguish finite-angle limitation from tracking error and damping.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41-45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In-class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1C1C"/>
                </a:solidFill>
                <a:latin typeface="Aptos"/>
              </a:defRPr>
            </a:pPr>
            <a:r>
              <a:t>For L = 0.82 m, which release has longest period?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88920"/>
            <a:ext cx="8138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A. 8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B. 35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C. 105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Explain using exact sine restoring torque.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45-48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Before leaving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Save and back up every video and MAT output.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tracking for every trial.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initial angle, frame rate, calibration distance, length, mass, and file names.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Check one theta(t) plot and spectrum with GTA.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Keep raw data for combined report.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48-50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Key ideas for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images become positions; analysis converts positions to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Small-angle theory has a clear range of validity.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Initial angle affects real pendulum period.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Frame rate and calibration are measurement settings.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theory, time history, and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