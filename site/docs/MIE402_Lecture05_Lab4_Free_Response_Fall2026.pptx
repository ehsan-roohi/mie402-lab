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2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b2cfa4439c49e0" /><Relationship Type="http://schemas.openxmlformats.org/officeDocument/2006/relationships/extended-properties" Target="/docProps/app.xml" Id="Rd18540ae38974cbe" /><Relationship Type="http://schemas.openxmlformats.org/officeDocument/2006/relationships/officeDocument" Target="/ppt/presentation.xml" Id="R99768f48174548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a95af608f4462f"/>
  </p:sldMasterIdLst>
  <p:notesMasterIdLst>
    <p:notesMasterId xmlns:r="http://schemas.openxmlformats.org/officeDocument/2006/relationships" r:id="R19320ba9fa714f91"/>
  </p:notesMasterIdLst>
  <p:sldIdLst>
    <p:sldId xmlns:r="http://schemas.openxmlformats.org/officeDocument/2006/relationships" id="256" r:id="R29d2c7a39a394fad"/>
    <p:sldId xmlns:r="http://schemas.openxmlformats.org/officeDocument/2006/relationships" id="257" r:id="R55718a25ff964efa"/>
    <p:sldId xmlns:r="http://schemas.openxmlformats.org/officeDocument/2006/relationships" id="258" r:id="R30015499df6c43d6"/>
    <p:sldId xmlns:r="http://schemas.openxmlformats.org/officeDocument/2006/relationships" id="259" r:id="R4c4108748cd3474c"/>
    <p:sldId xmlns:r="http://schemas.openxmlformats.org/officeDocument/2006/relationships" id="260" r:id="Rad9a2a25e9b6466b"/>
    <p:sldId xmlns:r="http://schemas.openxmlformats.org/officeDocument/2006/relationships" id="261" r:id="Rea0e6609f22c4c3f"/>
    <p:sldId xmlns:r="http://schemas.openxmlformats.org/officeDocument/2006/relationships" id="262" r:id="R3ca502429cf04f7a"/>
    <p:sldId xmlns:r="http://schemas.openxmlformats.org/officeDocument/2006/relationships" id="263" r:id="Rcc5c88b35fe04e4c"/>
    <p:sldId xmlns:r="http://schemas.openxmlformats.org/officeDocument/2006/relationships" id="264" r:id="Re88d0b65eb86422b"/>
    <p:sldId xmlns:r="http://schemas.openxmlformats.org/officeDocument/2006/relationships" id="265" r:id="R4368350796a64dca"/>
    <p:sldId xmlns:r="http://schemas.openxmlformats.org/officeDocument/2006/relationships" id="266" r:id="R2d4cb58f6d73493a"/>
    <p:sldId xmlns:r="http://schemas.openxmlformats.org/officeDocument/2006/relationships" id="267" r:id="R270080650e4f498a"/>
    <p:sldId xmlns:r="http://schemas.openxmlformats.org/officeDocument/2006/relationships" id="268" r:id="R57eaa7800f7d4fab"/>
    <p:sldId xmlns:r="http://schemas.openxmlformats.org/officeDocument/2006/relationships" id="269" r:id="R6a64a0383efa42d1"/>
    <p:sldId xmlns:r="http://schemas.openxmlformats.org/officeDocument/2006/relationships" id="270" r:id="Rfa0456d652e24179"/>
    <p:sldId xmlns:r="http://schemas.openxmlformats.org/officeDocument/2006/relationships" id="271" r:id="Rbb3f10dfb21a4bf8"/>
    <p:sldId xmlns:r="http://schemas.openxmlformats.org/officeDocument/2006/relationships" id="272" r:id="Rfdbb45ab367141b8"/>
    <p:sldId xmlns:r="http://schemas.openxmlformats.org/officeDocument/2006/relationships" id="273" r:id="R671cea6e767441d8"/>
    <p:sldId xmlns:r="http://schemas.openxmlformats.org/officeDocument/2006/relationships" id="274" r:id="R50fc76136d494a6e"/>
    <p:sldId xmlns:r="http://schemas.openxmlformats.org/officeDocument/2006/relationships" id="275" r:id="R5a6093d3faea46ef"/>
    <p:sldId xmlns:r="http://schemas.openxmlformats.org/officeDocument/2006/relationships" id="276" r:id="Rc9d2db60e3fa462e"/>
    <p:sldId xmlns:r="http://schemas.openxmlformats.org/officeDocument/2006/relationships" id="277" r:id="Rc936f5ae35634237"/>
    <p:sldId xmlns:r="http://schemas.openxmlformats.org/officeDocument/2006/relationships" id="278" r:id="R650d982e42be4bd3"/>
    <p:sldId xmlns:r="http://schemas.openxmlformats.org/officeDocument/2006/relationships" id="279" r:id="R2c56a6641d51468c"/>
    <p:sldId xmlns:r="http://schemas.openxmlformats.org/officeDocument/2006/relationships" id="280" r:id="R5d0d92afcab146fa"/>
    <p:sldId xmlns:r="http://schemas.openxmlformats.org/officeDocument/2006/relationships" id="281" r:id="R8cea8246ada541f3"/>
    <p:sldId xmlns:r="http://schemas.openxmlformats.org/officeDocument/2006/relationships" id="282" r:id="Rd2d15ad1c6324e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62d72aac644f8e" /><Relationship Type="http://schemas.openxmlformats.org/officeDocument/2006/relationships/slideMaster" Target="/ppt/slideMasters/slideMaster1.xml" Id="R8ca95af608f4462f" /><Relationship Type="http://schemas.openxmlformats.org/officeDocument/2006/relationships/notesMaster" Target="/ppt/notesMasters/notesMaster1.xml" Id="R19320ba9fa714f91" /><Relationship Type="http://schemas.openxmlformats.org/officeDocument/2006/relationships/presProps" Target="/ppt/presProps.xml" Id="Rad8d302741ea45c2" /><Relationship Type="http://schemas.openxmlformats.org/officeDocument/2006/relationships/tableStyles" Target="/ppt/tableStyles.xml" Id="Rf9cc28fd30c94db2" /><Relationship Type="http://schemas.openxmlformats.org/officeDocument/2006/relationships/slide" Target="/ppt/slides/slide1.xml" Id="R29d2c7a39a394fad" /><Relationship Type="http://schemas.openxmlformats.org/officeDocument/2006/relationships/slide" Target="/ppt/slides/slide2.xml" Id="R55718a25ff964efa" /><Relationship Type="http://schemas.openxmlformats.org/officeDocument/2006/relationships/slide" Target="/ppt/slides/slide3.xml" Id="R30015499df6c43d6" /><Relationship Type="http://schemas.openxmlformats.org/officeDocument/2006/relationships/slide" Target="/ppt/slides/slide4.xml" Id="R4c4108748cd3474c" /><Relationship Type="http://schemas.openxmlformats.org/officeDocument/2006/relationships/slide" Target="/ppt/slides/slide5.xml" Id="Rad9a2a25e9b6466b" /><Relationship Type="http://schemas.openxmlformats.org/officeDocument/2006/relationships/slide" Target="/ppt/slides/slide6.xml" Id="Rea0e6609f22c4c3f" /><Relationship Type="http://schemas.openxmlformats.org/officeDocument/2006/relationships/slide" Target="/ppt/slides/slide7.xml" Id="R3ca502429cf04f7a" /><Relationship Type="http://schemas.openxmlformats.org/officeDocument/2006/relationships/slide" Target="/ppt/slides/slide8.xml" Id="Rcc5c88b35fe04e4c" /><Relationship Type="http://schemas.openxmlformats.org/officeDocument/2006/relationships/slide" Target="/ppt/slides/slide9.xml" Id="Re88d0b65eb86422b" /><Relationship Type="http://schemas.openxmlformats.org/officeDocument/2006/relationships/slide" Target="/ppt/slides/slide10.xml" Id="R4368350796a64dca" /><Relationship Type="http://schemas.openxmlformats.org/officeDocument/2006/relationships/slide" Target="/ppt/slides/slide11.xml" Id="R2d4cb58f6d73493a" /><Relationship Type="http://schemas.openxmlformats.org/officeDocument/2006/relationships/slide" Target="/ppt/slides/slide12.xml" Id="R270080650e4f498a" /><Relationship Type="http://schemas.openxmlformats.org/officeDocument/2006/relationships/slide" Target="/ppt/slides/slide13.xml" Id="R57eaa7800f7d4fab" /><Relationship Type="http://schemas.openxmlformats.org/officeDocument/2006/relationships/slide" Target="/ppt/slides/slide14.xml" Id="R6a64a0383efa42d1" /><Relationship Type="http://schemas.openxmlformats.org/officeDocument/2006/relationships/slide" Target="/ppt/slides/slide15.xml" Id="Rfa0456d652e24179" /><Relationship Type="http://schemas.openxmlformats.org/officeDocument/2006/relationships/slide" Target="/ppt/slides/slide16.xml" Id="Rbb3f10dfb21a4bf8" /><Relationship Type="http://schemas.openxmlformats.org/officeDocument/2006/relationships/slide" Target="/ppt/slides/slide17.xml" Id="Rfdbb45ab367141b8" /><Relationship Type="http://schemas.openxmlformats.org/officeDocument/2006/relationships/slide" Target="/ppt/slides/slide18.xml" Id="R671cea6e767441d8" /><Relationship Type="http://schemas.openxmlformats.org/officeDocument/2006/relationships/slide" Target="/ppt/slides/slide19.xml" Id="R50fc76136d494a6e" /><Relationship Type="http://schemas.openxmlformats.org/officeDocument/2006/relationships/slide" Target="/ppt/slides/slide20.xml" Id="R5a6093d3faea46ef" /><Relationship Type="http://schemas.openxmlformats.org/officeDocument/2006/relationships/slide" Target="/ppt/slides/slide21.xml" Id="Rc9d2db60e3fa462e" /><Relationship Type="http://schemas.openxmlformats.org/officeDocument/2006/relationships/slide" Target="/ppt/slides/slide22.xml" Id="Rc936f5ae35634237" /><Relationship Type="http://schemas.openxmlformats.org/officeDocument/2006/relationships/slide" Target="/ppt/slides/slide23.xml" Id="R650d982e42be4bd3" /><Relationship Type="http://schemas.openxmlformats.org/officeDocument/2006/relationships/slide" Target="/ppt/slides/slide24.xml" Id="R2c56a6641d51468c" /><Relationship Type="http://schemas.openxmlformats.org/officeDocument/2006/relationships/slide" Target="/ppt/slides/slide25.xml" Id="R5d0d92afcab146fa" /><Relationship Type="http://schemas.openxmlformats.org/officeDocument/2006/relationships/slide" Target="/ppt/slides/slide26.xml" Id="R8cea8246ada541f3" /><Relationship Type="http://schemas.openxmlformats.org/officeDocument/2006/relationships/slide" Target="/ppt/slides/slide27.xml" Id="Rd2d15ad1c6324e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fd67f791dc41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d2cc968f0c484c" /><Relationship Type="http://schemas.openxmlformats.org/officeDocument/2006/relationships/notesMaster" Target="/ppt/notesMasters/notesMaster1.xml" Id="R13d12f5001f14a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231e8150634b6c" /><Relationship Type="http://schemas.openxmlformats.org/officeDocument/2006/relationships/notesMaster" Target="/ppt/notesMasters/notesMaster1.xml" Id="R2a48185e268d47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de92fb209d4d99" /><Relationship Type="http://schemas.openxmlformats.org/officeDocument/2006/relationships/notesMaster" Target="/ppt/notesMasters/notesMaster1.xml" Id="R8731469d7fd34b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5dab2b2114495c" /><Relationship Type="http://schemas.openxmlformats.org/officeDocument/2006/relationships/notesMaster" Target="/ppt/notesMasters/notesMaster1.xml" Id="Re7be118da6db48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b0c9a91e454c45" /><Relationship Type="http://schemas.openxmlformats.org/officeDocument/2006/relationships/notesMaster" Target="/ppt/notesMasters/notesMaster1.xml" Id="Rc7c26f181d9945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4de2cee9d74080" /><Relationship Type="http://schemas.openxmlformats.org/officeDocument/2006/relationships/notesMaster" Target="/ppt/notesMasters/notesMaster1.xml" Id="R3638c51967f141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84590b852b430b" /><Relationship Type="http://schemas.openxmlformats.org/officeDocument/2006/relationships/notesMaster" Target="/ppt/notesMasters/notesMaster1.xml" Id="Ra3a87061b3be432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9dbb61f4c7a458e" /><Relationship Type="http://schemas.openxmlformats.org/officeDocument/2006/relationships/notesMaster" Target="/ppt/notesMasters/notesMaster1.xml" Id="R58acdb8b188c4e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4ff36f272c24141" /><Relationship Type="http://schemas.openxmlformats.org/officeDocument/2006/relationships/notesMaster" Target="/ppt/notesMasters/notesMaster1.xml" Id="R02a57beb4c22486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47dfecec2114643" /><Relationship Type="http://schemas.openxmlformats.org/officeDocument/2006/relationships/notesMaster" Target="/ppt/notesMasters/notesMaster1.xml" Id="R74984e814d5c4b3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f5cdc025c3542a7" /><Relationship Type="http://schemas.openxmlformats.org/officeDocument/2006/relationships/notesMaster" Target="/ppt/notesMasters/notesMaster1.xml" Id="R8ec5a411000e4e7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4a79c18a5da4d67" /><Relationship Type="http://schemas.openxmlformats.org/officeDocument/2006/relationships/notesMaster" Target="/ppt/notesMasters/notesMaster1.xml" Id="R66aa30e77f9b459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4768d9329b94392" /><Relationship Type="http://schemas.openxmlformats.org/officeDocument/2006/relationships/notesMaster" Target="/ppt/notesMasters/notesMaster1.xml" Id="R3df2d766ed34419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316fa7d94d64433" /><Relationship Type="http://schemas.openxmlformats.org/officeDocument/2006/relationships/notesMaster" Target="/ppt/notesMasters/notesMaster1.xml" Id="R1c7bd514739e427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f91b041184a4602" /><Relationship Type="http://schemas.openxmlformats.org/officeDocument/2006/relationships/notesMaster" Target="/ppt/notesMasters/notesMaster1.xml" Id="Rf6ecb05ae0c84dc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75437d990254a4d" /><Relationship Type="http://schemas.openxmlformats.org/officeDocument/2006/relationships/notesMaster" Target="/ppt/notesMasters/notesMaster1.xml" Id="Rf5b5a885a6a5445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40b6692d845414f" /><Relationship Type="http://schemas.openxmlformats.org/officeDocument/2006/relationships/notesMaster" Target="/ppt/notesMasters/notesMaster1.xml" Id="R8051c6112d6e41a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cf41a30eeec466c" /><Relationship Type="http://schemas.openxmlformats.org/officeDocument/2006/relationships/notesMaster" Target="/ppt/notesMasters/notesMaster1.xml" Id="Rb6af877415824ae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5bd070f674d4296" /><Relationship Type="http://schemas.openxmlformats.org/officeDocument/2006/relationships/notesMaster" Target="/ppt/notesMasters/notesMaster1.xml" Id="R1d4bb386b5974b9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b56329812244647" /><Relationship Type="http://schemas.openxmlformats.org/officeDocument/2006/relationships/notesMaster" Target="/ppt/notesMasters/notesMaster1.xml" Id="R5d1b05d0bdf249d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fceebfbb76849cd" /><Relationship Type="http://schemas.openxmlformats.org/officeDocument/2006/relationships/notesMaster" Target="/ppt/notesMasters/notesMaster1.xml" Id="R95debd7d8e4e43c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61241ce47464047" /><Relationship Type="http://schemas.openxmlformats.org/officeDocument/2006/relationships/notesMaster" Target="/ppt/notesMasters/notesMaster1.xml" Id="R837e682418964f7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8958ad7c57b4ffe" /><Relationship Type="http://schemas.openxmlformats.org/officeDocument/2006/relationships/notesMaster" Target="/ppt/notesMasters/notesMaster1.xml" Id="Rd7a0cd8f25f1422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4f189dd6c5f4566" /><Relationship Type="http://schemas.openxmlformats.org/officeDocument/2006/relationships/notesMaster" Target="/ppt/notesMasters/notesMaster1.xml" Id="R1d110b76441a475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35cf6d034c54e73" /><Relationship Type="http://schemas.openxmlformats.org/officeDocument/2006/relationships/notesMaster" Target="/ppt/notesMasters/notesMaster1.xml" Id="Rafccb1dad7b143a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9d812acfab14113" /><Relationship Type="http://schemas.openxmlformats.org/officeDocument/2006/relationships/notesMaster" Target="/ppt/notesMasters/notesMaster1.xml" Id="Red9d6388f90e464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e872b744f9f448f" /><Relationship Type="http://schemas.openxmlformats.org/officeDocument/2006/relationships/notesMaster" Target="/ppt/notesMasters/notesMaster1.xml" Id="R366d6637c1154b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c60ba23ad44c9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972b8ac87b4ef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11028fea064cb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d27de5d84d4dc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9255e4c51f4b2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61b9bd6dac45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7A00E26-BFA8-474D-AC0A-BBABCD94CE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6A13494-26D7-4D64-AE59-093DBC1A2CD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0400DE9-5E88-4CE5-AB01-BD301CC1A3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2488C4E-0F99-4EE4-A9F4-D3BF8F58DF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4AB3EC6-4D6B-4574-8725-CD1797AE75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B24E88C-4B0D-44E6-BE3B-C0B9E355CC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35DACC7-FA12-469F-A4C7-887550FC8B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2A2849E-6E6D-4C20-AF3D-117586FFC2B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DD6FB65-F2FD-4936-80BB-34C1BAA38B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72A5565-DE18-43E4-80F7-8CA9D1F2F3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ed5a8e3d89460a" /><Relationship Type="http://schemas.openxmlformats.org/officeDocument/2006/relationships/slideLayout" Target="/ppt/slideLayouts/slideLayout1.xml" Id="R605c45badbef4160" /><Relationship Type="http://schemas.openxmlformats.org/officeDocument/2006/relationships/slideLayout" Target="/ppt/slideLayouts/slideLayout2.xml" Id="R347d773990b74ab6" /><Relationship Type="http://schemas.openxmlformats.org/officeDocument/2006/relationships/slideLayout" Target="/ppt/slideLayouts/slideLayout3.xml" Id="R428af275dd054a18" /><Relationship Type="http://schemas.openxmlformats.org/officeDocument/2006/relationships/slideLayout" Target="/ppt/slideLayouts/slideLayout4.xml" Id="R82fed7eebbaa43ca" /><Relationship Type="http://schemas.openxmlformats.org/officeDocument/2006/relationships/slideLayout" Target="/ppt/slideLayouts/slideLayout5.xml" Id="Rd58c67e237d54f90" /><Relationship Type="http://schemas.openxmlformats.org/officeDocument/2006/relationships/slideLayout" Target="/ppt/slideLayouts/slideLayout6.xml" Id="R835917d92e5f4a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5c45badbef4160"/>
    <p:sldLayoutId xmlns:r="http://schemas.openxmlformats.org/officeDocument/2006/relationships" id="2147483650" r:id="R347d773990b74ab6"/>
    <p:sldLayoutId xmlns:r="http://schemas.openxmlformats.org/officeDocument/2006/relationships" id="2147483651" r:id="R428af275dd054a18"/>
    <p:sldLayoutId xmlns:r="http://schemas.openxmlformats.org/officeDocument/2006/relationships" id="2147483652" r:id="R82fed7eebbaa43ca"/>
    <p:sldLayoutId xmlns:r="http://schemas.openxmlformats.org/officeDocument/2006/relationships" id="2147483653" r:id="Rd58c67e237d54f90"/>
    <p:sldLayoutId xmlns:r="http://schemas.openxmlformats.org/officeDocument/2006/relationships" id="2147483654" r:id="R835917d92e5f4a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658eb812f749da" /><Relationship Type="http://schemas.openxmlformats.org/officeDocument/2006/relationships/image" Target="/ppt/media/image.jpeg" Id="Rde43d0c35aa74575" /><Relationship Type="http://schemas.openxmlformats.org/officeDocument/2006/relationships/notesSlide" Target="/ppt/notesSlides/notesSlide1.xml" Id="Rfea3ea255d0041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2c111c015f41ae" /><Relationship Type="http://schemas.openxmlformats.org/officeDocument/2006/relationships/image" Target="/ppt/media/image2.jpeg" Id="R540619648528456c" /><Relationship Type="http://schemas.openxmlformats.org/officeDocument/2006/relationships/image" Target="/ppt/media/image3.jpeg" Id="R32ddff21bf4e4f41" /><Relationship Type="http://schemas.openxmlformats.org/officeDocument/2006/relationships/notesSlide" Target="/ppt/notesSlides/notesSlide2.xml" Id="R5ca5be8a3c5c40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faded38ccd484f" /><Relationship Type="http://schemas.openxmlformats.org/officeDocument/2006/relationships/image" Target="/ppt/media/image.png" Id="Rfbcde34816e44253" /><Relationship Type="http://schemas.openxmlformats.org/officeDocument/2006/relationships/notesSlide" Target="/ppt/notesSlides/notesSlide3.xml" Id="R96752ede774a46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a5eb5f12e049f6" /><Relationship Type="http://schemas.openxmlformats.org/officeDocument/2006/relationships/image" Target="/ppt/media/image4.jpeg" Id="R1f19eff2f1834a78" /><Relationship Type="http://schemas.openxmlformats.org/officeDocument/2006/relationships/image" Target="/ppt/media/image5.jpeg" Id="Raca63e9823f34a72" /><Relationship Type="http://schemas.openxmlformats.org/officeDocument/2006/relationships/image" Target="/ppt/media/image6.jpeg" Id="R5972440224ae4142" /><Relationship Type="http://schemas.openxmlformats.org/officeDocument/2006/relationships/image" Target="/ppt/media/image7.jpeg" Id="Rd39de6a73838478b" /><Relationship Type="http://schemas.openxmlformats.org/officeDocument/2006/relationships/notesSlide" Target="/ppt/notesSlides/notesSlide4.xml" Id="Rde1d76d2be4d46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160956bddc45af" /><Relationship Type="http://schemas.openxmlformats.org/officeDocument/2006/relationships/notesSlide" Target="/ppt/notesSlides/notesSlide5.xml" Id="R98194601c97b4e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484f7605a24cb8" /><Relationship Type="http://schemas.openxmlformats.org/officeDocument/2006/relationships/image" Target="/ppt/media/image8.jpeg" Id="R866e89f4976e4192" /><Relationship Type="http://schemas.openxmlformats.org/officeDocument/2006/relationships/notesSlide" Target="/ppt/notesSlides/notesSlide6.xml" Id="R414a3846427243b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eba6ed4fc24634" /><Relationship Type="http://schemas.openxmlformats.org/officeDocument/2006/relationships/image" Target="/ppt/media/image2.png" Id="R1b4d1e18a31144b6" /><Relationship Type="http://schemas.openxmlformats.org/officeDocument/2006/relationships/notesSlide" Target="/ppt/notesSlides/notesSlide7.xml" Id="R820b1e7dacae4c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7c0511f5bc43c0" /><Relationship Type="http://schemas.openxmlformats.org/officeDocument/2006/relationships/notesSlide" Target="/ppt/notesSlides/notesSlide8.xml" Id="R69c003cac2f74e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35357c0e0a44da" /><Relationship Type="http://schemas.openxmlformats.org/officeDocument/2006/relationships/notesSlide" Target="/ppt/notesSlides/notesSlide9.xml" Id="R16a0c30f106e44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7f560c6dc44662" /><Relationship Type="http://schemas.openxmlformats.org/officeDocument/2006/relationships/notesSlide" Target="/ppt/notesSlides/notesSlide10.xml" Id="R3993de3e70d2454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3c48c89b3c4d6d" /><Relationship Type="http://schemas.openxmlformats.org/officeDocument/2006/relationships/notesSlide" Target="/ppt/notesSlides/notesSlide11.xml" Id="Re2aad531ed784f3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a09550188249d7" /><Relationship Type="http://schemas.openxmlformats.org/officeDocument/2006/relationships/notesSlide" Target="/ppt/notesSlides/notesSlide12.xml" Id="R59b12f210a7a47e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eb55dd8f3b4dad" /><Relationship Type="http://schemas.openxmlformats.org/officeDocument/2006/relationships/notesSlide" Target="/ppt/notesSlides/notesSlide13.xml" Id="Rede2970e0e0f49a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2a22de239b4a15" /><Relationship Type="http://schemas.openxmlformats.org/officeDocument/2006/relationships/chart" Target="/ppt/slides/charts/chart1.xml" Id="R69f89468633c4d22" /><Relationship Type="http://schemas.openxmlformats.org/officeDocument/2006/relationships/notesSlide" Target="/ppt/notesSlides/notesSlide14.xml" Id="R23c403f3d10b4e5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3a57c8ec1e4f2b" /><Relationship Type="http://schemas.openxmlformats.org/officeDocument/2006/relationships/notesSlide" Target="/ppt/notesSlides/notesSlide15.xml" Id="R3e7b393a5cb34fb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46edcc7bd34efb" /><Relationship Type="http://schemas.openxmlformats.org/officeDocument/2006/relationships/notesSlide" Target="/ppt/notesSlides/notesSlide16.xml" Id="R7c62a172690444b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e1e6de56a94ff6" /><Relationship Type="http://schemas.openxmlformats.org/officeDocument/2006/relationships/chart" Target="/ppt/slides/charts/chart2.xml" Id="Ra692f54e444b4cbd" /><Relationship Type="http://schemas.openxmlformats.org/officeDocument/2006/relationships/notesSlide" Target="/ppt/notesSlides/notesSlide17.xml" Id="R4d7fb01ca7d4413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d20975ddd1405c" /><Relationship Type="http://schemas.openxmlformats.org/officeDocument/2006/relationships/notesSlide" Target="/ppt/notesSlides/notesSlide18.xml" Id="R81bc1e423eec4cb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136d531fd04e9b" /><Relationship Type="http://schemas.openxmlformats.org/officeDocument/2006/relationships/image" Target="/ppt/media/image9.jpeg" Id="R0294058e1cbd412d" /><Relationship Type="http://schemas.openxmlformats.org/officeDocument/2006/relationships/notesSlide" Target="/ppt/notesSlides/notesSlide19.xml" Id="Ref806071668c490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4a808d89134f27" /><Relationship Type="http://schemas.openxmlformats.org/officeDocument/2006/relationships/image" Target="/ppt/media/image3.png" Id="R0c838c209c634ba9" /><Relationship Type="http://schemas.openxmlformats.org/officeDocument/2006/relationships/notesSlide" Target="/ppt/notesSlides/notesSlide20.xml" Id="Rd21ef94c048e4df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e9d8596fb64d09" /><Relationship Type="http://schemas.openxmlformats.org/officeDocument/2006/relationships/image" Target="/ppt/media/image4.png" Id="Rff66cb0a618642a2" /><Relationship Type="http://schemas.openxmlformats.org/officeDocument/2006/relationships/notesSlide" Target="/ppt/notesSlides/notesSlide21.xml" Id="R751b696009f84b9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1c99e851824bb6" /><Relationship Type="http://schemas.openxmlformats.org/officeDocument/2006/relationships/notesSlide" Target="/ppt/notesSlides/notesSlide22.xml" Id="R71f27470f64c4d6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b1f4822e004b50" /><Relationship Type="http://schemas.openxmlformats.org/officeDocument/2006/relationships/notesSlide" Target="/ppt/notesSlides/notesSlide23.xml" Id="Rba8571a943b84a6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6bdfe011c8437b" /><Relationship Type="http://schemas.openxmlformats.org/officeDocument/2006/relationships/notesSlide" Target="/ppt/notesSlides/notesSlide24.xml" Id="Rf191051747ba4d1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cb95ffd26d4697" /><Relationship Type="http://schemas.openxmlformats.org/officeDocument/2006/relationships/notesSlide" Target="/ppt/notesSlides/notesSlide25.xml" Id="Rb404d543aa5e415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8797a1d1aa4d50" /><Relationship Type="http://schemas.openxmlformats.org/officeDocument/2006/relationships/notesSlide" Target="/ppt/notesSlides/notesSlide26.xml" Id="R73915bbe3f57424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88b9a820f04374" /><Relationship Type="http://schemas.openxmlformats.org/officeDocument/2006/relationships/notesSlide" Target="/ppt/notesSlides/notesSlide27.xml" Id="Rd81c3c33ad614e9e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x(t)</c:v>
          </c:tx>
          <c:spPr>
            <a:solidFill xmlns:a="http://schemas.openxmlformats.org/drawingml/2006/main">
              <a:srgbClr val="356C91"/>
            </a:solidFill>
          </c:spPr>
          <c:marker>
            <c:symbol val="none"/>
          </c:marker>
          <c:cat>
            <c:numLit>
              <c:formatCode>General</c:formatCode>
              <c:ptCount val="81"/>
              <c:pt idx="0">
                <c:v>0.0</c:v>
              </c:pt>
              <c:pt idx="1">
                <c:v>0.1</c:v>
              </c:pt>
              <c:pt idx="2">
                <c:v>0.2</c:v>
              </c:pt>
              <c:pt idx="3">
                <c:v>0.3</c:v>
              </c:pt>
              <c:pt idx="4">
                <c:v>0.4</c:v>
              </c:pt>
              <c:pt idx="5">
                <c:v>0.5</c:v>
              </c:pt>
              <c:pt idx="6">
                <c:v>0.6</c:v>
              </c:pt>
              <c:pt idx="7">
                <c:v>0.7</c:v>
              </c:pt>
              <c:pt idx="8">
                <c:v>0.8</c:v>
              </c:pt>
              <c:pt idx="9">
                <c:v>0.9</c:v>
              </c:pt>
              <c:pt idx="10">
                <c:v>1.0</c:v>
              </c:pt>
              <c:pt idx="11">
                <c:v>1.1</c:v>
              </c:pt>
              <c:pt idx="12">
                <c:v>1.2</c:v>
              </c:pt>
              <c:pt idx="13">
                <c:v>1.3</c:v>
              </c:pt>
              <c:pt idx="14">
                <c:v>1.4</c:v>
              </c:pt>
              <c:pt idx="15">
                <c:v>1.5</c:v>
              </c:pt>
              <c:pt idx="16">
                <c:v>1.6</c:v>
              </c:pt>
              <c:pt idx="17">
                <c:v>1.7</c:v>
              </c:pt>
              <c:pt idx="18">
                <c:v>1.8</c:v>
              </c:pt>
              <c:pt idx="19">
                <c:v>1.9</c:v>
              </c:pt>
              <c:pt idx="20">
                <c:v>2.0</c:v>
              </c:pt>
              <c:pt idx="21">
                <c:v>2.1</c:v>
              </c:pt>
              <c:pt idx="22">
                <c:v>2.2</c:v>
              </c:pt>
              <c:pt idx="23">
                <c:v>2.3</c:v>
              </c:pt>
              <c:pt idx="24">
                <c:v>2.4</c:v>
              </c:pt>
              <c:pt idx="25">
                <c:v>2.5</c:v>
              </c:pt>
              <c:pt idx="26">
                <c:v>2.6</c:v>
              </c:pt>
              <c:pt idx="27">
                <c:v>2.7</c:v>
              </c:pt>
              <c:pt idx="28">
                <c:v>2.8</c:v>
              </c:pt>
              <c:pt idx="29">
                <c:v>2.9</c:v>
              </c:pt>
              <c:pt idx="30">
                <c:v>3.0</c:v>
              </c:pt>
              <c:pt idx="31">
                <c:v>3.1</c:v>
              </c:pt>
              <c:pt idx="32">
                <c:v>3.2</c:v>
              </c:pt>
              <c:pt idx="33">
                <c:v>3.3</c:v>
              </c:pt>
              <c:pt idx="34">
                <c:v>3.4</c:v>
              </c:pt>
              <c:pt idx="35">
                <c:v>3.5</c:v>
              </c:pt>
              <c:pt idx="36">
                <c:v>3.6</c:v>
              </c:pt>
              <c:pt idx="37">
                <c:v>3.7</c:v>
              </c:pt>
              <c:pt idx="38">
                <c:v>3.8</c:v>
              </c:pt>
              <c:pt idx="39">
                <c:v>3.9</c:v>
              </c:pt>
              <c:pt idx="40">
                <c:v>4.0</c:v>
              </c:pt>
              <c:pt idx="41">
                <c:v>4.1</c:v>
              </c:pt>
              <c:pt idx="42">
                <c:v>4.2</c:v>
              </c:pt>
              <c:pt idx="43">
                <c:v>4.3</c:v>
              </c:pt>
              <c:pt idx="44">
                <c:v>4.4</c:v>
              </c:pt>
              <c:pt idx="45">
                <c:v>4.5</c:v>
              </c:pt>
              <c:pt idx="46">
                <c:v>4.6</c:v>
              </c:pt>
              <c:pt idx="47">
                <c:v>4.7</c:v>
              </c:pt>
              <c:pt idx="48">
                <c:v>4.8</c:v>
              </c:pt>
              <c:pt idx="49">
                <c:v>4.9</c:v>
              </c:pt>
              <c:pt idx="50">
                <c:v>5.0</c:v>
              </c:pt>
              <c:pt idx="51">
                <c:v>5.1</c:v>
              </c:pt>
              <c:pt idx="52">
                <c:v>5.2</c:v>
              </c:pt>
              <c:pt idx="53">
                <c:v>5.3</c:v>
              </c:pt>
              <c:pt idx="54">
                <c:v>5.4</c:v>
              </c:pt>
              <c:pt idx="55">
                <c:v>5.5</c:v>
              </c:pt>
              <c:pt idx="56">
                <c:v>5.6</c:v>
              </c:pt>
              <c:pt idx="57">
                <c:v>5.7</c:v>
              </c:pt>
              <c:pt idx="58">
                <c:v>5.8</c:v>
              </c:pt>
              <c:pt idx="59">
                <c:v>5.9</c:v>
              </c:pt>
              <c:pt idx="60">
                <c:v>6.0</c:v>
              </c:pt>
              <c:pt idx="61">
                <c:v>6.1</c:v>
              </c:pt>
              <c:pt idx="62">
                <c:v>6.2</c:v>
              </c:pt>
              <c:pt idx="63">
                <c:v>6.3</c:v>
              </c:pt>
              <c:pt idx="64">
                <c:v>6.4</c:v>
              </c:pt>
              <c:pt idx="65">
                <c:v>6.5</c:v>
              </c:pt>
              <c:pt idx="66">
                <c:v>6.6</c:v>
              </c:pt>
              <c:pt idx="67">
                <c:v>6.7</c:v>
              </c:pt>
              <c:pt idx="68">
                <c:v>6.8</c:v>
              </c:pt>
              <c:pt idx="69">
                <c:v>6.9</c:v>
              </c:pt>
              <c:pt idx="70">
                <c:v>7.0</c:v>
              </c:pt>
              <c:pt idx="71">
                <c:v>7.1</c:v>
              </c:pt>
              <c:pt idx="72">
                <c:v>7.2</c:v>
              </c:pt>
              <c:pt idx="73">
                <c:v>7.3</c:v>
              </c:pt>
              <c:pt idx="74">
                <c:v>7.4</c:v>
              </c:pt>
              <c:pt idx="75">
                <c:v>7.5</c:v>
              </c:pt>
              <c:pt idx="76">
                <c:v>7.6</c:v>
              </c:pt>
              <c:pt idx="77">
                <c:v>7.7</c:v>
              </c:pt>
              <c:pt idx="78">
                <c:v>7.8</c:v>
              </c:pt>
              <c:pt idx="79">
                <c:v>7.9</c:v>
              </c:pt>
              <c:pt idx="80">
                <c:v>8.0</c:v>
              </c:pt>
            </c:numLit>
          </c:cat>
          <c:val>
            <c:numLit>
              <c:formatCode>General</c:formatCode>
              <c:ptCount val="81"/>
              <c:pt idx="0">
                <c:v>1</c:v>
              </c:pt>
              <c:pt idx="1">
                <c:v>0.85466</c:v>
              </c:pt>
              <c:pt idx="2">
                <c:v>0.49625</c:v>
              </c:pt>
              <c:pt idx="3">
                <c:v>0.02381</c:v>
              </c:pt>
              <c:pt idx="4">
                <c:v>-0.438</c:v>
              </c:pt>
              <c:pt idx="5">
                <c:v>-0.77166</c:v>
              </c:pt>
              <c:pt idx="6">
                <c:v>-0.89649</c:v>
              </c:pt>
              <c:pt idx="7">
                <c:v>-0.78802</c:v>
              </c:pt>
              <c:pt idx="8">
                <c:v>-0.48219</c:v>
              </c:pt>
              <c:pt idx="9">
                <c:v>-0.06406</c:v>
              </c:pt>
              <c:pt idx="10">
                <c:v>0.35564</c:v>
              </c:pt>
              <c:pt idx="11">
                <c:v>0.6697</c:v>
              </c:pt>
              <c:pt idx="12">
                <c:v>0.80167</c:v>
              </c:pt>
              <c:pt idx="13">
                <c:v>0.72429</c:v>
              </c:pt>
              <c:pt idx="14">
                <c:v>0.46472</c:v>
              </c:pt>
              <c:pt idx="15">
                <c:v>0.09568</c:v>
              </c:pt>
              <c:pt idx="16">
                <c:v>-0.28474</c:v>
              </c:pt>
              <c:pt idx="17">
                <c:v>-0.57901</c:v>
              </c:pt>
              <c:pt idx="18">
                <c:v>-0.71504</c:v>
              </c:pt>
              <c:pt idx="19">
                <c:v>-0.6637</c:v>
              </c:pt>
              <c:pt idx="20">
                <c:v>-0.44472</c:v>
              </c:pt>
              <c:pt idx="21">
                <c:v>-0.11993</c:v>
              </c:pt>
              <c:pt idx="22">
                <c:v>0.22399</c:v>
              </c:pt>
              <c:pt idx="23">
                <c:v>0.49856</c:v>
              </c:pt>
              <c:pt idx="24">
                <c:v>0.63613</c:v>
              </c:pt>
              <c:pt idx="25">
                <c:v>0.60642</c:v>
              </c:pt>
              <c:pt idx="26">
                <c:v>0.42293</c:v>
              </c:pt>
              <c:pt idx="27">
                <c:v>0.13794</c:v>
              </c:pt>
              <c:pt idx="28">
                <c:v>-0.17218</c:v>
              </c:pt>
              <c:pt idx="29">
                <c:v>-0.42738</c:v>
              </c:pt>
              <c:pt idx="30">
                <c:v>-0.56444</c:v>
              </c:pt>
              <c:pt idx="31">
                <c:v>-0.55254</c:v>
              </c:pt>
              <c:pt idx="32">
                <c:v>-0.39998</c:v>
              </c:pt>
              <c:pt idx="33">
                <c:v>-0.1507</c:v>
              </c:pt>
              <c:pt idx="34">
                <c:v>0.12825</c:v>
              </c:pt>
              <c:pt idx="35">
                <c:v>0.36458</c:v>
              </c:pt>
              <c:pt idx="36">
                <c:v>0.49948</c:v>
              </c:pt>
              <c:pt idx="37">
                <c:v>0.50208</c:v>
              </c:pt>
              <c:pt idx="38">
                <c:v>0.3764</c:v>
              </c:pt>
              <c:pt idx="39">
                <c:v>0.15906</c:v>
              </c:pt>
              <c:pt idx="40">
                <c:v>-0.09121</c:v>
              </c:pt>
              <c:pt idx="41">
                <c:v>-0.30934</c:v>
              </c:pt>
              <c:pt idx="42">
                <c:v>-0.44077</c:v>
              </c:pt>
              <c:pt idx="43">
                <c:v>-0.45502</c:v>
              </c:pt>
              <c:pt idx="44">
                <c:v>-0.3526</c:v>
              </c:pt>
              <c:pt idx="45">
                <c:v>-0.16376</c:v>
              </c:pt>
              <c:pt idx="46">
                <c:v>0.0602</c:v>
              </c:pt>
              <c:pt idx="47">
                <c:v>0.26088</c:v>
              </c:pt>
              <c:pt idx="48">
                <c:v>0.38785</c:v>
              </c:pt>
              <c:pt idx="49">
                <c:v>0.41131</c:v>
              </c:pt>
              <c:pt idx="50">
                <c:v>0.32892</c:v>
              </c:pt>
              <c:pt idx="51">
                <c:v>0.16547</c:v>
              </c:pt>
              <c:pt idx="52">
                <c:v>-0.03445</c:v>
              </c:pt>
              <c:pt idx="53">
                <c:v>-0.21851</c:v>
              </c:pt>
              <c:pt idx="54">
                <c:v>-0.34027</c:v>
              </c:pt>
              <c:pt idx="55">
                <c:v>-0.37084</c:v>
              </c:pt>
              <c:pt idx="56">
                <c:v>-0.30565</c:v>
              </c:pt>
              <c:pt idx="57">
                <c:v>-0.16473</c:v>
              </c:pt>
              <c:pt idx="58">
                <c:v>0.01327</c:v>
              </c:pt>
              <c:pt idx="59">
                <c:v>0.18159</c:v>
              </c:pt>
              <c:pt idx="60">
                <c:v>0.29759</c:v>
              </c:pt>
              <c:pt idx="61">
                <c:v>0.33351</c:v>
              </c:pt>
              <c:pt idx="62">
                <c:v>0.28301</c:v>
              </c:pt>
              <c:pt idx="63">
                <c:v>0.16204</c:v>
              </c:pt>
              <c:pt idx="64">
                <c:v>0.00397</c:v>
              </c:pt>
              <c:pt idx="65">
                <c:v>-0.14952</c:v>
              </c:pt>
              <c:pt idx="66">
                <c:v>-0.25941</c:v>
              </c:pt>
              <c:pt idx="67">
                <c:v>-0.29918</c:v>
              </c:pt>
              <c:pt idx="68">
                <c:v>-0.26116</c:v>
              </c:pt>
              <c:pt idx="69">
                <c:v>-0.1578</c:v>
              </c:pt>
              <c:pt idx="70">
                <c:v>-0.01781</c:v>
              </c:pt>
              <c:pt idx="71">
                <c:v>0.12178</c:v>
              </c:pt>
              <c:pt idx="72">
                <c:v>0.22534</c:v>
              </c:pt>
              <c:pt idx="73">
                <c:v>0.2677</c:v>
              </c:pt>
              <c:pt idx="74">
                <c:v>0.24022</c:v>
              </c:pt>
              <c:pt idx="75">
                <c:v>0.15238</c:v>
              </c:pt>
              <c:pt idx="76">
                <c:v>0.02874</c:v>
              </c:pt>
              <c:pt idx="77">
                <c:v>-0.09787</c:v>
              </c:pt>
              <c:pt idx="78">
                <c:v>-0.19501</c:v>
              </c:pt>
              <c:pt idx="79">
                <c:v>-0.23893</c:v>
              </c:pt>
              <c:pt idx="80">
                <c:v>-0.22029</c:v>
              </c:pt>
            </c:numLit>
          </c:val>
        </c:ser>
        <c:ser>
          <c:idx val="1"/>
          <c:order val="1"/>
          <c:tx>
            <c:v>+ envelope</c:v>
          </c:tx>
          <c:spPr>
            <a:solidFill xmlns:a="http://schemas.openxmlformats.org/drawingml/2006/main">
              <a:srgbClr val="B93542"/>
            </a:solidFill>
          </c:spPr>
          <c:marker>
            <c:symbol val="none"/>
          </c:marker>
          <c:cat>
            <c:numLit>
              <c:formatCode>General</c:formatCode>
              <c:ptCount val="81"/>
              <c:pt idx="0">
                <c:v>0.0</c:v>
              </c:pt>
              <c:pt idx="1">
                <c:v>0.1</c:v>
              </c:pt>
              <c:pt idx="2">
                <c:v>0.2</c:v>
              </c:pt>
              <c:pt idx="3">
                <c:v>0.3</c:v>
              </c:pt>
              <c:pt idx="4">
                <c:v>0.4</c:v>
              </c:pt>
              <c:pt idx="5">
                <c:v>0.5</c:v>
              </c:pt>
              <c:pt idx="6">
                <c:v>0.6</c:v>
              </c:pt>
              <c:pt idx="7">
                <c:v>0.7</c:v>
              </c:pt>
              <c:pt idx="8">
                <c:v>0.8</c:v>
              </c:pt>
              <c:pt idx="9">
                <c:v>0.9</c:v>
              </c:pt>
              <c:pt idx="10">
                <c:v>1.0</c:v>
              </c:pt>
              <c:pt idx="11">
                <c:v>1.1</c:v>
              </c:pt>
              <c:pt idx="12">
                <c:v>1.2</c:v>
              </c:pt>
              <c:pt idx="13">
                <c:v>1.3</c:v>
              </c:pt>
              <c:pt idx="14">
                <c:v>1.4</c:v>
              </c:pt>
              <c:pt idx="15">
                <c:v>1.5</c:v>
              </c:pt>
              <c:pt idx="16">
                <c:v>1.6</c:v>
              </c:pt>
              <c:pt idx="17">
                <c:v>1.7</c:v>
              </c:pt>
              <c:pt idx="18">
                <c:v>1.8</c:v>
              </c:pt>
              <c:pt idx="19">
                <c:v>1.9</c:v>
              </c:pt>
              <c:pt idx="20">
                <c:v>2.0</c:v>
              </c:pt>
              <c:pt idx="21">
                <c:v>2.1</c:v>
              </c:pt>
              <c:pt idx="22">
                <c:v>2.2</c:v>
              </c:pt>
              <c:pt idx="23">
                <c:v>2.3</c:v>
              </c:pt>
              <c:pt idx="24">
                <c:v>2.4</c:v>
              </c:pt>
              <c:pt idx="25">
                <c:v>2.5</c:v>
              </c:pt>
              <c:pt idx="26">
                <c:v>2.6</c:v>
              </c:pt>
              <c:pt idx="27">
                <c:v>2.7</c:v>
              </c:pt>
              <c:pt idx="28">
                <c:v>2.8</c:v>
              </c:pt>
              <c:pt idx="29">
                <c:v>2.9</c:v>
              </c:pt>
              <c:pt idx="30">
                <c:v>3.0</c:v>
              </c:pt>
              <c:pt idx="31">
                <c:v>3.1</c:v>
              </c:pt>
              <c:pt idx="32">
                <c:v>3.2</c:v>
              </c:pt>
              <c:pt idx="33">
                <c:v>3.3</c:v>
              </c:pt>
              <c:pt idx="34">
                <c:v>3.4</c:v>
              </c:pt>
              <c:pt idx="35">
                <c:v>3.5</c:v>
              </c:pt>
              <c:pt idx="36">
                <c:v>3.6</c:v>
              </c:pt>
              <c:pt idx="37">
                <c:v>3.7</c:v>
              </c:pt>
              <c:pt idx="38">
                <c:v>3.8</c:v>
              </c:pt>
              <c:pt idx="39">
                <c:v>3.9</c:v>
              </c:pt>
              <c:pt idx="40">
                <c:v>4.0</c:v>
              </c:pt>
              <c:pt idx="41">
                <c:v>4.1</c:v>
              </c:pt>
              <c:pt idx="42">
                <c:v>4.2</c:v>
              </c:pt>
              <c:pt idx="43">
                <c:v>4.3</c:v>
              </c:pt>
              <c:pt idx="44">
                <c:v>4.4</c:v>
              </c:pt>
              <c:pt idx="45">
                <c:v>4.5</c:v>
              </c:pt>
              <c:pt idx="46">
                <c:v>4.6</c:v>
              </c:pt>
              <c:pt idx="47">
                <c:v>4.7</c:v>
              </c:pt>
              <c:pt idx="48">
                <c:v>4.8</c:v>
              </c:pt>
              <c:pt idx="49">
                <c:v>4.9</c:v>
              </c:pt>
              <c:pt idx="50">
                <c:v>5.0</c:v>
              </c:pt>
              <c:pt idx="51">
                <c:v>5.1</c:v>
              </c:pt>
              <c:pt idx="52">
                <c:v>5.2</c:v>
              </c:pt>
              <c:pt idx="53">
                <c:v>5.3</c:v>
              </c:pt>
              <c:pt idx="54">
                <c:v>5.4</c:v>
              </c:pt>
              <c:pt idx="55">
                <c:v>5.5</c:v>
              </c:pt>
              <c:pt idx="56">
                <c:v>5.6</c:v>
              </c:pt>
              <c:pt idx="57">
                <c:v>5.7</c:v>
              </c:pt>
              <c:pt idx="58">
                <c:v>5.8</c:v>
              </c:pt>
              <c:pt idx="59">
                <c:v>5.9</c:v>
              </c:pt>
              <c:pt idx="60">
                <c:v>6.0</c:v>
              </c:pt>
              <c:pt idx="61">
                <c:v>6.1</c:v>
              </c:pt>
              <c:pt idx="62">
                <c:v>6.2</c:v>
              </c:pt>
              <c:pt idx="63">
                <c:v>6.3</c:v>
              </c:pt>
              <c:pt idx="64">
                <c:v>6.4</c:v>
              </c:pt>
              <c:pt idx="65">
                <c:v>6.5</c:v>
              </c:pt>
              <c:pt idx="66">
                <c:v>6.6</c:v>
              </c:pt>
              <c:pt idx="67">
                <c:v>6.7</c:v>
              </c:pt>
              <c:pt idx="68">
                <c:v>6.8</c:v>
              </c:pt>
              <c:pt idx="69">
                <c:v>6.9</c:v>
              </c:pt>
              <c:pt idx="70">
                <c:v>7.0</c:v>
              </c:pt>
              <c:pt idx="71">
                <c:v>7.1</c:v>
              </c:pt>
              <c:pt idx="72">
                <c:v>7.2</c:v>
              </c:pt>
              <c:pt idx="73">
                <c:v>7.3</c:v>
              </c:pt>
              <c:pt idx="74">
                <c:v>7.4</c:v>
              </c:pt>
              <c:pt idx="75">
                <c:v>7.5</c:v>
              </c:pt>
              <c:pt idx="76">
                <c:v>7.6</c:v>
              </c:pt>
              <c:pt idx="77">
                <c:v>7.7</c:v>
              </c:pt>
              <c:pt idx="78">
                <c:v>7.8</c:v>
              </c:pt>
              <c:pt idx="79">
                <c:v>7.9</c:v>
              </c:pt>
              <c:pt idx="80">
                <c:v>8.0</c:v>
              </c:pt>
            </c:numLit>
          </c:cat>
          <c:val>
            <c:numLit>
              <c:formatCode>General</c:formatCode>
              <c:ptCount val="81"/>
              <c:pt idx="0">
                <c:v>1</c:v>
              </c:pt>
              <c:pt idx="1">
                <c:v>0.98216</c:v>
              </c:pt>
              <c:pt idx="2">
                <c:v>0.96464</c:v>
              </c:pt>
              <c:pt idx="3">
                <c:v>0.94743</c:v>
              </c:pt>
              <c:pt idx="4">
                <c:v>0.93053</c:v>
              </c:pt>
              <c:pt idx="5">
                <c:v>0.91393</c:v>
              </c:pt>
              <c:pt idx="6">
                <c:v>0.89763</c:v>
              </c:pt>
              <c:pt idx="7">
                <c:v>0.88161</c:v>
              </c:pt>
              <c:pt idx="8">
                <c:v>0.86589</c:v>
              </c:pt>
              <c:pt idx="9">
                <c:v>0.85044</c:v>
              </c:pt>
              <c:pt idx="10">
                <c:v>0.83527</c:v>
              </c:pt>
              <c:pt idx="11">
                <c:v>0.82037</c:v>
              </c:pt>
              <c:pt idx="12">
                <c:v>0.80574</c:v>
              </c:pt>
              <c:pt idx="13">
                <c:v>0.79136</c:v>
              </c:pt>
              <c:pt idx="14">
                <c:v>0.77724</c:v>
              </c:pt>
              <c:pt idx="15">
                <c:v>0.76338</c:v>
              </c:pt>
              <c:pt idx="16">
                <c:v>0.74976</c:v>
              </c:pt>
              <c:pt idx="17">
                <c:v>0.73639</c:v>
              </c:pt>
              <c:pt idx="18">
                <c:v>0.72325</c:v>
              </c:pt>
              <c:pt idx="19">
                <c:v>0.71035</c:v>
              </c:pt>
              <c:pt idx="20">
                <c:v>0.69768</c:v>
              </c:pt>
              <c:pt idx="21">
                <c:v>0.68523</c:v>
              </c:pt>
              <c:pt idx="22">
                <c:v>0.67301</c:v>
              </c:pt>
              <c:pt idx="23">
                <c:v>0.661</c:v>
              </c:pt>
              <c:pt idx="24">
                <c:v>0.64921</c:v>
              </c:pt>
              <c:pt idx="25">
                <c:v>0.63763</c:v>
              </c:pt>
              <c:pt idx="26">
                <c:v>0.62625</c:v>
              </c:pt>
              <c:pt idx="27">
                <c:v>0.61508</c:v>
              </c:pt>
              <c:pt idx="28">
                <c:v>0.60411</c:v>
              </c:pt>
              <c:pt idx="29">
                <c:v>0.59333</c:v>
              </c:pt>
              <c:pt idx="30">
                <c:v>0.58275</c:v>
              </c:pt>
              <c:pt idx="31">
                <c:v>0.57235</c:v>
              </c:pt>
              <c:pt idx="32">
                <c:v>0.56214</c:v>
              </c:pt>
              <c:pt idx="33">
                <c:v>0.55211</c:v>
              </c:pt>
              <c:pt idx="34">
                <c:v>0.54227</c:v>
              </c:pt>
              <c:pt idx="35">
                <c:v>0.53259</c:v>
              </c:pt>
              <c:pt idx="36">
                <c:v>0.52309</c:v>
              </c:pt>
              <c:pt idx="37">
                <c:v>0.51376</c:v>
              </c:pt>
              <c:pt idx="38">
                <c:v>0.50459</c:v>
              </c:pt>
              <c:pt idx="39">
                <c:v>0.49559</c:v>
              </c:pt>
              <c:pt idx="40">
                <c:v>0.48675</c:v>
              </c:pt>
              <c:pt idx="41">
                <c:v>0.47807</c:v>
              </c:pt>
              <c:pt idx="42">
                <c:v>0.46954</c:v>
              </c:pt>
              <c:pt idx="43">
                <c:v>0.46116</c:v>
              </c:pt>
              <c:pt idx="44">
                <c:v>0.45294</c:v>
              </c:pt>
              <c:pt idx="45">
                <c:v>0.44486</c:v>
              </c:pt>
              <c:pt idx="46">
                <c:v>0.43692</c:v>
              </c:pt>
              <c:pt idx="47">
                <c:v>0.42913</c:v>
              </c:pt>
              <c:pt idx="48">
                <c:v>0.42147</c:v>
              </c:pt>
              <c:pt idx="49">
                <c:v>0.41395</c:v>
              </c:pt>
              <c:pt idx="50">
                <c:v>0.40657</c:v>
              </c:pt>
              <c:pt idx="51">
                <c:v>0.39932</c:v>
              </c:pt>
              <c:pt idx="52">
                <c:v>0.39219</c:v>
              </c:pt>
              <c:pt idx="53">
                <c:v>0.3852</c:v>
              </c:pt>
              <c:pt idx="54">
                <c:v>0.37833</c:v>
              </c:pt>
              <c:pt idx="55">
                <c:v>0.37158</c:v>
              </c:pt>
              <c:pt idx="56">
                <c:v>0.36495</c:v>
              </c:pt>
              <c:pt idx="57">
                <c:v>0.35844</c:v>
              </c:pt>
              <c:pt idx="58">
                <c:v>0.35204</c:v>
              </c:pt>
              <c:pt idx="59">
                <c:v>0.34576</c:v>
              </c:pt>
              <c:pt idx="60">
                <c:v>0.3396</c:v>
              </c:pt>
              <c:pt idx="61">
                <c:v>0.33354</c:v>
              </c:pt>
              <c:pt idx="62">
                <c:v>0.32759</c:v>
              </c:pt>
              <c:pt idx="63">
                <c:v>0.32174</c:v>
              </c:pt>
              <c:pt idx="64">
                <c:v>0.316</c:v>
              </c:pt>
              <c:pt idx="65">
                <c:v>0.31037</c:v>
              </c:pt>
              <c:pt idx="66">
                <c:v>0.30483</c:v>
              </c:pt>
              <c:pt idx="67">
                <c:v>0.29939</c:v>
              </c:pt>
              <c:pt idx="68">
                <c:v>0.29405</c:v>
              </c:pt>
              <c:pt idx="69">
                <c:v>0.28881</c:v>
              </c:pt>
              <c:pt idx="70">
                <c:v>0.28365</c:v>
              </c:pt>
              <c:pt idx="71">
                <c:v>0.27859</c:v>
              </c:pt>
              <c:pt idx="72">
                <c:v>0.27362</c:v>
              </c:pt>
              <c:pt idx="73">
                <c:v>0.26874</c:v>
              </c:pt>
              <c:pt idx="74">
                <c:v>0.26395</c:v>
              </c:pt>
              <c:pt idx="75">
                <c:v>0.25924</c:v>
              </c:pt>
              <c:pt idx="76">
                <c:v>0.25462</c:v>
              </c:pt>
              <c:pt idx="77">
                <c:v>0.25007</c:v>
              </c:pt>
              <c:pt idx="78">
                <c:v>0.24561</c:v>
              </c:pt>
              <c:pt idx="79">
                <c:v>0.24123</c:v>
              </c:pt>
              <c:pt idx="80">
                <c:v>0.23693</c:v>
              </c:pt>
            </c:numLit>
          </c:val>
        </c:ser>
        <c:ser>
          <c:idx val="2"/>
          <c:order val="2"/>
          <c:tx>
            <c:v>− envelope</c:v>
          </c:tx>
          <c:spPr>
            <a:solidFill xmlns:a="http://schemas.openxmlformats.org/drawingml/2006/main">
              <a:srgbClr val="B93542"/>
            </a:solidFill>
          </c:spPr>
          <c:marker>
            <c:symbol val="none"/>
          </c:marker>
          <c:cat>
            <c:numLit>
              <c:formatCode>General</c:formatCode>
              <c:ptCount val="81"/>
              <c:pt idx="0">
                <c:v>0.0</c:v>
              </c:pt>
              <c:pt idx="1">
                <c:v>0.1</c:v>
              </c:pt>
              <c:pt idx="2">
                <c:v>0.2</c:v>
              </c:pt>
              <c:pt idx="3">
                <c:v>0.3</c:v>
              </c:pt>
              <c:pt idx="4">
                <c:v>0.4</c:v>
              </c:pt>
              <c:pt idx="5">
                <c:v>0.5</c:v>
              </c:pt>
              <c:pt idx="6">
                <c:v>0.6</c:v>
              </c:pt>
              <c:pt idx="7">
                <c:v>0.7</c:v>
              </c:pt>
              <c:pt idx="8">
                <c:v>0.8</c:v>
              </c:pt>
              <c:pt idx="9">
                <c:v>0.9</c:v>
              </c:pt>
              <c:pt idx="10">
                <c:v>1.0</c:v>
              </c:pt>
              <c:pt idx="11">
                <c:v>1.1</c:v>
              </c:pt>
              <c:pt idx="12">
                <c:v>1.2</c:v>
              </c:pt>
              <c:pt idx="13">
                <c:v>1.3</c:v>
              </c:pt>
              <c:pt idx="14">
                <c:v>1.4</c:v>
              </c:pt>
              <c:pt idx="15">
                <c:v>1.5</c:v>
              </c:pt>
              <c:pt idx="16">
                <c:v>1.6</c:v>
              </c:pt>
              <c:pt idx="17">
                <c:v>1.7</c:v>
              </c:pt>
              <c:pt idx="18">
                <c:v>1.8</c:v>
              </c:pt>
              <c:pt idx="19">
                <c:v>1.9</c:v>
              </c:pt>
              <c:pt idx="20">
                <c:v>2.0</c:v>
              </c:pt>
              <c:pt idx="21">
                <c:v>2.1</c:v>
              </c:pt>
              <c:pt idx="22">
                <c:v>2.2</c:v>
              </c:pt>
              <c:pt idx="23">
                <c:v>2.3</c:v>
              </c:pt>
              <c:pt idx="24">
                <c:v>2.4</c:v>
              </c:pt>
              <c:pt idx="25">
                <c:v>2.5</c:v>
              </c:pt>
              <c:pt idx="26">
                <c:v>2.6</c:v>
              </c:pt>
              <c:pt idx="27">
                <c:v>2.7</c:v>
              </c:pt>
              <c:pt idx="28">
                <c:v>2.8</c:v>
              </c:pt>
              <c:pt idx="29">
                <c:v>2.9</c:v>
              </c:pt>
              <c:pt idx="30">
                <c:v>3.0</c:v>
              </c:pt>
              <c:pt idx="31">
                <c:v>3.1</c:v>
              </c:pt>
              <c:pt idx="32">
                <c:v>3.2</c:v>
              </c:pt>
              <c:pt idx="33">
                <c:v>3.3</c:v>
              </c:pt>
              <c:pt idx="34">
                <c:v>3.4</c:v>
              </c:pt>
              <c:pt idx="35">
                <c:v>3.5</c:v>
              </c:pt>
              <c:pt idx="36">
                <c:v>3.6</c:v>
              </c:pt>
              <c:pt idx="37">
                <c:v>3.7</c:v>
              </c:pt>
              <c:pt idx="38">
                <c:v>3.8</c:v>
              </c:pt>
              <c:pt idx="39">
                <c:v>3.9</c:v>
              </c:pt>
              <c:pt idx="40">
                <c:v>4.0</c:v>
              </c:pt>
              <c:pt idx="41">
                <c:v>4.1</c:v>
              </c:pt>
              <c:pt idx="42">
                <c:v>4.2</c:v>
              </c:pt>
              <c:pt idx="43">
                <c:v>4.3</c:v>
              </c:pt>
              <c:pt idx="44">
                <c:v>4.4</c:v>
              </c:pt>
              <c:pt idx="45">
                <c:v>4.5</c:v>
              </c:pt>
              <c:pt idx="46">
                <c:v>4.6</c:v>
              </c:pt>
              <c:pt idx="47">
                <c:v>4.7</c:v>
              </c:pt>
              <c:pt idx="48">
                <c:v>4.8</c:v>
              </c:pt>
              <c:pt idx="49">
                <c:v>4.9</c:v>
              </c:pt>
              <c:pt idx="50">
                <c:v>5.0</c:v>
              </c:pt>
              <c:pt idx="51">
                <c:v>5.1</c:v>
              </c:pt>
              <c:pt idx="52">
                <c:v>5.2</c:v>
              </c:pt>
              <c:pt idx="53">
                <c:v>5.3</c:v>
              </c:pt>
              <c:pt idx="54">
                <c:v>5.4</c:v>
              </c:pt>
              <c:pt idx="55">
                <c:v>5.5</c:v>
              </c:pt>
              <c:pt idx="56">
                <c:v>5.6</c:v>
              </c:pt>
              <c:pt idx="57">
                <c:v>5.7</c:v>
              </c:pt>
              <c:pt idx="58">
                <c:v>5.8</c:v>
              </c:pt>
              <c:pt idx="59">
                <c:v>5.9</c:v>
              </c:pt>
              <c:pt idx="60">
                <c:v>6.0</c:v>
              </c:pt>
              <c:pt idx="61">
                <c:v>6.1</c:v>
              </c:pt>
              <c:pt idx="62">
                <c:v>6.2</c:v>
              </c:pt>
              <c:pt idx="63">
                <c:v>6.3</c:v>
              </c:pt>
              <c:pt idx="64">
                <c:v>6.4</c:v>
              </c:pt>
              <c:pt idx="65">
                <c:v>6.5</c:v>
              </c:pt>
              <c:pt idx="66">
                <c:v>6.6</c:v>
              </c:pt>
              <c:pt idx="67">
                <c:v>6.7</c:v>
              </c:pt>
              <c:pt idx="68">
                <c:v>6.8</c:v>
              </c:pt>
              <c:pt idx="69">
                <c:v>6.9</c:v>
              </c:pt>
              <c:pt idx="70">
                <c:v>7.0</c:v>
              </c:pt>
              <c:pt idx="71">
                <c:v>7.1</c:v>
              </c:pt>
              <c:pt idx="72">
                <c:v>7.2</c:v>
              </c:pt>
              <c:pt idx="73">
                <c:v>7.3</c:v>
              </c:pt>
              <c:pt idx="74">
                <c:v>7.4</c:v>
              </c:pt>
              <c:pt idx="75">
                <c:v>7.5</c:v>
              </c:pt>
              <c:pt idx="76">
                <c:v>7.6</c:v>
              </c:pt>
              <c:pt idx="77">
                <c:v>7.7</c:v>
              </c:pt>
              <c:pt idx="78">
                <c:v>7.8</c:v>
              </c:pt>
              <c:pt idx="79">
                <c:v>7.9</c:v>
              </c:pt>
              <c:pt idx="80">
                <c:v>8.0</c:v>
              </c:pt>
            </c:numLit>
          </c:cat>
          <c:val>
            <c:numLit>
              <c:formatCode>General</c:formatCode>
              <c:ptCount val="81"/>
              <c:pt idx="0">
                <c:v>-1</c:v>
              </c:pt>
              <c:pt idx="1">
                <c:v>-0.98216</c:v>
              </c:pt>
              <c:pt idx="2">
                <c:v>-0.96464</c:v>
              </c:pt>
              <c:pt idx="3">
                <c:v>-0.94743</c:v>
              </c:pt>
              <c:pt idx="4">
                <c:v>-0.93053</c:v>
              </c:pt>
              <c:pt idx="5">
                <c:v>-0.91393</c:v>
              </c:pt>
              <c:pt idx="6">
                <c:v>-0.89763</c:v>
              </c:pt>
              <c:pt idx="7">
                <c:v>-0.88161</c:v>
              </c:pt>
              <c:pt idx="8">
                <c:v>-0.86589</c:v>
              </c:pt>
              <c:pt idx="9">
                <c:v>-0.85044</c:v>
              </c:pt>
              <c:pt idx="10">
                <c:v>-0.83527</c:v>
              </c:pt>
              <c:pt idx="11">
                <c:v>-0.82037</c:v>
              </c:pt>
              <c:pt idx="12">
                <c:v>-0.80574</c:v>
              </c:pt>
              <c:pt idx="13">
                <c:v>-0.79136</c:v>
              </c:pt>
              <c:pt idx="14">
                <c:v>-0.77724</c:v>
              </c:pt>
              <c:pt idx="15">
                <c:v>-0.76338</c:v>
              </c:pt>
              <c:pt idx="16">
                <c:v>-0.74976</c:v>
              </c:pt>
              <c:pt idx="17">
                <c:v>-0.73639</c:v>
              </c:pt>
              <c:pt idx="18">
                <c:v>-0.72325</c:v>
              </c:pt>
              <c:pt idx="19">
                <c:v>-0.71035</c:v>
              </c:pt>
              <c:pt idx="20">
                <c:v>-0.69768</c:v>
              </c:pt>
              <c:pt idx="21">
                <c:v>-0.68523</c:v>
              </c:pt>
              <c:pt idx="22">
                <c:v>-0.67301</c:v>
              </c:pt>
              <c:pt idx="23">
                <c:v>-0.661</c:v>
              </c:pt>
              <c:pt idx="24">
                <c:v>-0.64921</c:v>
              </c:pt>
              <c:pt idx="25">
                <c:v>-0.63763</c:v>
              </c:pt>
              <c:pt idx="26">
                <c:v>-0.62625</c:v>
              </c:pt>
              <c:pt idx="27">
                <c:v>-0.61508</c:v>
              </c:pt>
              <c:pt idx="28">
                <c:v>-0.60411</c:v>
              </c:pt>
              <c:pt idx="29">
                <c:v>-0.59333</c:v>
              </c:pt>
              <c:pt idx="30">
                <c:v>-0.58275</c:v>
              </c:pt>
              <c:pt idx="31">
                <c:v>-0.57235</c:v>
              </c:pt>
              <c:pt idx="32">
                <c:v>-0.56214</c:v>
              </c:pt>
              <c:pt idx="33">
                <c:v>-0.55211</c:v>
              </c:pt>
              <c:pt idx="34">
                <c:v>-0.54227</c:v>
              </c:pt>
              <c:pt idx="35">
                <c:v>-0.53259</c:v>
              </c:pt>
              <c:pt idx="36">
                <c:v>-0.52309</c:v>
              </c:pt>
              <c:pt idx="37">
                <c:v>-0.51376</c:v>
              </c:pt>
              <c:pt idx="38">
                <c:v>-0.50459</c:v>
              </c:pt>
              <c:pt idx="39">
                <c:v>-0.49559</c:v>
              </c:pt>
              <c:pt idx="40">
                <c:v>-0.48675</c:v>
              </c:pt>
              <c:pt idx="41">
                <c:v>-0.47807</c:v>
              </c:pt>
              <c:pt idx="42">
                <c:v>-0.46954</c:v>
              </c:pt>
              <c:pt idx="43">
                <c:v>-0.46116</c:v>
              </c:pt>
              <c:pt idx="44">
                <c:v>-0.45294</c:v>
              </c:pt>
              <c:pt idx="45">
                <c:v>-0.44486</c:v>
              </c:pt>
              <c:pt idx="46">
                <c:v>-0.43692</c:v>
              </c:pt>
              <c:pt idx="47">
                <c:v>-0.42913</c:v>
              </c:pt>
              <c:pt idx="48">
                <c:v>-0.42147</c:v>
              </c:pt>
              <c:pt idx="49">
                <c:v>-0.41395</c:v>
              </c:pt>
              <c:pt idx="50">
                <c:v>-0.40657</c:v>
              </c:pt>
              <c:pt idx="51">
                <c:v>-0.39932</c:v>
              </c:pt>
              <c:pt idx="52">
                <c:v>-0.39219</c:v>
              </c:pt>
              <c:pt idx="53">
                <c:v>-0.3852</c:v>
              </c:pt>
              <c:pt idx="54">
                <c:v>-0.37833</c:v>
              </c:pt>
              <c:pt idx="55">
                <c:v>-0.37158</c:v>
              </c:pt>
              <c:pt idx="56">
                <c:v>-0.36495</c:v>
              </c:pt>
              <c:pt idx="57">
                <c:v>-0.35844</c:v>
              </c:pt>
              <c:pt idx="58">
                <c:v>-0.35204</c:v>
              </c:pt>
              <c:pt idx="59">
                <c:v>-0.34576</c:v>
              </c:pt>
              <c:pt idx="60">
                <c:v>-0.3396</c:v>
              </c:pt>
              <c:pt idx="61">
                <c:v>-0.33354</c:v>
              </c:pt>
              <c:pt idx="62">
                <c:v>-0.32759</c:v>
              </c:pt>
              <c:pt idx="63">
                <c:v>-0.32174</c:v>
              </c:pt>
              <c:pt idx="64">
                <c:v>-0.316</c:v>
              </c:pt>
              <c:pt idx="65">
                <c:v>-0.31037</c:v>
              </c:pt>
              <c:pt idx="66">
                <c:v>-0.30483</c:v>
              </c:pt>
              <c:pt idx="67">
                <c:v>-0.29939</c:v>
              </c:pt>
              <c:pt idx="68">
                <c:v>-0.29405</c:v>
              </c:pt>
              <c:pt idx="69">
                <c:v>-0.28881</c:v>
              </c:pt>
              <c:pt idx="70">
                <c:v>-0.28365</c:v>
              </c:pt>
              <c:pt idx="71">
                <c:v>-0.27859</c:v>
              </c:pt>
              <c:pt idx="72">
                <c:v>-0.27362</c:v>
              </c:pt>
              <c:pt idx="73">
                <c:v>-0.26874</c:v>
              </c:pt>
              <c:pt idx="74">
                <c:v>-0.26395</c:v>
              </c:pt>
              <c:pt idx="75">
                <c:v>-0.25924</c:v>
              </c:pt>
              <c:pt idx="76">
                <c:v>-0.25462</c:v>
              </c:pt>
              <c:pt idx="77">
                <c:v>-0.25007</c:v>
              </c:pt>
              <c:pt idx="78">
                <c:v>-0.24561</c:v>
              </c:pt>
              <c:pt idx="79">
                <c:v>-0.24123</c:v>
              </c:pt>
              <c:pt idx="80">
                <c:v>-0.23693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time (s)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displacement (relative)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|X(f)|</c:v>
          </c:tx>
          <c:spPr>
            <a:solidFill xmlns:a="http://schemas.openxmlformats.org/drawingml/2006/main">
              <a:srgbClr val="356C91"/>
            </a:solidFill>
          </c:spPr>
          <c:marker>
            <c:symbol val="none"/>
          </c:marker>
          <c:cat>
            <c:numLit>
              <c:formatCode>General</c:formatCode>
              <c:ptCount val="121"/>
              <c:pt idx="0">
                <c:v>0.000</c:v>
              </c:pt>
              <c:pt idx="1">
                <c:v>0.025</c:v>
              </c:pt>
              <c:pt idx="2">
                <c:v>0.050</c:v>
              </c:pt>
              <c:pt idx="3">
                <c:v>0.075</c:v>
              </c:pt>
              <c:pt idx="4">
                <c:v>0.100</c:v>
              </c:pt>
              <c:pt idx="5">
                <c:v>0.125</c:v>
              </c:pt>
              <c:pt idx="6">
                <c:v>0.150</c:v>
              </c:pt>
              <c:pt idx="7">
                <c:v>0.175</c:v>
              </c:pt>
              <c:pt idx="8">
                <c:v>0.200</c:v>
              </c:pt>
              <c:pt idx="9">
                <c:v>0.225</c:v>
              </c:pt>
              <c:pt idx="10">
                <c:v>0.250</c:v>
              </c:pt>
              <c:pt idx="11">
                <c:v>0.275</c:v>
              </c:pt>
              <c:pt idx="12">
                <c:v>0.300</c:v>
              </c:pt>
              <c:pt idx="13">
                <c:v>0.325</c:v>
              </c:pt>
              <c:pt idx="14">
                <c:v>0.350</c:v>
              </c:pt>
              <c:pt idx="15">
                <c:v>0.375</c:v>
              </c:pt>
              <c:pt idx="16">
                <c:v>0.400</c:v>
              </c:pt>
              <c:pt idx="17">
                <c:v>0.425</c:v>
              </c:pt>
              <c:pt idx="18">
                <c:v>0.450</c:v>
              </c:pt>
              <c:pt idx="19">
                <c:v>0.475</c:v>
              </c:pt>
              <c:pt idx="20">
                <c:v>0.500</c:v>
              </c:pt>
              <c:pt idx="21">
                <c:v>0.525</c:v>
              </c:pt>
              <c:pt idx="22">
                <c:v>0.550</c:v>
              </c:pt>
              <c:pt idx="23">
                <c:v>0.575</c:v>
              </c:pt>
              <c:pt idx="24">
                <c:v>0.600</c:v>
              </c:pt>
              <c:pt idx="25">
                <c:v>0.625</c:v>
              </c:pt>
              <c:pt idx="26">
                <c:v>0.650</c:v>
              </c:pt>
              <c:pt idx="27">
                <c:v>0.675</c:v>
              </c:pt>
              <c:pt idx="28">
                <c:v>0.700</c:v>
              </c:pt>
              <c:pt idx="29">
                <c:v>0.725</c:v>
              </c:pt>
              <c:pt idx="30">
                <c:v>0.750</c:v>
              </c:pt>
              <c:pt idx="31">
                <c:v>0.775</c:v>
              </c:pt>
              <c:pt idx="32">
                <c:v>0.800</c:v>
              </c:pt>
              <c:pt idx="33">
                <c:v>0.825</c:v>
              </c:pt>
              <c:pt idx="34">
                <c:v>0.850</c:v>
              </c:pt>
              <c:pt idx="35">
                <c:v>0.875</c:v>
              </c:pt>
              <c:pt idx="36">
                <c:v>0.900</c:v>
              </c:pt>
              <c:pt idx="37">
                <c:v>0.925</c:v>
              </c:pt>
              <c:pt idx="38">
                <c:v>0.950</c:v>
              </c:pt>
              <c:pt idx="39">
                <c:v>0.975</c:v>
              </c:pt>
              <c:pt idx="40">
                <c:v>1.000</c:v>
              </c:pt>
              <c:pt idx="41">
                <c:v>1.025</c:v>
              </c:pt>
              <c:pt idx="42">
                <c:v>1.050</c:v>
              </c:pt>
              <c:pt idx="43">
                <c:v>1.075</c:v>
              </c:pt>
              <c:pt idx="44">
                <c:v>1.100</c:v>
              </c:pt>
              <c:pt idx="45">
                <c:v>1.125</c:v>
              </c:pt>
              <c:pt idx="46">
                <c:v>1.150</c:v>
              </c:pt>
              <c:pt idx="47">
                <c:v>1.175</c:v>
              </c:pt>
              <c:pt idx="48">
                <c:v>1.200</c:v>
              </c:pt>
              <c:pt idx="49">
                <c:v>1.225</c:v>
              </c:pt>
              <c:pt idx="50">
                <c:v>1.250</c:v>
              </c:pt>
              <c:pt idx="51">
                <c:v>1.275</c:v>
              </c:pt>
              <c:pt idx="52">
                <c:v>1.300</c:v>
              </c:pt>
              <c:pt idx="53">
                <c:v>1.325</c:v>
              </c:pt>
              <c:pt idx="54">
                <c:v>1.350</c:v>
              </c:pt>
              <c:pt idx="55">
                <c:v>1.375</c:v>
              </c:pt>
              <c:pt idx="56">
                <c:v>1.400</c:v>
              </c:pt>
              <c:pt idx="57">
                <c:v>1.425</c:v>
              </c:pt>
              <c:pt idx="58">
                <c:v>1.450</c:v>
              </c:pt>
              <c:pt idx="59">
                <c:v>1.475</c:v>
              </c:pt>
              <c:pt idx="60">
                <c:v>1.500</c:v>
              </c:pt>
              <c:pt idx="61">
                <c:v>1.525</c:v>
              </c:pt>
              <c:pt idx="62">
                <c:v>1.550</c:v>
              </c:pt>
              <c:pt idx="63">
                <c:v>1.575</c:v>
              </c:pt>
              <c:pt idx="64">
                <c:v>1.600</c:v>
              </c:pt>
              <c:pt idx="65">
                <c:v>1.625</c:v>
              </c:pt>
              <c:pt idx="66">
                <c:v>1.650</c:v>
              </c:pt>
              <c:pt idx="67">
                <c:v>1.675</c:v>
              </c:pt>
              <c:pt idx="68">
                <c:v>1.700</c:v>
              </c:pt>
              <c:pt idx="69">
                <c:v>1.725</c:v>
              </c:pt>
              <c:pt idx="70">
                <c:v>1.750</c:v>
              </c:pt>
              <c:pt idx="71">
                <c:v>1.775</c:v>
              </c:pt>
              <c:pt idx="72">
                <c:v>1.800</c:v>
              </c:pt>
              <c:pt idx="73">
                <c:v>1.825</c:v>
              </c:pt>
              <c:pt idx="74">
                <c:v>1.850</c:v>
              </c:pt>
              <c:pt idx="75">
                <c:v>1.875</c:v>
              </c:pt>
              <c:pt idx="76">
                <c:v>1.900</c:v>
              </c:pt>
              <c:pt idx="77">
                <c:v>1.925</c:v>
              </c:pt>
              <c:pt idx="78">
                <c:v>1.950</c:v>
              </c:pt>
              <c:pt idx="79">
                <c:v>1.975</c:v>
              </c:pt>
              <c:pt idx="80">
                <c:v>2.000</c:v>
              </c:pt>
              <c:pt idx="81">
                <c:v>2.025</c:v>
              </c:pt>
              <c:pt idx="82">
                <c:v>2.050</c:v>
              </c:pt>
              <c:pt idx="83">
                <c:v>2.075</c:v>
              </c:pt>
              <c:pt idx="84">
                <c:v>2.100</c:v>
              </c:pt>
              <c:pt idx="85">
                <c:v>2.125</c:v>
              </c:pt>
              <c:pt idx="86">
                <c:v>2.150</c:v>
              </c:pt>
              <c:pt idx="87">
                <c:v>2.175</c:v>
              </c:pt>
              <c:pt idx="88">
                <c:v>2.200</c:v>
              </c:pt>
              <c:pt idx="89">
                <c:v>2.225</c:v>
              </c:pt>
              <c:pt idx="90">
                <c:v>2.250</c:v>
              </c:pt>
              <c:pt idx="91">
                <c:v>2.275</c:v>
              </c:pt>
              <c:pt idx="92">
                <c:v>2.300</c:v>
              </c:pt>
              <c:pt idx="93">
                <c:v>2.325</c:v>
              </c:pt>
              <c:pt idx="94">
                <c:v>2.350</c:v>
              </c:pt>
              <c:pt idx="95">
                <c:v>2.375</c:v>
              </c:pt>
              <c:pt idx="96">
                <c:v>2.400</c:v>
              </c:pt>
              <c:pt idx="97">
                <c:v>2.425</c:v>
              </c:pt>
              <c:pt idx="98">
                <c:v>2.450</c:v>
              </c:pt>
              <c:pt idx="99">
                <c:v>2.475</c:v>
              </c:pt>
              <c:pt idx="100">
                <c:v>2.500</c:v>
              </c:pt>
              <c:pt idx="101">
                <c:v>2.525</c:v>
              </c:pt>
              <c:pt idx="102">
                <c:v>2.550</c:v>
              </c:pt>
              <c:pt idx="103">
                <c:v>2.575</c:v>
              </c:pt>
              <c:pt idx="104">
                <c:v>2.600</c:v>
              </c:pt>
              <c:pt idx="105">
                <c:v>2.625</c:v>
              </c:pt>
              <c:pt idx="106">
                <c:v>2.650</c:v>
              </c:pt>
              <c:pt idx="107">
                <c:v>2.675</c:v>
              </c:pt>
              <c:pt idx="108">
                <c:v>2.700</c:v>
              </c:pt>
              <c:pt idx="109">
                <c:v>2.725</c:v>
              </c:pt>
              <c:pt idx="110">
                <c:v>2.750</c:v>
              </c:pt>
              <c:pt idx="111">
                <c:v>2.775</c:v>
              </c:pt>
              <c:pt idx="112">
                <c:v>2.800</c:v>
              </c:pt>
              <c:pt idx="113">
                <c:v>2.825</c:v>
              </c:pt>
              <c:pt idx="114">
                <c:v>2.850</c:v>
              </c:pt>
              <c:pt idx="115">
                <c:v>2.875</c:v>
              </c:pt>
              <c:pt idx="116">
                <c:v>2.900</c:v>
              </c:pt>
              <c:pt idx="117">
                <c:v>2.925</c:v>
              </c:pt>
              <c:pt idx="118">
                <c:v>2.950</c:v>
              </c:pt>
              <c:pt idx="119">
                <c:v>2.975</c:v>
              </c:pt>
              <c:pt idx="120">
                <c:v>3.000</c:v>
              </c:pt>
            </c:numLit>
          </c:cat>
          <c:val>
            <c:numLit>
              <c:formatCode>General</c:formatCode>
              <c:ptCount val="121"/>
              <c:pt idx="0">
                <c:v>0.00943</c:v>
              </c:pt>
              <c:pt idx="1">
                <c:v>0.01001</c:v>
              </c:pt>
              <c:pt idx="2">
                <c:v>0.01065</c:v>
              </c:pt>
              <c:pt idx="3">
                <c:v>0.01136</c:v>
              </c:pt>
              <c:pt idx="4">
                <c:v>0.01213</c:v>
              </c:pt>
              <c:pt idx="5">
                <c:v>0.013</c:v>
              </c:pt>
              <c:pt idx="6">
                <c:v>0.01395</c:v>
              </c:pt>
              <c:pt idx="7">
                <c:v>0.01502</c:v>
              </c:pt>
              <c:pt idx="8">
                <c:v>0.01621</c:v>
              </c:pt>
              <c:pt idx="9">
                <c:v>0.01756</c:v>
              </c:pt>
              <c:pt idx="10">
                <c:v>0.01908</c:v>
              </c:pt>
              <c:pt idx="11">
                <c:v>0.0208</c:v>
              </c:pt>
              <c:pt idx="12">
                <c:v>0.02278</c:v>
              </c:pt>
              <c:pt idx="13">
                <c:v>0.02504</c:v>
              </c:pt>
              <c:pt idx="14">
                <c:v>0.02767</c:v>
              </c:pt>
              <c:pt idx="15">
                <c:v>0.03073</c:v>
              </c:pt>
              <c:pt idx="16">
                <c:v>0.03432</c:v>
              </c:pt>
              <c:pt idx="17">
                <c:v>0.03857</c:v>
              </c:pt>
              <c:pt idx="18">
                <c:v>0.04367</c:v>
              </c:pt>
              <c:pt idx="19">
                <c:v>0.04983</c:v>
              </c:pt>
              <c:pt idx="20">
                <c:v>0.05737</c:v>
              </c:pt>
              <c:pt idx="21">
                <c:v>0.06673</c:v>
              </c:pt>
              <c:pt idx="22">
                <c:v>0.07852</c:v>
              </c:pt>
              <c:pt idx="23">
                <c:v>0.09362</c:v>
              </c:pt>
              <c:pt idx="24">
                <c:v>0.11334</c:v>
              </c:pt>
              <c:pt idx="25">
                <c:v>0.13963</c:v>
              </c:pt>
              <c:pt idx="26">
                <c:v>0.17551</c:v>
              </c:pt>
              <c:pt idx="27">
                <c:v>0.22562</c:v>
              </c:pt>
              <c:pt idx="28">
                <c:v>0.29711</c:v>
              </c:pt>
              <c:pt idx="29">
                <c:v>0.40014</c:v>
              </c:pt>
              <c:pt idx="30">
                <c:v>0.54553</c:v>
              </c:pt>
              <c:pt idx="31">
                <c:v>0.73077</c:v>
              </c:pt>
              <c:pt idx="32">
                <c:v>0.90427</c:v>
              </c:pt>
              <c:pt idx="33">
                <c:v>0.95586</c:v>
              </c:pt>
              <c:pt idx="34">
                <c:v>0.84023</c:v>
              </c:pt>
              <c:pt idx="35">
                <c:v>0.64998</c:v>
              </c:pt>
              <c:pt idx="36">
                <c:v>0.478</c:v>
              </c:pt>
              <c:pt idx="37">
                <c:v>0.35069</c:v>
              </c:pt>
              <c:pt idx="38">
                <c:v>0.26194</c:v>
              </c:pt>
              <c:pt idx="39">
                <c:v>0.20034</c:v>
              </c:pt>
              <c:pt idx="40">
                <c:v>0.1569</c:v>
              </c:pt>
              <c:pt idx="41">
                <c:v>0.12556</c:v>
              </c:pt>
              <c:pt idx="42">
                <c:v>0.10241</c:v>
              </c:pt>
              <c:pt idx="43">
                <c:v>0.08492</c:v>
              </c:pt>
              <c:pt idx="44">
                <c:v>0.07143</c:v>
              </c:pt>
              <c:pt idx="45">
                <c:v>0.06085</c:v>
              </c:pt>
              <c:pt idx="46">
                <c:v>0.05241</c:v>
              </c:pt>
              <c:pt idx="47">
                <c:v>0.04557</c:v>
              </c:pt>
              <c:pt idx="48">
                <c:v>0.03997</c:v>
              </c:pt>
              <c:pt idx="49">
                <c:v>0.03532</c:v>
              </c:pt>
              <c:pt idx="50">
                <c:v>0.03143</c:v>
              </c:pt>
              <c:pt idx="51">
                <c:v>0.02814</c:v>
              </c:pt>
              <c:pt idx="52">
                <c:v>0.02533</c:v>
              </c:pt>
              <c:pt idx="53">
                <c:v>0.02291</c:v>
              </c:pt>
              <c:pt idx="54">
                <c:v>0.02082</c:v>
              </c:pt>
              <c:pt idx="55">
                <c:v>0.019</c:v>
              </c:pt>
              <c:pt idx="56">
                <c:v>0.01741</c:v>
              </c:pt>
              <c:pt idx="57">
                <c:v>0.016</c:v>
              </c:pt>
              <c:pt idx="58">
                <c:v>0.01476</c:v>
              </c:pt>
              <c:pt idx="59">
                <c:v>0.01365</c:v>
              </c:pt>
              <c:pt idx="60">
                <c:v>0.01267</c:v>
              </c:pt>
              <c:pt idx="61">
                <c:v>0.01178</c:v>
              </c:pt>
              <c:pt idx="62">
                <c:v>0.01098</c:v>
              </c:pt>
              <c:pt idx="63">
                <c:v>0.01026</c:v>
              </c:pt>
              <c:pt idx="64">
                <c:v>0.00961</c:v>
              </c:pt>
              <c:pt idx="65">
                <c:v>0.00902</c:v>
              </c:pt>
              <c:pt idx="66">
                <c:v>0.00848</c:v>
              </c:pt>
              <c:pt idx="67">
                <c:v>0.00798</c:v>
              </c:pt>
              <c:pt idx="68">
                <c:v>0.00753</c:v>
              </c:pt>
              <c:pt idx="69">
                <c:v>0.00711</c:v>
              </c:pt>
              <c:pt idx="70">
                <c:v>0.00673</c:v>
              </c:pt>
              <c:pt idx="71">
                <c:v>0.00638</c:v>
              </c:pt>
              <c:pt idx="72">
                <c:v>0.00605</c:v>
              </c:pt>
              <c:pt idx="73">
                <c:v>0.00575</c:v>
              </c:pt>
              <c:pt idx="74">
                <c:v>0.00547</c:v>
              </c:pt>
              <c:pt idx="75">
                <c:v>0.00521</c:v>
              </c:pt>
              <c:pt idx="76">
                <c:v>0.00496</c:v>
              </c:pt>
              <c:pt idx="77">
                <c:v>0.00474</c:v>
              </c:pt>
              <c:pt idx="78">
                <c:v>0.00452</c:v>
              </c:pt>
              <c:pt idx="79">
                <c:v>0.00433</c:v>
              </c:pt>
              <c:pt idx="80">
                <c:v>0.00414</c:v>
              </c:pt>
              <c:pt idx="81">
                <c:v>0.00397</c:v>
              </c:pt>
              <c:pt idx="82">
                <c:v>0.0038</c:v>
              </c:pt>
              <c:pt idx="83">
                <c:v>0.00365</c:v>
              </c:pt>
              <c:pt idx="84">
                <c:v>0.0035</c:v>
              </c:pt>
              <c:pt idx="85">
                <c:v>0.00337</c:v>
              </c:pt>
              <c:pt idx="86">
                <c:v>0.00324</c:v>
              </c:pt>
              <c:pt idx="87">
                <c:v>0.00312</c:v>
              </c:pt>
              <c:pt idx="88">
                <c:v>0.003</c:v>
              </c:pt>
              <c:pt idx="89">
                <c:v>0.00289</c:v>
              </c:pt>
              <c:pt idx="90">
                <c:v>0.00279</c:v>
              </c:pt>
              <c:pt idx="91">
                <c:v>0.00269</c:v>
              </c:pt>
              <c:pt idx="92">
                <c:v>0.0026</c:v>
              </c:pt>
              <c:pt idx="93">
                <c:v>0.00251</c:v>
              </c:pt>
              <c:pt idx="94">
                <c:v>0.00242</c:v>
              </c:pt>
              <c:pt idx="95">
                <c:v>0.00234</c:v>
              </c:pt>
              <c:pt idx="96">
                <c:v>0.00227</c:v>
              </c:pt>
              <c:pt idx="97">
                <c:v>0.0022</c:v>
              </c:pt>
              <c:pt idx="98">
                <c:v>0.00213</c:v>
              </c:pt>
              <c:pt idx="99">
                <c:v>0.00206</c:v>
              </c:pt>
              <c:pt idx="100">
                <c:v>0.002</c:v>
              </c:pt>
              <c:pt idx="101">
                <c:v>0.00194</c:v>
              </c:pt>
              <c:pt idx="102">
                <c:v>0.00188</c:v>
              </c:pt>
              <c:pt idx="103">
                <c:v>0.00182</c:v>
              </c:pt>
              <c:pt idx="104">
                <c:v>0.00177</c:v>
              </c:pt>
              <c:pt idx="105">
                <c:v>0.00172</c:v>
              </c:pt>
              <c:pt idx="106">
                <c:v>0.00167</c:v>
              </c:pt>
              <c:pt idx="107">
                <c:v>0.00162</c:v>
              </c:pt>
              <c:pt idx="108">
                <c:v>0.00158</c:v>
              </c:pt>
              <c:pt idx="109">
                <c:v>0.00154</c:v>
              </c:pt>
              <c:pt idx="110">
                <c:v>0.00149</c:v>
              </c:pt>
              <c:pt idx="111">
                <c:v>0.00146</c:v>
              </c:pt>
              <c:pt idx="112">
                <c:v>0.00142</c:v>
              </c:pt>
              <c:pt idx="113">
                <c:v>0.00138</c:v>
              </c:pt>
              <c:pt idx="114">
                <c:v>0.00134</c:v>
              </c:pt>
              <c:pt idx="115">
                <c:v>0.00131</c:v>
              </c:pt>
              <c:pt idx="116">
                <c:v>0.00128</c:v>
              </c:pt>
              <c:pt idx="117">
                <c:v>0.00125</c:v>
              </c:pt>
              <c:pt idx="118">
                <c:v>0.00122</c:v>
              </c:pt>
              <c:pt idx="119">
                <c:v>0.00119</c:v>
              </c:pt>
              <c:pt idx="120">
                <c:v>0.00116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frequency (Hz)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amplitude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8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F3E093-885E-4F6C-A118-D83C7DD041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43d0c35aa74575"/>
          <a:srcRect xmlns:a="http://schemas.openxmlformats.org/drawingml/2006/main" l="20833" t="0" r="208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6B8298-2670-4D2D-80FA-5F0B7DA3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8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328524-B45C-4E32-BCFC-9940D7E2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E7C7CB"/>
                </a:solidFill>
              </a:defRPr>
            </a:defPPr>
            <a:lvl1pPr algn="l">
              <a:defRPr sz="1200" b="1">
                <a:solidFill>
                  <a:srgbClr val="E7C7CB"/>
                </a:solidFill>
              </a:defRPr>
            </a:lvl1pPr>
            <a:lvl2pPr algn="l">
              <a:defRPr sz="1200" b="1">
                <a:solidFill>
                  <a:srgbClr val="E7C7CB"/>
                </a:solidFill>
              </a:defRPr>
            </a:lvl2pPr>
            <a:lvl3pPr algn="l">
              <a:defRPr sz="1200" b="1">
                <a:solidFill>
                  <a:srgbClr val="E7C7CB"/>
                </a:solidFill>
              </a:defRPr>
            </a:lvl3pPr>
            <a:lvl4pPr algn="l">
              <a:defRPr sz="1200" b="1">
                <a:solidFill>
                  <a:srgbClr val="E7C7CB"/>
                </a:solidFill>
              </a:defRPr>
            </a:lvl4pPr>
            <a:lvl5pPr algn="l">
              <a:defRPr sz="1200" b="1">
                <a:solidFill>
                  <a:srgbClr val="E7C7CB"/>
                </a:solidFill>
              </a:defRPr>
            </a:lvl5pPr>
            <a:lvl6pPr algn="l">
              <a:defRPr sz="1200" b="1">
                <a:solidFill>
                  <a:srgbClr val="E7C7CB"/>
                </a:solidFill>
              </a:defRPr>
            </a:lvl6pPr>
            <a:lvl7pPr algn="l">
              <a:defRPr sz="1200" b="1">
                <a:solidFill>
                  <a:srgbClr val="E7C7CB"/>
                </a:solidFill>
              </a:defRPr>
            </a:lvl7pPr>
            <a:lvl8pPr algn="l">
              <a:defRPr sz="1200" b="1">
                <a:solidFill>
                  <a:srgbClr val="E7C7CB"/>
                </a:solidFill>
              </a:defRPr>
            </a:lvl8pPr>
            <a:lvl9pPr algn="l">
              <a:defRPr sz="1200" b="1">
                <a:solidFill>
                  <a:srgbClr val="E7C7CB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E7C7CB"/>
                </a:solidFill>
              </a:defRPr>
            </a:pPr>
            <a:r>
              <a:rPr sz="1200" b="1">
                <a:solidFill>
                  <a:srgbClr val="E7C7CB"/>
                </a:solidFill>
              </a:rPr>
              <a:t>MIE 402 · ME LAB 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204A14-D4BA-4B55-9321-A6C5F6AC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5810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</a:defRPr>
            </a:defPPr>
            <a:lvl1pPr algn="l">
              <a:defRPr sz="3450" b="1">
                <a:solidFill>
                  <a:srgbClr val="FFFFFF"/>
                </a:solidFill>
              </a:defRPr>
            </a:lvl1pPr>
            <a:lvl2pPr algn="l">
              <a:defRPr sz="3450" b="1">
                <a:solidFill>
                  <a:srgbClr val="FFFFFF"/>
                </a:solidFill>
              </a:defRPr>
            </a:lvl2pPr>
            <a:lvl3pPr algn="l">
              <a:defRPr sz="3450" b="1">
                <a:solidFill>
                  <a:srgbClr val="FFFFFF"/>
                </a:solidFill>
              </a:defRPr>
            </a:lvl3pPr>
            <a:lvl4pPr algn="l">
              <a:defRPr sz="3450" b="1">
                <a:solidFill>
                  <a:srgbClr val="FFFFFF"/>
                </a:solidFill>
              </a:defRPr>
            </a:lvl4pPr>
            <a:lvl5pPr algn="l">
              <a:defRPr sz="3450" b="1">
                <a:solidFill>
                  <a:srgbClr val="FFFFFF"/>
                </a:solidFill>
              </a:defRPr>
            </a:lvl5pPr>
            <a:lvl6pPr algn="l">
              <a:defRPr sz="3450" b="1">
                <a:solidFill>
                  <a:srgbClr val="FFFFFF"/>
                </a:solidFill>
              </a:defRPr>
            </a:lvl6pPr>
            <a:lvl7pPr algn="l">
              <a:defRPr sz="3450" b="1">
                <a:solidFill>
                  <a:srgbClr val="FFFFFF"/>
                </a:solidFill>
              </a:defRPr>
            </a:lvl7pPr>
            <a:lvl8pPr algn="l">
              <a:defRPr sz="3450" b="1">
                <a:solidFill>
                  <a:srgbClr val="FFFFFF"/>
                </a:solidFill>
              </a:defRPr>
            </a:lvl8pPr>
            <a:lvl9pPr algn="l">
              <a:defRPr sz="34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Lab 4: free vibration of a 1‑DOF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D49178-65D3-4A65-9CBE-9A9D65F3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0"/>
            <a:ext cx="5429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DCE6F0"/>
                </a:solidFill>
              </a:defRPr>
            </a:defPPr>
            <a:lvl1pPr algn="l">
              <a:defRPr sz="1650" b="0">
                <a:solidFill>
                  <a:srgbClr val="DCE6F0"/>
                </a:solidFill>
              </a:defRPr>
            </a:lvl1pPr>
            <a:lvl2pPr algn="l">
              <a:defRPr sz="1650" b="0">
                <a:solidFill>
                  <a:srgbClr val="DCE6F0"/>
                </a:solidFill>
              </a:defRPr>
            </a:lvl2pPr>
            <a:lvl3pPr algn="l">
              <a:defRPr sz="1650" b="0">
                <a:solidFill>
                  <a:srgbClr val="DCE6F0"/>
                </a:solidFill>
              </a:defRPr>
            </a:lvl3pPr>
            <a:lvl4pPr algn="l">
              <a:defRPr sz="1650" b="0">
                <a:solidFill>
                  <a:srgbClr val="DCE6F0"/>
                </a:solidFill>
              </a:defRPr>
            </a:lvl4pPr>
            <a:lvl5pPr algn="l">
              <a:defRPr sz="1650" b="0">
                <a:solidFill>
                  <a:srgbClr val="DCE6F0"/>
                </a:solidFill>
              </a:defRPr>
            </a:lvl5pPr>
            <a:lvl6pPr algn="l">
              <a:defRPr sz="1650" b="0">
                <a:solidFill>
                  <a:srgbClr val="DCE6F0"/>
                </a:solidFill>
              </a:defRPr>
            </a:lvl6pPr>
            <a:lvl7pPr algn="l">
              <a:defRPr sz="1650" b="0">
                <a:solidFill>
                  <a:srgbClr val="DCE6F0"/>
                </a:solidFill>
              </a:defRPr>
            </a:lvl7pPr>
            <a:lvl8pPr algn="l">
              <a:defRPr sz="1650" b="0">
                <a:solidFill>
                  <a:srgbClr val="DCE6F0"/>
                </a:solidFill>
              </a:defRPr>
            </a:lvl8pPr>
            <a:lvl9pPr algn="l">
              <a:defRPr sz="1650" b="0">
                <a:solidFill>
                  <a:srgbClr val="DCE6F0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DCE6F0"/>
                </a:solidFill>
              </a:defRPr>
            </a:pPr>
            <a:r>
              <a:rPr sz="1650" b="0">
                <a:solidFill>
                  <a:srgbClr val="DCE6F0"/>
                </a:solidFill>
              </a:rPr>
              <a:t>From a sensor-cart record to mass, stiffness, natural frequency, and damping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970A3B-68F9-4C03-BBA5-5B3F645D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24375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3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30A6D1-4AF0-4EA7-A42D-016D4232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14875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DCE6F0"/>
                </a:solidFill>
              </a:defRPr>
            </a:defPPr>
            <a:lvl1pPr algn="l">
              <a:defRPr sz="1275" b="0">
                <a:solidFill>
                  <a:srgbClr val="DCE6F0"/>
                </a:solidFill>
              </a:defRPr>
            </a:lvl1pPr>
            <a:lvl2pPr algn="l">
              <a:defRPr sz="1275" b="0">
                <a:solidFill>
                  <a:srgbClr val="DCE6F0"/>
                </a:solidFill>
              </a:defRPr>
            </a:lvl2pPr>
            <a:lvl3pPr algn="l">
              <a:defRPr sz="1275" b="0">
                <a:solidFill>
                  <a:srgbClr val="DCE6F0"/>
                </a:solidFill>
              </a:defRPr>
            </a:lvl3pPr>
            <a:lvl4pPr algn="l">
              <a:defRPr sz="1275" b="0">
                <a:solidFill>
                  <a:srgbClr val="DCE6F0"/>
                </a:solidFill>
              </a:defRPr>
            </a:lvl4pPr>
            <a:lvl5pPr algn="l">
              <a:defRPr sz="1275" b="0">
                <a:solidFill>
                  <a:srgbClr val="DCE6F0"/>
                </a:solidFill>
              </a:defRPr>
            </a:lvl5pPr>
            <a:lvl6pPr algn="l">
              <a:defRPr sz="1275" b="0">
                <a:solidFill>
                  <a:srgbClr val="DCE6F0"/>
                </a:solidFill>
              </a:defRPr>
            </a:lvl6pPr>
            <a:lvl7pPr algn="l">
              <a:defRPr sz="1275" b="0">
                <a:solidFill>
                  <a:srgbClr val="DCE6F0"/>
                </a:solidFill>
              </a:defRPr>
            </a:lvl7pPr>
            <a:lvl8pPr algn="l">
              <a:defRPr sz="1275" b="0">
                <a:solidFill>
                  <a:srgbClr val="DCE6F0"/>
                </a:solidFill>
              </a:defRPr>
            </a:lvl8pPr>
            <a:lvl9pPr algn="l">
              <a:defRPr sz="1275" b="0">
                <a:solidFill>
                  <a:srgbClr val="DCE6F0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DCE6F0"/>
                </a:solidFill>
              </a:defRPr>
            </a:pPr>
            <a:r>
              <a:rPr sz="1275" b="0">
                <a:solidFill>
                  <a:srgbClr val="DCE6F0"/>
                </a:solidFill>
              </a:rPr>
              <a:t>Fall 2026 · Lab 4 theory · October 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C03FF8-4D22-42EB-887B-F6AD7DAD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76875"/>
            <a:ext cx="538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</a:defRPr>
            </a:defPPr>
            <a:lvl1pPr algn="l">
              <a:defRPr sz="1425" b="1">
                <a:solidFill>
                  <a:srgbClr val="FFFFFF"/>
                </a:solidFill>
              </a:defRPr>
            </a:lvl1pPr>
            <a:lvl2pPr algn="l">
              <a:defRPr sz="1425" b="1">
                <a:solidFill>
                  <a:srgbClr val="FFFFFF"/>
                </a:solidFill>
              </a:defRPr>
            </a:lvl2pPr>
            <a:lvl3pPr algn="l">
              <a:defRPr sz="1425" b="1">
                <a:solidFill>
                  <a:srgbClr val="FFFFFF"/>
                </a:solidFill>
              </a:defRPr>
            </a:lvl3pPr>
            <a:lvl4pPr algn="l">
              <a:defRPr sz="1425" b="1">
                <a:solidFill>
                  <a:srgbClr val="FFFFFF"/>
                </a:solidFill>
              </a:defRPr>
            </a:lvl4pPr>
            <a:lvl5pPr algn="l">
              <a:defRPr sz="1425" b="1">
                <a:solidFill>
                  <a:srgbClr val="FFFFFF"/>
                </a:solidFill>
              </a:defRPr>
            </a:lvl5pPr>
            <a:lvl6pPr algn="l">
              <a:defRPr sz="1425" b="1">
                <a:solidFill>
                  <a:srgbClr val="FFFFFF"/>
                </a:solidFill>
              </a:defRPr>
            </a:lvl6pPr>
            <a:lvl7pPr algn="l">
              <a:defRPr sz="1425" b="1">
                <a:solidFill>
                  <a:srgbClr val="FFFFFF"/>
                </a:solidFill>
              </a:defRPr>
            </a:lvl7pPr>
            <a:lvl8pPr algn="l">
              <a:defRPr sz="1425" b="1">
                <a:solidFill>
                  <a:srgbClr val="FFFFFF"/>
                </a:solidFill>
              </a:defRPr>
            </a:lvl8pPr>
            <a:lvl9pPr algn="l">
              <a:defRPr sz="14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 small cart teaches the same identification logic used in full-scale vibration testing.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5ADDD7-92E6-4473-B115-185E3F64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198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FFFFFF"/>
                </a:solidFill>
              </a:defRPr>
            </a:defPPr>
            <a:lvl1pPr algn="r">
              <a:defRPr sz="825" b="0">
                <a:solidFill>
                  <a:srgbClr val="FFFFFF"/>
                </a:solidFill>
              </a:defRPr>
            </a:lvl1pPr>
            <a:lvl2pPr algn="r">
              <a:defRPr sz="825" b="0">
                <a:solidFill>
                  <a:srgbClr val="FFFFFF"/>
                </a:solidFill>
              </a:defRPr>
            </a:lvl2pPr>
            <a:lvl3pPr algn="r">
              <a:defRPr sz="825" b="0">
                <a:solidFill>
                  <a:srgbClr val="FFFFFF"/>
                </a:solidFill>
              </a:defRPr>
            </a:lvl3pPr>
            <a:lvl4pPr algn="r">
              <a:defRPr sz="825" b="0">
                <a:solidFill>
                  <a:srgbClr val="FFFFFF"/>
                </a:solidFill>
              </a:defRPr>
            </a:lvl4pPr>
            <a:lvl5pPr algn="r">
              <a:defRPr sz="825" b="0">
                <a:solidFill>
                  <a:srgbClr val="FFFFFF"/>
                </a:solidFill>
              </a:defRPr>
            </a:lvl5pPr>
            <a:lvl6pPr algn="r">
              <a:defRPr sz="825" b="0">
                <a:solidFill>
                  <a:srgbClr val="FFFFFF"/>
                </a:solidFill>
              </a:defRPr>
            </a:lvl6pPr>
            <a:lvl7pPr algn="r">
              <a:defRPr sz="825" b="0">
                <a:solidFill>
                  <a:srgbClr val="FFFFFF"/>
                </a:solidFill>
              </a:defRPr>
            </a:lvl7pPr>
            <a:lvl8pPr algn="r">
              <a:defRPr sz="825" b="0">
                <a:solidFill>
                  <a:srgbClr val="FFFFFF"/>
                </a:solidFill>
              </a:defRPr>
            </a:lvl8pPr>
            <a:lvl9pPr algn="r">
              <a:defRPr sz="8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NASA/GSFC image · TESS vibration test</a:t>
            </a:r>
          </a:p>
        </p:txBody>
      </p:sp>
    </p:spTree>
    <p:extLst>
      <p:ext uri="{BB962C8B-B14F-4D97-AF65-F5344CB8AC3E}">
        <p14:creationId xmlns:p14="http://schemas.microsoft.com/office/powerpoint/2010/main" val="18670604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D47E2C-E60D-479B-8FCA-EFC0BA54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05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8B1E2D"/>
                </a:solidFill>
              </a:defRPr>
            </a:defPPr>
            <a:lvl1pPr algn="l">
              <a:defRPr sz="1050" b="1">
                <a:solidFill>
                  <a:srgbClr val="8B1E2D"/>
                </a:solidFill>
              </a:defRPr>
            </a:lvl1pPr>
            <a:lvl2pPr algn="l">
              <a:defRPr sz="1050" b="1">
                <a:solidFill>
                  <a:srgbClr val="8B1E2D"/>
                </a:solidFill>
              </a:defRPr>
            </a:lvl2pPr>
            <a:lvl3pPr algn="l">
              <a:defRPr sz="1050" b="1">
                <a:solidFill>
                  <a:srgbClr val="8B1E2D"/>
                </a:solidFill>
              </a:defRPr>
            </a:lvl3pPr>
            <a:lvl4pPr algn="l">
              <a:defRPr sz="1050" b="1">
                <a:solidFill>
                  <a:srgbClr val="8B1E2D"/>
                </a:solidFill>
              </a:defRPr>
            </a:lvl4pPr>
            <a:lvl5pPr algn="l">
              <a:defRPr sz="1050" b="1">
                <a:solidFill>
                  <a:srgbClr val="8B1E2D"/>
                </a:solidFill>
              </a:defRPr>
            </a:lvl5pPr>
            <a:lvl6pPr algn="l">
              <a:defRPr sz="1050" b="1">
                <a:solidFill>
                  <a:srgbClr val="8B1E2D"/>
                </a:solidFill>
              </a:defRPr>
            </a:lvl6pPr>
            <a:lvl7pPr algn="l">
              <a:defRPr sz="1050" b="1">
                <a:solidFill>
                  <a:srgbClr val="8B1E2D"/>
                </a:solidFill>
              </a:defRPr>
            </a:lvl7pPr>
            <a:lvl8pPr algn="l">
              <a:defRPr sz="1050" b="1">
                <a:solidFill>
                  <a:srgbClr val="8B1E2D"/>
                </a:solidFill>
              </a:defRPr>
            </a:lvl8pPr>
            <a:lvl9pPr algn="l">
              <a:defRPr sz="1050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8B1E2D"/>
                </a:solidFill>
              </a:defRPr>
            </a:pPr>
            <a:r>
              <a:rPr sz="1050" b="1">
                <a:solidFill>
                  <a:srgbClr val="8B1E2D"/>
                </a:solidFill>
              </a:rPr>
              <a:t>MIE 402  |  APPLICATION FIRST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EF20B-3875-4D3D-9261-1C8E4E80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0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0">
                <a:solidFill>
                  <a:srgbClr val="5B6873"/>
                </a:solidFill>
              </a:defRPr>
            </a:defPPr>
            <a:lvl1pPr algn="r">
              <a:defRPr sz="975" b="0">
                <a:solidFill>
                  <a:srgbClr val="5B6873"/>
                </a:solidFill>
              </a:defRPr>
            </a:lvl1pPr>
            <a:lvl2pPr algn="r">
              <a:defRPr sz="975" b="0">
                <a:solidFill>
                  <a:srgbClr val="5B6873"/>
                </a:solidFill>
              </a:defRPr>
            </a:lvl2pPr>
            <a:lvl3pPr algn="r">
              <a:defRPr sz="975" b="0">
                <a:solidFill>
                  <a:srgbClr val="5B6873"/>
                </a:solidFill>
              </a:defRPr>
            </a:lvl3pPr>
            <a:lvl4pPr algn="r">
              <a:defRPr sz="975" b="0">
                <a:solidFill>
                  <a:srgbClr val="5B6873"/>
                </a:solidFill>
              </a:defRPr>
            </a:lvl4pPr>
            <a:lvl5pPr algn="r">
              <a:defRPr sz="975" b="0">
                <a:solidFill>
                  <a:srgbClr val="5B6873"/>
                </a:solidFill>
              </a:defRPr>
            </a:lvl5pPr>
            <a:lvl6pPr algn="r">
              <a:defRPr sz="975" b="0">
                <a:solidFill>
                  <a:srgbClr val="5B6873"/>
                </a:solidFill>
              </a:defRPr>
            </a:lvl6pPr>
            <a:lvl7pPr algn="r">
              <a:defRPr sz="975" b="0">
                <a:solidFill>
                  <a:srgbClr val="5B6873"/>
                </a:solidFill>
              </a:defRPr>
            </a:lvl7pPr>
            <a:lvl8pPr algn="r">
              <a:defRPr sz="975" b="0">
                <a:solidFill>
                  <a:srgbClr val="5B6873"/>
                </a:solidFill>
              </a:defRPr>
            </a:lvl8pPr>
            <a:lvl9pPr algn="r">
              <a:defRPr sz="975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5B6873"/>
                </a:solidFill>
              </a:defRPr>
            </a:pPr>
            <a:r>
              <a:rPr sz="975" b="0">
                <a:solidFill>
                  <a:srgbClr val="5B6873"/>
                </a:solidFill>
              </a:rPr>
              <a:t>0–3 min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291B8A-359E-4004-92C9-A106BF3A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11287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11111"/>
                </a:solidFill>
              </a:defRPr>
            </a:defPPr>
            <a:lvl1pPr algn="l">
              <a:defRPr sz="2325" b="1">
                <a:solidFill>
                  <a:srgbClr val="111111"/>
                </a:solidFill>
              </a:defRPr>
            </a:lvl1pPr>
            <a:lvl2pPr algn="l">
              <a:defRPr sz="2325" b="1">
                <a:solidFill>
                  <a:srgbClr val="111111"/>
                </a:solidFill>
              </a:defRPr>
            </a:lvl2pPr>
            <a:lvl3pPr algn="l">
              <a:defRPr sz="2325" b="1">
                <a:solidFill>
                  <a:srgbClr val="111111"/>
                </a:solidFill>
              </a:defRPr>
            </a:lvl3pPr>
            <a:lvl4pPr algn="l">
              <a:defRPr sz="2325" b="1">
                <a:solidFill>
                  <a:srgbClr val="111111"/>
                </a:solidFill>
              </a:defRPr>
            </a:lvl4pPr>
            <a:lvl5pPr algn="l">
              <a:defRPr sz="2325" b="1">
                <a:solidFill>
                  <a:srgbClr val="111111"/>
                </a:solidFill>
              </a:defRPr>
            </a:lvl5pPr>
            <a:lvl6pPr algn="l">
              <a:defRPr sz="2325" b="1">
                <a:solidFill>
                  <a:srgbClr val="111111"/>
                </a:solidFill>
              </a:defRPr>
            </a:lvl6pPr>
            <a:lvl7pPr algn="l">
              <a:defRPr sz="2325" b="1">
                <a:solidFill>
                  <a:srgbClr val="111111"/>
                </a:solidFill>
              </a:defRPr>
            </a:lvl7pPr>
            <a:lvl8pPr algn="l">
              <a:defRPr sz="2325" b="1">
                <a:solidFill>
                  <a:srgbClr val="111111"/>
                </a:solidFill>
              </a:defRPr>
            </a:lvl8pPr>
            <a:lvl9pPr algn="l">
              <a:defRPr sz="2325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Why this experiment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F6AE0F-B0B3-4172-B588-C4560B6C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5730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8B820C-4343-4BBB-B977-F4C55D07CC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0619648528456c"/>
          <a:srcRect xmlns:a="http://schemas.openxmlformats.org/drawingml/2006/main" l="0" t="2041" r="0" b="20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1571625"/>
            <a:ext cx="5334000" cy="33337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DE25F1-5CE7-439C-9364-19AB563F7E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ddff21bf4e4f41"/>
          <a:srcRect xmlns:a="http://schemas.openxmlformats.org/drawingml/2006/main" l="0" t="3125" r="0" b="31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34125" y="1571625"/>
            <a:ext cx="5334000" cy="3333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50BF7A-549A-48BB-8165-1B576599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24375"/>
            <a:ext cx="5334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8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1C727D-5BF0-44FE-9C38-7188C31A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524375"/>
            <a:ext cx="5334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8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B76896-4CD6-4DA0-8083-8CED221C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291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</a:defRPr>
            </a:defPPr>
            <a:lvl1pPr algn="l">
              <a:defRPr sz="1650" b="1">
                <a:solidFill>
                  <a:srgbClr val="FFFFFF"/>
                </a:solidFill>
              </a:defRPr>
            </a:lvl1pPr>
            <a:lvl2pPr algn="l">
              <a:defRPr sz="1650" b="1">
                <a:solidFill>
                  <a:srgbClr val="FFFFFF"/>
                </a:solidFill>
              </a:defRPr>
            </a:lvl2pPr>
            <a:lvl3pPr algn="l">
              <a:defRPr sz="1650" b="1">
                <a:solidFill>
                  <a:srgbClr val="FFFFFF"/>
                </a:solidFill>
              </a:defRPr>
            </a:lvl3pPr>
            <a:lvl4pPr algn="l">
              <a:defRPr sz="1650" b="1">
                <a:solidFill>
                  <a:srgbClr val="FFFFFF"/>
                </a:solidFill>
              </a:defRPr>
            </a:lvl4pPr>
            <a:lvl5pPr algn="l">
              <a:defRPr sz="1650" b="1">
                <a:solidFill>
                  <a:srgbClr val="FFFFFF"/>
                </a:solidFill>
              </a:defRPr>
            </a:lvl5pPr>
            <a:lvl6pPr algn="l">
              <a:defRPr sz="1650" b="1">
                <a:solidFill>
                  <a:srgbClr val="FFFFFF"/>
                </a:solidFill>
              </a:defRPr>
            </a:lvl6pPr>
            <a:lvl7pPr algn="l">
              <a:defRPr sz="1650" b="1">
                <a:solidFill>
                  <a:srgbClr val="FFFFFF"/>
                </a:solidFill>
              </a:defRPr>
            </a:lvl7pPr>
            <a:lvl8pPr algn="l">
              <a:defRPr sz="1650" b="1">
                <a:solidFill>
                  <a:srgbClr val="FFFFFF"/>
                </a:solidFill>
              </a:defRPr>
            </a:lvl8pPr>
            <a:lvl9pPr algn="l"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Vehicle suspension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1B11DB-DCBF-42D8-90FC-7C11CFD6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958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</a:defRPr>
            </a:defPPr>
            <a:lvl1pPr algn="l">
              <a:defRPr sz="1050" b="0">
                <a:solidFill>
                  <a:srgbClr val="FFFFFF"/>
                </a:solidFill>
              </a:defRPr>
            </a:lvl1pPr>
            <a:lvl2pPr algn="l">
              <a:defRPr sz="1050" b="0">
                <a:solidFill>
                  <a:srgbClr val="FFFFFF"/>
                </a:solidFill>
              </a:defRPr>
            </a:lvl2pPr>
            <a:lvl3pPr algn="l">
              <a:defRPr sz="1050" b="0">
                <a:solidFill>
                  <a:srgbClr val="FFFFFF"/>
                </a:solidFill>
              </a:defRPr>
            </a:lvl3pPr>
            <a:lvl4pPr algn="l">
              <a:defRPr sz="1050" b="0">
                <a:solidFill>
                  <a:srgbClr val="FFFFFF"/>
                </a:solidFill>
              </a:defRPr>
            </a:lvl4pPr>
            <a:lvl5pPr algn="l">
              <a:defRPr sz="1050" b="0">
                <a:solidFill>
                  <a:srgbClr val="FFFFFF"/>
                </a:solidFill>
              </a:defRPr>
            </a:lvl5pPr>
            <a:lvl6pPr algn="l">
              <a:defRPr sz="1050" b="0">
                <a:solidFill>
                  <a:srgbClr val="FFFFFF"/>
                </a:solidFill>
              </a:defRPr>
            </a:lvl6pPr>
            <a:lvl7pPr algn="l">
              <a:defRPr sz="1050" b="0">
                <a:solidFill>
                  <a:srgbClr val="FFFFFF"/>
                </a:solidFill>
              </a:defRPr>
            </a:lvl7pPr>
            <a:lvl8pPr algn="l">
              <a:defRPr sz="1050" b="0">
                <a:solidFill>
                  <a:srgbClr val="FFFFFF"/>
                </a:solidFill>
              </a:defRPr>
            </a:lvl8pPr>
            <a:lvl9pPr algn="l">
              <a:defRPr sz="10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A bump excites the system. Frequency and decay tell engineers whether the suspension will settle safely.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54B853-25CE-4D77-9D79-7F3D40C1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6291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</a:defRPr>
            </a:defPPr>
            <a:lvl1pPr algn="l">
              <a:defRPr sz="1650" b="1">
                <a:solidFill>
                  <a:srgbClr val="FFFFFF"/>
                </a:solidFill>
              </a:defRPr>
            </a:lvl1pPr>
            <a:lvl2pPr algn="l">
              <a:defRPr sz="1650" b="1">
                <a:solidFill>
                  <a:srgbClr val="FFFFFF"/>
                </a:solidFill>
              </a:defRPr>
            </a:lvl2pPr>
            <a:lvl3pPr algn="l">
              <a:defRPr sz="1650" b="1">
                <a:solidFill>
                  <a:srgbClr val="FFFFFF"/>
                </a:solidFill>
              </a:defRPr>
            </a:lvl3pPr>
            <a:lvl4pPr algn="l">
              <a:defRPr sz="1650" b="1">
                <a:solidFill>
                  <a:srgbClr val="FFFFFF"/>
                </a:solidFill>
              </a:defRPr>
            </a:lvl4pPr>
            <a:lvl5pPr algn="l">
              <a:defRPr sz="1650" b="1">
                <a:solidFill>
                  <a:srgbClr val="FFFFFF"/>
                </a:solidFill>
              </a:defRPr>
            </a:lvl5pPr>
            <a:lvl6pPr algn="l">
              <a:defRPr sz="1650" b="1">
                <a:solidFill>
                  <a:srgbClr val="FFFFFF"/>
                </a:solidFill>
              </a:defRPr>
            </a:lvl6pPr>
            <a:lvl7pPr algn="l">
              <a:defRPr sz="1650" b="1">
                <a:solidFill>
                  <a:srgbClr val="FFFFFF"/>
                </a:solidFill>
              </a:defRPr>
            </a:lvl7pPr>
            <a:lvl8pPr algn="l">
              <a:defRPr sz="1650" b="1">
                <a:solidFill>
                  <a:srgbClr val="FFFFFF"/>
                </a:solidFill>
              </a:defRPr>
            </a:lvl8pPr>
            <a:lvl9pPr algn="l"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Spacecraft qualification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63061E-DFA2-4BD8-BBD9-83A8D265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8958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FFFFFF"/>
                </a:solidFill>
              </a:defRPr>
            </a:defPPr>
            <a:lvl1pPr algn="l">
              <a:defRPr sz="1050" b="0">
                <a:solidFill>
                  <a:srgbClr val="FFFFFF"/>
                </a:solidFill>
              </a:defRPr>
            </a:lvl1pPr>
            <a:lvl2pPr algn="l">
              <a:defRPr sz="1050" b="0">
                <a:solidFill>
                  <a:srgbClr val="FFFFFF"/>
                </a:solidFill>
              </a:defRPr>
            </a:lvl2pPr>
            <a:lvl3pPr algn="l">
              <a:defRPr sz="1050" b="0">
                <a:solidFill>
                  <a:srgbClr val="FFFFFF"/>
                </a:solidFill>
              </a:defRPr>
            </a:lvl3pPr>
            <a:lvl4pPr algn="l">
              <a:defRPr sz="1050" b="0">
                <a:solidFill>
                  <a:srgbClr val="FFFFFF"/>
                </a:solidFill>
              </a:defRPr>
            </a:lvl4pPr>
            <a:lvl5pPr algn="l">
              <a:defRPr sz="1050" b="0">
                <a:solidFill>
                  <a:srgbClr val="FFFFFF"/>
                </a:solidFill>
              </a:defRPr>
            </a:lvl5pPr>
            <a:lvl6pPr algn="l">
              <a:defRPr sz="1050" b="0">
                <a:solidFill>
                  <a:srgbClr val="FFFFFF"/>
                </a:solidFill>
              </a:defRPr>
            </a:lvl6pPr>
            <a:lvl7pPr algn="l">
              <a:defRPr sz="1050" b="0">
                <a:solidFill>
                  <a:srgbClr val="FFFFFF"/>
                </a:solidFill>
              </a:defRPr>
            </a:lvl7pPr>
            <a:lvl8pPr algn="l">
              <a:defRPr sz="1050" b="0">
                <a:solidFill>
                  <a:srgbClr val="FFFFFF"/>
                </a:solidFill>
              </a:defRPr>
            </a:lvl8pPr>
            <a:lvl9pPr algn="l">
              <a:defRPr sz="10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Modal and vibration tests identify resonances before launch loads expose a weak design.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32B572-446C-4A68-8495-B5F686D5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72125"/>
            <a:ext cx="1019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8B1E2D"/>
                </a:solidFill>
              </a:defRPr>
            </a:defPPr>
            <a:lvl1pPr algn="ctr">
              <a:defRPr sz="1575" b="1">
                <a:solidFill>
                  <a:srgbClr val="8B1E2D"/>
                </a:solidFill>
              </a:defRPr>
            </a:lvl1pPr>
            <a:lvl2pPr algn="ctr">
              <a:defRPr sz="1575" b="1">
                <a:solidFill>
                  <a:srgbClr val="8B1E2D"/>
                </a:solidFill>
              </a:defRPr>
            </a:lvl2pPr>
            <a:lvl3pPr algn="ctr">
              <a:defRPr sz="1575" b="1">
                <a:solidFill>
                  <a:srgbClr val="8B1E2D"/>
                </a:solidFill>
              </a:defRPr>
            </a:lvl3pPr>
            <a:lvl4pPr algn="ctr">
              <a:defRPr sz="1575" b="1">
                <a:solidFill>
                  <a:srgbClr val="8B1E2D"/>
                </a:solidFill>
              </a:defRPr>
            </a:lvl4pPr>
            <a:lvl5pPr algn="ctr">
              <a:defRPr sz="1575" b="1">
                <a:solidFill>
                  <a:srgbClr val="8B1E2D"/>
                </a:solidFill>
              </a:defRPr>
            </a:lvl5pPr>
            <a:lvl6pPr algn="ctr">
              <a:defRPr sz="1575" b="1">
                <a:solidFill>
                  <a:srgbClr val="8B1E2D"/>
                </a:solidFill>
              </a:defRPr>
            </a:lvl6pPr>
            <a:lvl7pPr algn="ctr">
              <a:defRPr sz="1575" b="1">
                <a:solidFill>
                  <a:srgbClr val="8B1E2D"/>
                </a:solidFill>
              </a:defRPr>
            </a:lvl7pPr>
            <a:lvl8pPr algn="ctr">
              <a:defRPr sz="1575" b="1">
                <a:solidFill>
                  <a:srgbClr val="8B1E2D"/>
                </a:solidFill>
              </a:defRPr>
            </a:lvl8pPr>
            <a:lvl9pPr algn="ctr">
              <a:defRPr sz="1575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8B1E2D"/>
                </a:solidFill>
              </a:defRPr>
            </a:pPr>
            <a:r>
              <a:rPr sz="1575" b="1">
                <a:solidFill>
                  <a:srgbClr val="8B1E2D"/>
                </a:solidFill>
              </a:rPr>
              <a:t>Lab 4 uses the same measurement logic at a smaller scale: disturb, record the free response, identify frequency and damping, then compare with the model.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003826-E84B-41E4-A1B3-B1E69E3C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5B6873"/>
                </a:solidFill>
              </a:defRPr>
            </a:defPPr>
            <a:lvl1pPr algn="r">
              <a:defRPr sz="825" b="0">
                <a:solidFill>
                  <a:srgbClr val="5B6873"/>
                </a:solidFill>
              </a:defRPr>
            </a:lvl1pPr>
            <a:lvl2pPr algn="r">
              <a:defRPr sz="825" b="0">
                <a:solidFill>
                  <a:srgbClr val="5B6873"/>
                </a:solidFill>
              </a:defRPr>
            </a:lvl2pPr>
            <a:lvl3pPr algn="r">
              <a:defRPr sz="825" b="0">
                <a:solidFill>
                  <a:srgbClr val="5B6873"/>
                </a:solidFill>
              </a:defRPr>
            </a:lvl3pPr>
            <a:lvl4pPr algn="r">
              <a:defRPr sz="825" b="0">
                <a:solidFill>
                  <a:srgbClr val="5B6873"/>
                </a:solidFill>
              </a:defRPr>
            </a:lvl4pPr>
            <a:lvl5pPr algn="r">
              <a:defRPr sz="825" b="0">
                <a:solidFill>
                  <a:srgbClr val="5B6873"/>
                </a:solidFill>
              </a:defRPr>
            </a:lvl5pPr>
            <a:lvl6pPr algn="r">
              <a:defRPr sz="825" b="0">
                <a:solidFill>
                  <a:srgbClr val="5B6873"/>
                </a:solidFill>
              </a:defRPr>
            </a:lvl6pPr>
            <a:lvl7pPr algn="r">
              <a:defRPr sz="825" b="0">
                <a:solidFill>
                  <a:srgbClr val="5B6873"/>
                </a:solidFill>
              </a:defRPr>
            </a:lvl7pPr>
            <a:lvl8pPr algn="r">
              <a:defRPr sz="825" b="0">
                <a:solidFill>
                  <a:srgbClr val="5B6873"/>
                </a:solidFill>
              </a:defRPr>
            </a:lvl8pPr>
            <a:lvl9pPr algn="r">
              <a:defRPr sz="825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5B6873"/>
                </a:solidFill>
              </a:defRPr>
            </a:pPr>
            <a:r>
              <a:rPr sz="825" b="0">
                <a:solidFill>
                  <a:srgbClr val="5B6873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60586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1CDBA3-E31D-456B-B4F6-61837A8F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05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8B1E2D"/>
                </a:solidFill>
              </a:defRPr>
            </a:defPPr>
            <a:lvl1pPr algn="l">
              <a:defRPr sz="1050" b="1">
                <a:solidFill>
                  <a:srgbClr val="8B1E2D"/>
                </a:solidFill>
              </a:defRPr>
            </a:lvl1pPr>
            <a:lvl2pPr algn="l">
              <a:defRPr sz="1050" b="1">
                <a:solidFill>
                  <a:srgbClr val="8B1E2D"/>
                </a:solidFill>
              </a:defRPr>
            </a:lvl2pPr>
            <a:lvl3pPr algn="l">
              <a:defRPr sz="1050" b="1">
                <a:solidFill>
                  <a:srgbClr val="8B1E2D"/>
                </a:solidFill>
              </a:defRPr>
            </a:lvl3pPr>
            <a:lvl4pPr algn="l">
              <a:defRPr sz="1050" b="1">
                <a:solidFill>
                  <a:srgbClr val="8B1E2D"/>
                </a:solidFill>
              </a:defRPr>
            </a:lvl4pPr>
            <a:lvl5pPr algn="l">
              <a:defRPr sz="1050" b="1">
                <a:solidFill>
                  <a:srgbClr val="8B1E2D"/>
                </a:solidFill>
              </a:defRPr>
            </a:lvl5pPr>
            <a:lvl6pPr algn="l">
              <a:defRPr sz="1050" b="1">
                <a:solidFill>
                  <a:srgbClr val="8B1E2D"/>
                </a:solidFill>
              </a:defRPr>
            </a:lvl6pPr>
            <a:lvl7pPr algn="l">
              <a:defRPr sz="1050" b="1">
                <a:solidFill>
                  <a:srgbClr val="8B1E2D"/>
                </a:solidFill>
              </a:defRPr>
            </a:lvl7pPr>
            <a:lvl8pPr algn="l">
              <a:defRPr sz="1050" b="1">
                <a:solidFill>
                  <a:srgbClr val="8B1E2D"/>
                </a:solidFill>
              </a:defRPr>
            </a:lvl8pPr>
            <a:lvl9pPr algn="l">
              <a:defRPr sz="1050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8B1E2D"/>
                </a:solidFill>
              </a:defRPr>
            </a:pPr>
            <a:r>
              <a:rPr sz="1050" b="1">
                <a:solidFill>
                  <a:srgbClr val="8B1E2D"/>
                </a:solidFill>
              </a:rPr>
              <a:t>MIE 402  |  APPLICATION FIRST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BF8502-963A-4DCC-9735-9C1F1DA5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0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0">
                <a:solidFill>
                  <a:srgbClr val="5B6873"/>
                </a:solidFill>
              </a:defRPr>
            </a:defPPr>
            <a:lvl1pPr algn="r">
              <a:defRPr sz="975" b="0">
                <a:solidFill>
                  <a:srgbClr val="5B6873"/>
                </a:solidFill>
              </a:defRPr>
            </a:lvl1pPr>
            <a:lvl2pPr algn="r">
              <a:defRPr sz="975" b="0">
                <a:solidFill>
                  <a:srgbClr val="5B6873"/>
                </a:solidFill>
              </a:defRPr>
            </a:lvl2pPr>
            <a:lvl3pPr algn="r">
              <a:defRPr sz="975" b="0">
                <a:solidFill>
                  <a:srgbClr val="5B6873"/>
                </a:solidFill>
              </a:defRPr>
            </a:lvl3pPr>
            <a:lvl4pPr algn="r">
              <a:defRPr sz="975" b="0">
                <a:solidFill>
                  <a:srgbClr val="5B6873"/>
                </a:solidFill>
              </a:defRPr>
            </a:lvl4pPr>
            <a:lvl5pPr algn="r">
              <a:defRPr sz="975" b="0">
                <a:solidFill>
                  <a:srgbClr val="5B6873"/>
                </a:solidFill>
              </a:defRPr>
            </a:lvl5pPr>
            <a:lvl6pPr algn="r">
              <a:defRPr sz="975" b="0">
                <a:solidFill>
                  <a:srgbClr val="5B6873"/>
                </a:solidFill>
              </a:defRPr>
            </a:lvl6pPr>
            <a:lvl7pPr algn="r">
              <a:defRPr sz="975" b="0">
                <a:solidFill>
                  <a:srgbClr val="5B6873"/>
                </a:solidFill>
              </a:defRPr>
            </a:lvl7pPr>
            <a:lvl8pPr algn="r">
              <a:defRPr sz="975" b="0">
                <a:solidFill>
                  <a:srgbClr val="5B6873"/>
                </a:solidFill>
              </a:defRPr>
            </a:lvl8pPr>
            <a:lvl9pPr algn="r">
              <a:defRPr sz="975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5B6873"/>
                </a:solidFill>
              </a:defRPr>
            </a:pPr>
            <a:r>
              <a:rPr sz="975" b="0">
                <a:solidFill>
                  <a:srgbClr val="5B6873"/>
                </a:solidFill>
              </a:rPr>
              <a:t>3–5 min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175556-08B9-4C5A-90DA-FFFDE2CC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11287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11111"/>
                </a:solidFill>
              </a:defRPr>
            </a:defPPr>
            <a:lvl1pPr algn="l">
              <a:defRPr sz="2325" b="1">
                <a:solidFill>
                  <a:srgbClr val="111111"/>
                </a:solidFill>
              </a:defRPr>
            </a:lvl1pPr>
            <a:lvl2pPr algn="l">
              <a:defRPr sz="2325" b="1">
                <a:solidFill>
                  <a:srgbClr val="111111"/>
                </a:solidFill>
              </a:defRPr>
            </a:lvl2pPr>
            <a:lvl3pPr algn="l">
              <a:defRPr sz="2325" b="1">
                <a:solidFill>
                  <a:srgbClr val="111111"/>
                </a:solidFill>
              </a:defRPr>
            </a:lvl3pPr>
            <a:lvl4pPr algn="l">
              <a:defRPr sz="2325" b="1">
                <a:solidFill>
                  <a:srgbClr val="111111"/>
                </a:solidFill>
              </a:defRPr>
            </a:lvl4pPr>
            <a:lvl5pPr algn="l">
              <a:defRPr sz="2325" b="1">
                <a:solidFill>
                  <a:srgbClr val="111111"/>
                </a:solidFill>
              </a:defRPr>
            </a:lvl5pPr>
            <a:lvl6pPr algn="l">
              <a:defRPr sz="2325" b="1">
                <a:solidFill>
                  <a:srgbClr val="111111"/>
                </a:solidFill>
              </a:defRPr>
            </a:lvl6pPr>
            <a:lvl7pPr algn="l">
              <a:defRPr sz="2325" b="1">
                <a:solidFill>
                  <a:srgbClr val="111111"/>
                </a:solidFill>
              </a:defRPr>
            </a:lvl7pPr>
            <a:lvl8pPr algn="l">
              <a:defRPr sz="2325" b="1">
                <a:solidFill>
                  <a:srgbClr val="111111"/>
                </a:solidFill>
              </a:defRPr>
            </a:lvl8pPr>
            <a:lvl9pPr algn="l">
              <a:defRPr sz="2325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The laboratory question and the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284ABE-4180-4A62-A216-25D30034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5730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27E712-960D-423A-843F-570F3F18DF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cde34816e44253"/>
          <a:stretch xmlns:a="http://schemas.openxmlformats.org/drawingml/2006/main"/>
        </p:blipFill>
        <p:spPr>
          <a:xfrm xmlns:a="http://schemas.openxmlformats.org/drawingml/2006/main">
            <a:off x="5334000" y="1635310"/>
            <a:ext cx="6334125" cy="368263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F9BCB8-41CD-4715-BA39-CB00C43C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11283F"/>
                </a:solidFill>
              </a:defRPr>
            </a:defPPr>
            <a:lvl1pPr algn="l">
              <a:defRPr sz="2100" b="1">
                <a:solidFill>
                  <a:srgbClr val="11283F"/>
                </a:solidFill>
              </a:defRPr>
            </a:lvl1pPr>
            <a:lvl2pPr algn="l">
              <a:defRPr sz="2100" b="1">
                <a:solidFill>
                  <a:srgbClr val="11283F"/>
                </a:solidFill>
              </a:defRPr>
            </a:lvl2pPr>
            <a:lvl3pPr algn="l">
              <a:defRPr sz="2100" b="1">
                <a:solidFill>
                  <a:srgbClr val="11283F"/>
                </a:solidFill>
              </a:defRPr>
            </a:lvl3pPr>
            <a:lvl4pPr algn="l">
              <a:defRPr sz="2100" b="1">
                <a:solidFill>
                  <a:srgbClr val="11283F"/>
                </a:solidFill>
              </a:defRPr>
            </a:lvl4pPr>
            <a:lvl5pPr algn="l">
              <a:defRPr sz="2100" b="1">
                <a:solidFill>
                  <a:srgbClr val="11283F"/>
                </a:solidFill>
              </a:defRPr>
            </a:lvl5pPr>
            <a:lvl6pPr algn="l">
              <a:defRPr sz="2100" b="1">
                <a:solidFill>
                  <a:srgbClr val="11283F"/>
                </a:solidFill>
              </a:defRPr>
            </a:lvl6pPr>
            <a:lvl7pPr algn="l">
              <a:defRPr sz="2100" b="1">
                <a:solidFill>
                  <a:srgbClr val="11283F"/>
                </a:solidFill>
              </a:defRPr>
            </a:lvl7pPr>
            <a:lvl8pPr algn="l">
              <a:defRPr sz="2100" b="1">
                <a:solidFill>
                  <a:srgbClr val="11283F"/>
                </a:solidFill>
              </a:defRPr>
            </a:lvl8pPr>
            <a:lvl9pPr algn="l">
              <a:defRPr sz="2100" b="1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1283F"/>
                </a:solidFill>
              </a:defRPr>
            </a:pPr>
            <a:r>
              <a:rPr sz="2100" b="1">
                <a:solidFill>
                  <a:srgbClr val="11283F"/>
                </a:solidFill>
              </a:rPr>
              <a:t>One record contains two independent clues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4D661E-2FEF-4D98-A927-342E52FE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622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8B1E2D"/>
                </a:solidFill>
              </a:defRPr>
            </a:defPPr>
            <a:lvl1pPr algn="l">
              <a:defRPr sz="1575" b="1">
                <a:solidFill>
                  <a:srgbClr val="8B1E2D"/>
                </a:solidFill>
              </a:defRPr>
            </a:lvl1pPr>
            <a:lvl2pPr algn="l">
              <a:defRPr sz="1575" b="1">
                <a:solidFill>
                  <a:srgbClr val="8B1E2D"/>
                </a:solidFill>
              </a:defRPr>
            </a:lvl2pPr>
            <a:lvl3pPr algn="l">
              <a:defRPr sz="1575" b="1">
                <a:solidFill>
                  <a:srgbClr val="8B1E2D"/>
                </a:solidFill>
              </a:defRPr>
            </a:lvl3pPr>
            <a:lvl4pPr algn="l">
              <a:defRPr sz="1575" b="1">
                <a:solidFill>
                  <a:srgbClr val="8B1E2D"/>
                </a:solidFill>
              </a:defRPr>
            </a:lvl4pPr>
            <a:lvl5pPr algn="l">
              <a:defRPr sz="1575" b="1">
                <a:solidFill>
                  <a:srgbClr val="8B1E2D"/>
                </a:solidFill>
              </a:defRPr>
            </a:lvl5pPr>
            <a:lvl6pPr algn="l">
              <a:defRPr sz="1575" b="1">
                <a:solidFill>
                  <a:srgbClr val="8B1E2D"/>
                </a:solidFill>
              </a:defRPr>
            </a:lvl6pPr>
            <a:lvl7pPr algn="l">
              <a:defRPr sz="1575" b="1">
                <a:solidFill>
                  <a:srgbClr val="8B1E2D"/>
                </a:solidFill>
              </a:defRPr>
            </a:lvl7pPr>
            <a:lvl8pPr algn="l">
              <a:defRPr sz="1575" b="1">
                <a:solidFill>
                  <a:srgbClr val="8B1E2D"/>
                </a:solidFill>
              </a:defRPr>
            </a:lvl8pPr>
            <a:lvl9pPr algn="l">
              <a:defRPr sz="1575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8B1E2D"/>
                </a:solidFill>
              </a:defRPr>
            </a:pPr>
            <a:r>
              <a:rPr sz="1575" b="1">
                <a:solidFill>
                  <a:srgbClr val="8B1E2D"/>
                </a:solidFill>
              </a:rPr>
              <a:t>Peak spacing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4BE48A-82F7-4972-A2C5-261E74AE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1283F"/>
                </a:solidFill>
              </a:defRPr>
            </a:defPPr>
            <a:lvl1pPr algn="l">
              <a:defRPr sz="1425" b="0">
                <a:solidFill>
                  <a:srgbClr val="11283F"/>
                </a:solidFill>
              </a:defRPr>
            </a:lvl1pPr>
            <a:lvl2pPr algn="l">
              <a:defRPr sz="1425" b="0">
                <a:solidFill>
                  <a:srgbClr val="11283F"/>
                </a:solidFill>
              </a:defRPr>
            </a:lvl2pPr>
            <a:lvl3pPr algn="l">
              <a:defRPr sz="1425" b="0">
                <a:solidFill>
                  <a:srgbClr val="11283F"/>
                </a:solidFill>
              </a:defRPr>
            </a:lvl3pPr>
            <a:lvl4pPr algn="l">
              <a:defRPr sz="1425" b="0">
                <a:solidFill>
                  <a:srgbClr val="11283F"/>
                </a:solidFill>
              </a:defRPr>
            </a:lvl4pPr>
            <a:lvl5pPr algn="l">
              <a:defRPr sz="1425" b="0">
                <a:solidFill>
                  <a:srgbClr val="11283F"/>
                </a:solidFill>
              </a:defRPr>
            </a:lvl5pPr>
            <a:lvl6pPr algn="l">
              <a:defRPr sz="1425" b="0">
                <a:solidFill>
                  <a:srgbClr val="11283F"/>
                </a:solidFill>
              </a:defRPr>
            </a:lvl6pPr>
            <a:lvl7pPr algn="l">
              <a:defRPr sz="1425" b="0">
                <a:solidFill>
                  <a:srgbClr val="11283F"/>
                </a:solidFill>
              </a:defRPr>
            </a:lvl7pPr>
            <a:lvl8pPr algn="l">
              <a:defRPr sz="1425" b="0">
                <a:solidFill>
                  <a:srgbClr val="11283F"/>
                </a:solidFill>
              </a:defRPr>
            </a:lvl8pPr>
            <a:lvl9pPr algn="l">
              <a:defRPr sz="1425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1283F"/>
                </a:solidFill>
              </a:defRPr>
            </a:pPr>
            <a:r>
              <a:rPr sz="1425" b="0">
                <a:solidFill>
                  <a:srgbClr val="11283F"/>
                </a:solidFill>
              </a:rPr>
              <a:t>sets the oscillation period and damped natural frequency.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1AFCEB-5DC8-4D6E-8937-83417CF8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8B1E2D"/>
                </a:solidFill>
              </a:defRPr>
            </a:defPPr>
            <a:lvl1pPr algn="l">
              <a:defRPr sz="1575" b="1">
                <a:solidFill>
                  <a:srgbClr val="8B1E2D"/>
                </a:solidFill>
              </a:defRPr>
            </a:lvl1pPr>
            <a:lvl2pPr algn="l">
              <a:defRPr sz="1575" b="1">
                <a:solidFill>
                  <a:srgbClr val="8B1E2D"/>
                </a:solidFill>
              </a:defRPr>
            </a:lvl2pPr>
            <a:lvl3pPr algn="l">
              <a:defRPr sz="1575" b="1">
                <a:solidFill>
                  <a:srgbClr val="8B1E2D"/>
                </a:solidFill>
              </a:defRPr>
            </a:lvl3pPr>
            <a:lvl4pPr algn="l">
              <a:defRPr sz="1575" b="1">
                <a:solidFill>
                  <a:srgbClr val="8B1E2D"/>
                </a:solidFill>
              </a:defRPr>
            </a:lvl4pPr>
            <a:lvl5pPr algn="l">
              <a:defRPr sz="1575" b="1">
                <a:solidFill>
                  <a:srgbClr val="8B1E2D"/>
                </a:solidFill>
              </a:defRPr>
            </a:lvl5pPr>
            <a:lvl6pPr algn="l">
              <a:defRPr sz="1575" b="1">
                <a:solidFill>
                  <a:srgbClr val="8B1E2D"/>
                </a:solidFill>
              </a:defRPr>
            </a:lvl6pPr>
            <a:lvl7pPr algn="l">
              <a:defRPr sz="1575" b="1">
                <a:solidFill>
                  <a:srgbClr val="8B1E2D"/>
                </a:solidFill>
              </a:defRPr>
            </a:lvl7pPr>
            <a:lvl8pPr algn="l">
              <a:defRPr sz="1575" b="1">
                <a:solidFill>
                  <a:srgbClr val="8B1E2D"/>
                </a:solidFill>
              </a:defRPr>
            </a:lvl8pPr>
            <a:lvl9pPr algn="l">
              <a:defRPr sz="1575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8B1E2D"/>
                </a:solidFill>
              </a:defRPr>
            </a:pPr>
            <a:r>
              <a:rPr sz="1575" b="1">
                <a:solidFill>
                  <a:srgbClr val="8B1E2D"/>
                </a:solidFill>
              </a:rPr>
              <a:t>Peak decay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243935-36AC-4FE1-8255-2BA2EA21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8620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1283F"/>
                </a:solidFill>
              </a:defRPr>
            </a:defPPr>
            <a:lvl1pPr algn="l">
              <a:defRPr sz="1425" b="0">
                <a:solidFill>
                  <a:srgbClr val="11283F"/>
                </a:solidFill>
              </a:defRPr>
            </a:lvl1pPr>
            <a:lvl2pPr algn="l">
              <a:defRPr sz="1425" b="0">
                <a:solidFill>
                  <a:srgbClr val="11283F"/>
                </a:solidFill>
              </a:defRPr>
            </a:lvl2pPr>
            <a:lvl3pPr algn="l">
              <a:defRPr sz="1425" b="0">
                <a:solidFill>
                  <a:srgbClr val="11283F"/>
                </a:solidFill>
              </a:defRPr>
            </a:lvl3pPr>
            <a:lvl4pPr algn="l">
              <a:defRPr sz="1425" b="0">
                <a:solidFill>
                  <a:srgbClr val="11283F"/>
                </a:solidFill>
              </a:defRPr>
            </a:lvl4pPr>
            <a:lvl5pPr algn="l">
              <a:defRPr sz="1425" b="0">
                <a:solidFill>
                  <a:srgbClr val="11283F"/>
                </a:solidFill>
              </a:defRPr>
            </a:lvl5pPr>
            <a:lvl6pPr algn="l">
              <a:defRPr sz="1425" b="0">
                <a:solidFill>
                  <a:srgbClr val="11283F"/>
                </a:solidFill>
              </a:defRPr>
            </a:lvl6pPr>
            <a:lvl7pPr algn="l">
              <a:defRPr sz="1425" b="0">
                <a:solidFill>
                  <a:srgbClr val="11283F"/>
                </a:solidFill>
              </a:defRPr>
            </a:lvl7pPr>
            <a:lvl8pPr algn="l">
              <a:defRPr sz="1425" b="0">
                <a:solidFill>
                  <a:srgbClr val="11283F"/>
                </a:solidFill>
              </a:defRPr>
            </a:lvl8pPr>
            <a:lvl9pPr algn="l">
              <a:defRPr sz="1425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1283F"/>
                </a:solidFill>
              </a:defRPr>
            </a:pPr>
            <a:r>
              <a:rPr sz="1425" b="0">
                <a:solidFill>
                  <a:srgbClr val="11283F"/>
                </a:solidFill>
              </a:rPr>
              <a:t>sets the logarithmic decrement and damping ratio.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8D0098-E241-41CA-9AE3-CE281C67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4191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1283F"/>
                </a:solidFill>
              </a:defRPr>
            </a:defPPr>
            <a:lvl1pPr algn="l">
              <a:defRPr sz="1500" b="1">
                <a:solidFill>
                  <a:srgbClr val="11283F"/>
                </a:solidFill>
              </a:defRPr>
            </a:lvl1pPr>
            <a:lvl2pPr algn="l">
              <a:defRPr sz="1500" b="1">
                <a:solidFill>
                  <a:srgbClr val="11283F"/>
                </a:solidFill>
              </a:defRPr>
            </a:lvl2pPr>
            <a:lvl3pPr algn="l">
              <a:defRPr sz="1500" b="1">
                <a:solidFill>
                  <a:srgbClr val="11283F"/>
                </a:solidFill>
              </a:defRPr>
            </a:lvl3pPr>
            <a:lvl4pPr algn="l">
              <a:defRPr sz="1500" b="1">
                <a:solidFill>
                  <a:srgbClr val="11283F"/>
                </a:solidFill>
              </a:defRPr>
            </a:lvl4pPr>
            <a:lvl5pPr algn="l">
              <a:defRPr sz="1500" b="1">
                <a:solidFill>
                  <a:srgbClr val="11283F"/>
                </a:solidFill>
              </a:defRPr>
            </a:lvl5pPr>
            <a:lvl6pPr algn="l">
              <a:defRPr sz="1500" b="1">
                <a:solidFill>
                  <a:srgbClr val="11283F"/>
                </a:solidFill>
              </a:defRPr>
            </a:lvl6pPr>
            <a:lvl7pPr algn="l">
              <a:defRPr sz="1500" b="1">
                <a:solidFill>
                  <a:srgbClr val="11283F"/>
                </a:solidFill>
              </a:defRPr>
            </a:lvl7pPr>
            <a:lvl8pPr algn="l">
              <a:defRPr sz="1500" b="1">
                <a:solidFill>
                  <a:srgbClr val="11283F"/>
                </a:solidFill>
              </a:defRPr>
            </a:lvl8pPr>
            <a:lvl9pPr algn="l">
              <a:defRPr sz="1500" b="1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1283F"/>
                </a:solidFill>
              </a:defRPr>
            </a:pPr>
            <a:r>
              <a:rPr sz="1500" b="1">
                <a:solidFill>
                  <a:srgbClr val="11283F"/>
                </a:solidFill>
              </a:rPr>
              <a:t>The seven cases change mass, damping, or spring pair one at a time so the cause of each change remains visible.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6C1D59-9D90-4EF5-A4BC-DC0A5BD5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429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B6873"/>
                </a:solidFill>
              </a:defRPr>
            </a:defPPr>
            <a:lvl1pPr algn="r">
              <a:defRPr sz="900" b="0">
                <a:solidFill>
                  <a:srgbClr val="5B6873"/>
                </a:solidFill>
              </a:defRPr>
            </a:lvl1pPr>
            <a:lvl2pPr algn="r">
              <a:defRPr sz="900" b="0">
                <a:solidFill>
                  <a:srgbClr val="5B6873"/>
                </a:solidFill>
              </a:defRPr>
            </a:lvl2pPr>
            <a:lvl3pPr algn="r">
              <a:defRPr sz="900" b="0">
                <a:solidFill>
                  <a:srgbClr val="5B6873"/>
                </a:solidFill>
              </a:defRPr>
            </a:lvl3pPr>
            <a:lvl4pPr algn="r">
              <a:defRPr sz="900" b="0">
                <a:solidFill>
                  <a:srgbClr val="5B6873"/>
                </a:solidFill>
              </a:defRPr>
            </a:lvl4pPr>
            <a:lvl5pPr algn="r">
              <a:defRPr sz="900" b="0">
                <a:solidFill>
                  <a:srgbClr val="5B6873"/>
                </a:solidFill>
              </a:defRPr>
            </a:lvl5pPr>
            <a:lvl6pPr algn="r">
              <a:defRPr sz="900" b="0">
                <a:solidFill>
                  <a:srgbClr val="5B6873"/>
                </a:solidFill>
              </a:defRPr>
            </a:lvl6pPr>
            <a:lvl7pPr algn="r">
              <a:defRPr sz="900" b="0">
                <a:solidFill>
                  <a:srgbClr val="5B6873"/>
                </a:solidFill>
              </a:defRPr>
            </a:lvl7pPr>
            <a:lvl8pPr algn="r">
              <a:defRPr sz="900" b="0">
                <a:solidFill>
                  <a:srgbClr val="5B6873"/>
                </a:solidFill>
              </a:defRPr>
            </a:lvl8pPr>
            <a:lvl9pPr algn="r">
              <a:defRPr sz="900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5B6873"/>
                </a:solidFill>
              </a:defRPr>
            </a:pPr>
            <a:r>
              <a:rPr sz="900" b="0">
                <a:solidFill>
                  <a:srgbClr val="5B6873"/>
                </a:solidFill>
              </a:rPr>
              <a:t>Representative anonymized class data · Spring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41D67A-B1D2-4C3B-A423-7931BB41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57875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8B1E2D"/>
                </a:solidFill>
              </a:defRPr>
            </a:defPPr>
            <a:lvl1pPr algn="ctr">
              <a:defRPr sz="1575" b="1">
                <a:solidFill>
                  <a:srgbClr val="8B1E2D"/>
                </a:solidFill>
              </a:defRPr>
            </a:lvl1pPr>
            <a:lvl2pPr algn="ctr">
              <a:defRPr sz="1575" b="1">
                <a:solidFill>
                  <a:srgbClr val="8B1E2D"/>
                </a:solidFill>
              </a:defRPr>
            </a:lvl2pPr>
            <a:lvl3pPr algn="ctr">
              <a:defRPr sz="1575" b="1">
                <a:solidFill>
                  <a:srgbClr val="8B1E2D"/>
                </a:solidFill>
              </a:defRPr>
            </a:lvl3pPr>
            <a:lvl4pPr algn="ctr">
              <a:defRPr sz="1575" b="1">
                <a:solidFill>
                  <a:srgbClr val="8B1E2D"/>
                </a:solidFill>
              </a:defRPr>
            </a:lvl4pPr>
            <a:lvl5pPr algn="ctr">
              <a:defRPr sz="1575" b="1">
                <a:solidFill>
                  <a:srgbClr val="8B1E2D"/>
                </a:solidFill>
              </a:defRPr>
            </a:lvl5pPr>
            <a:lvl6pPr algn="ctr">
              <a:defRPr sz="1575" b="1">
                <a:solidFill>
                  <a:srgbClr val="8B1E2D"/>
                </a:solidFill>
              </a:defRPr>
            </a:lvl6pPr>
            <a:lvl7pPr algn="ctr">
              <a:defRPr sz="1575" b="1">
                <a:solidFill>
                  <a:srgbClr val="8B1E2D"/>
                </a:solidFill>
              </a:defRPr>
            </a:lvl7pPr>
            <a:lvl8pPr algn="ctr">
              <a:defRPr sz="1575" b="1">
                <a:solidFill>
                  <a:srgbClr val="8B1E2D"/>
                </a:solidFill>
              </a:defRPr>
            </a:lvl8pPr>
            <a:lvl9pPr algn="ctr">
              <a:defRPr sz="1575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8B1E2D"/>
                </a:solidFill>
              </a:defRPr>
            </a:pPr>
            <a:r>
              <a:rPr sz="1575" b="1">
                <a:solidFill>
                  <a:srgbClr val="8B1E2D"/>
                </a:solidFill>
              </a:rPr>
              <a:t>The engineering question: which physical change moved the frequency, and which change shortened the ring-down?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6A5DE0-95BD-4001-8311-792B2905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5B6873"/>
                </a:solidFill>
              </a:defRPr>
            </a:defPPr>
            <a:lvl1pPr algn="r">
              <a:defRPr sz="825" b="0">
                <a:solidFill>
                  <a:srgbClr val="5B6873"/>
                </a:solidFill>
              </a:defRPr>
            </a:lvl1pPr>
            <a:lvl2pPr algn="r">
              <a:defRPr sz="825" b="0">
                <a:solidFill>
                  <a:srgbClr val="5B6873"/>
                </a:solidFill>
              </a:defRPr>
            </a:lvl2pPr>
            <a:lvl3pPr algn="r">
              <a:defRPr sz="825" b="0">
                <a:solidFill>
                  <a:srgbClr val="5B6873"/>
                </a:solidFill>
              </a:defRPr>
            </a:lvl3pPr>
            <a:lvl4pPr algn="r">
              <a:defRPr sz="825" b="0">
                <a:solidFill>
                  <a:srgbClr val="5B6873"/>
                </a:solidFill>
              </a:defRPr>
            </a:lvl4pPr>
            <a:lvl5pPr algn="r">
              <a:defRPr sz="825" b="0">
                <a:solidFill>
                  <a:srgbClr val="5B6873"/>
                </a:solidFill>
              </a:defRPr>
            </a:lvl5pPr>
            <a:lvl6pPr algn="r">
              <a:defRPr sz="825" b="0">
                <a:solidFill>
                  <a:srgbClr val="5B6873"/>
                </a:solidFill>
              </a:defRPr>
            </a:lvl6pPr>
            <a:lvl7pPr algn="r">
              <a:defRPr sz="825" b="0">
                <a:solidFill>
                  <a:srgbClr val="5B6873"/>
                </a:solidFill>
              </a:defRPr>
            </a:lvl7pPr>
            <a:lvl8pPr algn="r">
              <a:defRPr sz="825" b="0">
                <a:solidFill>
                  <a:srgbClr val="5B6873"/>
                </a:solidFill>
              </a:defRPr>
            </a:lvl8pPr>
            <a:lvl9pPr algn="r">
              <a:defRPr sz="825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5B6873"/>
                </a:solidFill>
              </a:defRPr>
            </a:pPr>
            <a:r>
              <a:rPr sz="825" b="0">
                <a:solidFill>
                  <a:srgbClr val="5B6873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769148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B0DC40-72DE-4CDF-822E-4B8239D6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05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8B1E2D"/>
                </a:solidFill>
              </a:defRPr>
            </a:defPPr>
            <a:lvl1pPr algn="l">
              <a:defRPr sz="1050" b="1">
                <a:solidFill>
                  <a:srgbClr val="8B1E2D"/>
                </a:solidFill>
              </a:defRPr>
            </a:lvl1pPr>
            <a:lvl2pPr algn="l">
              <a:defRPr sz="1050" b="1">
                <a:solidFill>
                  <a:srgbClr val="8B1E2D"/>
                </a:solidFill>
              </a:defRPr>
            </a:lvl2pPr>
            <a:lvl3pPr algn="l">
              <a:defRPr sz="1050" b="1">
                <a:solidFill>
                  <a:srgbClr val="8B1E2D"/>
                </a:solidFill>
              </a:defRPr>
            </a:lvl3pPr>
            <a:lvl4pPr algn="l">
              <a:defRPr sz="1050" b="1">
                <a:solidFill>
                  <a:srgbClr val="8B1E2D"/>
                </a:solidFill>
              </a:defRPr>
            </a:lvl4pPr>
            <a:lvl5pPr algn="l">
              <a:defRPr sz="1050" b="1">
                <a:solidFill>
                  <a:srgbClr val="8B1E2D"/>
                </a:solidFill>
              </a:defRPr>
            </a:lvl5pPr>
            <a:lvl6pPr algn="l">
              <a:defRPr sz="1050" b="1">
                <a:solidFill>
                  <a:srgbClr val="8B1E2D"/>
                </a:solidFill>
              </a:defRPr>
            </a:lvl6pPr>
            <a:lvl7pPr algn="l">
              <a:defRPr sz="1050" b="1">
                <a:solidFill>
                  <a:srgbClr val="8B1E2D"/>
                </a:solidFill>
              </a:defRPr>
            </a:lvl7pPr>
            <a:lvl8pPr algn="l">
              <a:defRPr sz="1050" b="1">
                <a:solidFill>
                  <a:srgbClr val="8B1E2D"/>
                </a:solidFill>
              </a:defRPr>
            </a:lvl8pPr>
            <a:lvl9pPr algn="l">
              <a:defRPr sz="1050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8B1E2D"/>
                </a:solidFill>
              </a:defRPr>
            </a:pPr>
            <a:r>
              <a:rPr sz="1050" b="1">
                <a:solidFill>
                  <a:srgbClr val="8B1E2D"/>
                </a:solidFill>
              </a:rPr>
              <a:t>MIE 402  |  MEASUREMENT CHAIN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32E147-86A6-47F7-8BB4-A2983B1B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0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0">
                <a:solidFill>
                  <a:srgbClr val="5B6873"/>
                </a:solidFill>
              </a:defRPr>
            </a:defPPr>
            <a:lvl1pPr algn="r">
              <a:defRPr sz="975" b="0">
                <a:solidFill>
                  <a:srgbClr val="5B6873"/>
                </a:solidFill>
              </a:defRPr>
            </a:lvl1pPr>
            <a:lvl2pPr algn="r">
              <a:defRPr sz="975" b="0">
                <a:solidFill>
                  <a:srgbClr val="5B6873"/>
                </a:solidFill>
              </a:defRPr>
            </a:lvl2pPr>
            <a:lvl3pPr algn="r">
              <a:defRPr sz="975" b="0">
                <a:solidFill>
                  <a:srgbClr val="5B6873"/>
                </a:solidFill>
              </a:defRPr>
            </a:lvl3pPr>
            <a:lvl4pPr algn="r">
              <a:defRPr sz="975" b="0">
                <a:solidFill>
                  <a:srgbClr val="5B6873"/>
                </a:solidFill>
              </a:defRPr>
            </a:lvl4pPr>
            <a:lvl5pPr algn="r">
              <a:defRPr sz="975" b="0">
                <a:solidFill>
                  <a:srgbClr val="5B6873"/>
                </a:solidFill>
              </a:defRPr>
            </a:lvl5pPr>
            <a:lvl6pPr algn="r">
              <a:defRPr sz="975" b="0">
                <a:solidFill>
                  <a:srgbClr val="5B6873"/>
                </a:solidFill>
              </a:defRPr>
            </a:lvl6pPr>
            <a:lvl7pPr algn="r">
              <a:defRPr sz="975" b="0">
                <a:solidFill>
                  <a:srgbClr val="5B6873"/>
                </a:solidFill>
              </a:defRPr>
            </a:lvl7pPr>
            <a:lvl8pPr algn="r">
              <a:defRPr sz="975" b="0">
                <a:solidFill>
                  <a:srgbClr val="5B6873"/>
                </a:solidFill>
              </a:defRPr>
            </a:lvl8pPr>
            <a:lvl9pPr algn="r">
              <a:defRPr sz="975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5B6873"/>
                </a:solidFill>
              </a:defRPr>
            </a:pPr>
            <a:r>
              <a:rPr sz="975" b="0">
                <a:solidFill>
                  <a:srgbClr val="5B6873"/>
                </a:solidFill>
              </a:rPr>
              <a:t>5–7 min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8AC77F-BD88-49AE-BFCC-355B382D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11287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11111"/>
                </a:solidFill>
              </a:defRPr>
            </a:defPPr>
            <a:lvl1pPr algn="l">
              <a:defRPr sz="2325" b="1">
                <a:solidFill>
                  <a:srgbClr val="111111"/>
                </a:solidFill>
              </a:defRPr>
            </a:lvl1pPr>
            <a:lvl2pPr algn="l">
              <a:defRPr sz="2325" b="1">
                <a:solidFill>
                  <a:srgbClr val="111111"/>
                </a:solidFill>
              </a:defRPr>
            </a:lvl2pPr>
            <a:lvl3pPr algn="l">
              <a:defRPr sz="2325" b="1">
                <a:solidFill>
                  <a:srgbClr val="111111"/>
                </a:solidFill>
              </a:defRPr>
            </a:lvl3pPr>
            <a:lvl4pPr algn="l">
              <a:defRPr sz="2325" b="1">
                <a:solidFill>
                  <a:srgbClr val="111111"/>
                </a:solidFill>
              </a:defRPr>
            </a:lvl4pPr>
            <a:lvl5pPr algn="l">
              <a:defRPr sz="2325" b="1">
                <a:solidFill>
                  <a:srgbClr val="111111"/>
                </a:solidFill>
              </a:defRPr>
            </a:lvl5pPr>
            <a:lvl6pPr algn="l">
              <a:defRPr sz="2325" b="1">
                <a:solidFill>
                  <a:srgbClr val="111111"/>
                </a:solidFill>
              </a:defRPr>
            </a:lvl6pPr>
            <a:lvl7pPr algn="l">
              <a:defRPr sz="2325" b="1">
                <a:solidFill>
                  <a:srgbClr val="111111"/>
                </a:solidFill>
              </a:defRPr>
            </a:lvl7pPr>
            <a:lvl8pPr algn="l">
              <a:defRPr sz="2325" b="1">
                <a:solidFill>
                  <a:srgbClr val="111111"/>
                </a:solidFill>
              </a:defRPr>
            </a:lvl8pPr>
            <a:lvl9pPr algn="l">
              <a:defRPr sz="2325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The apparatus records position, not “damping”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50DEB4-7920-4095-833C-8811F1E0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5730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9511FB-65BF-4FB5-BA03-C3D60C132D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19eff2f1834a78"/>
          <a:srcRect xmlns:a="http://schemas.openxmlformats.org/drawingml/2006/main" l="0" t="1773" r="0" b="17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1571625"/>
            <a:ext cx="4476750" cy="32385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DF2AD8-FE9D-40C1-8588-F54F3E5C06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a63e9823f34a72"/>
          <a:stretch xmlns:a="http://schemas.openxmlformats.org/drawingml/2006/main"/>
        </p:blipFill>
        <p:spPr>
          <a:xfrm xmlns:a="http://schemas.openxmlformats.org/drawingml/2006/main">
            <a:off x="5721455" y="1571625"/>
            <a:ext cx="2082590" cy="161925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AD717A-162C-4C4B-8B58-4B4E86B097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72440224ae4142"/>
          <a:stretch xmlns:a="http://schemas.openxmlformats.org/drawingml/2006/main"/>
        </p:blipFill>
        <p:spPr>
          <a:xfrm xmlns:a="http://schemas.openxmlformats.org/drawingml/2006/main">
            <a:off x="9326563" y="1571625"/>
            <a:ext cx="1349375" cy="1619250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8F03BC-9596-4D37-B35D-451D04C176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9de6a73838478b"/>
          <a:stretch xmlns:a="http://schemas.openxmlformats.org/drawingml/2006/main"/>
        </p:blipFill>
        <p:spPr>
          <a:xfrm xmlns:a="http://schemas.openxmlformats.org/drawingml/2006/main">
            <a:off x="7113126" y="3476625"/>
            <a:ext cx="2537748" cy="1333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6761F3-B633-4358-85A1-AB3FC497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062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1283F"/>
                </a:solidFill>
              </a:defRPr>
            </a:defPPr>
            <a:lvl1pPr algn="l">
              <a:defRPr sz="1350" b="1">
                <a:solidFill>
                  <a:srgbClr val="11283F"/>
                </a:solidFill>
              </a:defRPr>
            </a:lvl1pPr>
            <a:lvl2pPr algn="l">
              <a:defRPr sz="1350" b="1">
                <a:solidFill>
                  <a:srgbClr val="11283F"/>
                </a:solidFill>
              </a:defRPr>
            </a:lvl2pPr>
            <a:lvl3pPr algn="l">
              <a:defRPr sz="1350" b="1">
                <a:solidFill>
                  <a:srgbClr val="11283F"/>
                </a:solidFill>
              </a:defRPr>
            </a:lvl3pPr>
            <a:lvl4pPr algn="l">
              <a:defRPr sz="1350" b="1">
                <a:solidFill>
                  <a:srgbClr val="11283F"/>
                </a:solidFill>
              </a:defRPr>
            </a:lvl4pPr>
            <a:lvl5pPr algn="l">
              <a:defRPr sz="1350" b="1">
                <a:solidFill>
                  <a:srgbClr val="11283F"/>
                </a:solidFill>
              </a:defRPr>
            </a:lvl5pPr>
            <a:lvl6pPr algn="l">
              <a:defRPr sz="1350" b="1">
                <a:solidFill>
                  <a:srgbClr val="11283F"/>
                </a:solidFill>
              </a:defRPr>
            </a:lvl6pPr>
            <a:lvl7pPr algn="l">
              <a:defRPr sz="1350" b="1">
                <a:solidFill>
                  <a:srgbClr val="11283F"/>
                </a:solidFill>
              </a:defRPr>
            </a:lvl7pPr>
            <a:lvl8pPr algn="l">
              <a:defRPr sz="1350" b="1">
                <a:solidFill>
                  <a:srgbClr val="11283F"/>
                </a:solidFill>
              </a:defRPr>
            </a:lvl8pPr>
            <a:lvl9pPr algn="l">
              <a:defRPr sz="1350" b="1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1283F"/>
                </a:solidFill>
              </a:defRPr>
            </a:pPr>
            <a:r>
              <a:rPr sz="1350" b="1">
                <a:solidFill>
                  <a:srgbClr val="11283F"/>
                </a:solidFill>
              </a:rPr>
              <a:t>1  wheel encoder records x(t)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E531B4-68C7-4180-8455-EACB9001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006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1283F"/>
                </a:solidFill>
              </a:defRPr>
            </a:defPPr>
            <a:lvl1pPr algn="l">
              <a:defRPr sz="1350" b="1">
                <a:solidFill>
                  <a:srgbClr val="11283F"/>
                </a:solidFill>
              </a:defRPr>
            </a:lvl1pPr>
            <a:lvl2pPr algn="l">
              <a:defRPr sz="1350" b="1">
                <a:solidFill>
                  <a:srgbClr val="11283F"/>
                </a:solidFill>
              </a:defRPr>
            </a:lvl2pPr>
            <a:lvl3pPr algn="l">
              <a:defRPr sz="1350" b="1">
                <a:solidFill>
                  <a:srgbClr val="11283F"/>
                </a:solidFill>
              </a:defRPr>
            </a:lvl3pPr>
            <a:lvl4pPr algn="l">
              <a:defRPr sz="1350" b="1">
                <a:solidFill>
                  <a:srgbClr val="11283F"/>
                </a:solidFill>
              </a:defRPr>
            </a:lvl4pPr>
            <a:lvl5pPr algn="l">
              <a:defRPr sz="1350" b="1">
                <a:solidFill>
                  <a:srgbClr val="11283F"/>
                </a:solidFill>
              </a:defRPr>
            </a:lvl5pPr>
            <a:lvl6pPr algn="l">
              <a:defRPr sz="1350" b="1">
                <a:solidFill>
                  <a:srgbClr val="11283F"/>
                </a:solidFill>
              </a:defRPr>
            </a:lvl6pPr>
            <a:lvl7pPr algn="l">
              <a:defRPr sz="1350" b="1">
                <a:solidFill>
                  <a:srgbClr val="11283F"/>
                </a:solidFill>
              </a:defRPr>
            </a:lvl7pPr>
            <a:lvl8pPr algn="l">
              <a:defRPr sz="1350" b="1">
                <a:solidFill>
                  <a:srgbClr val="11283F"/>
                </a:solidFill>
              </a:defRPr>
            </a:lvl8pPr>
            <a:lvl9pPr algn="l">
              <a:defRPr sz="1350" b="1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1283F"/>
                </a:solidFill>
              </a:defRPr>
            </a:pPr>
            <a:r>
              <a:rPr sz="1350" b="1">
                <a:solidFill>
                  <a:srgbClr val="11283F"/>
                </a:solidFill>
              </a:rPr>
              <a:t>2  Graphical Analysis stores time and position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C22037-D2DB-4A95-9427-936BAB27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00625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1283F"/>
                </a:solidFill>
              </a:defRPr>
            </a:defPPr>
            <a:lvl1pPr algn="l">
              <a:defRPr sz="1350" b="1">
                <a:solidFill>
                  <a:srgbClr val="11283F"/>
                </a:solidFill>
              </a:defRPr>
            </a:lvl1pPr>
            <a:lvl2pPr algn="l">
              <a:defRPr sz="1350" b="1">
                <a:solidFill>
                  <a:srgbClr val="11283F"/>
                </a:solidFill>
              </a:defRPr>
            </a:lvl2pPr>
            <a:lvl3pPr algn="l">
              <a:defRPr sz="1350" b="1">
                <a:solidFill>
                  <a:srgbClr val="11283F"/>
                </a:solidFill>
              </a:defRPr>
            </a:lvl3pPr>
            <a:lvl4pPr algn="l">
              <a:defRPr sz="1350" b="1">
                <a:solidFill>
                  <a:srgbClr val="11283F"/>
                </a:solidFill>
              </a:defRPr>
            </a:lvl4pPr>
            <a:lvl5pPr algn="l">
              <a:defRPr sz="1350" b="1">
                <a:solidFill>
                  <a:srgbClr val="11283F"/>
                </a:solidFill>
              </a:defRPr>
            </a:lvl5pPr>
            <a:lvl6pPr algn="l">
              <a:defRPr sz="1350" b="1">
                <a:solidFill>
                  <a:srgbClr val="11283F"/>
                </a:solidFill>
              </a:defRPr>
            </a:lvl6pPr>
            <a:lvl7pPr algn="l">
              <a:defRPr sz="1350" b="1">
                <a:solidFill>
                  <a:srgbClr val="11283F"/>
                </a:solidFill>
              </a:defRPr>
            </a:lvl7pPr>
            <a:lvl8pPr algn="l">
              <a:defRPr sz="1350" b="1">
                <a:solidFill>
                  <a:srgbClr val="11283F"/>
                </a:solidFill>
              </a:defRPr>
            </a:lvl8pPr>
            <a:lvl9pPr algn="l">
              <a:defRPr sz="1350" b="1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1283F"/>
                </a:solidFill>
              </a:defRPr>
            </a:pPr>
            <a:r>
              <a:rPr sz="1350" b="1">
                <a:solidFill>
                  <a:srgbClr val="11283F"/>
                </a:solidFill>
              </a:rPr>
              <a:t>3  CSV carries the raw evidence into MATLAB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09EFF5-D6DB-4F46-ADF4-0B93776D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8B1E2D"/>
                </a:solidFill>
              </a:defRPr>
            </a:defPPr>
            <a:lvl1pPr algn="ctr">
              <a:defRPr sz="1575" b="1">
                <a:solidFill>
                  <a:srgbClr val="8B1E2D"/>
                </a:solidFill>
              </a:defRPr>
            </a:lvl1pPr>
            <a:lvl2pPr algn="ctr">
              <a:defRPr sz="1575" b="1">
                <a:solidFill>
                  <a:srgbClr val="8B1E2D"/>
                </a:solidFill>
              </a:defRPr>
            </a:lvl2pPr>
            <a:lvl3pPr algn="ctr">
              <a:defRPr sz="1575" b="1">
                <a:solidFill>
                  <a:srgbClr val="8B1E2D"/>
                </a:solidFill>
              </a:defRPr>
            </a:lvl3pPr>
            <a:lvl4pPr algn="ctr">
              <a:defRPr sz="1575" b="1">
                <a:solidFill>
                  <a:srgbClr val="8B1E2D"/>
                </a:solidFill>
              </a:defRPr>
            </a:lvl4pPr>
            <a:lvl5pPr algn="ctr">
              <a:defRPr sz="1575" b="1">
                <a:solidFill>
                  <a:srgbClr val="8B1E2D"/>
                </a:solidFill>
              </a:defRPr>
            </a:lvl5pPr>
            <a:lvl6pPr algn="ctr">
              <a:defRPr sz="1575" b="1">
                <a:solidFill>
                  <a:srgbClr val="8B1E2D"/>
                </a:solidFill>
              </a:defRPr>
            </a:lvl6pPr>
            <a:lvl7pPr algn="ctr">
              <a:defRPr sz="1575" b="1">
                <a:solidFill>
                  <a:srgbClr val="8B1E2D"/>
                </a:solidFill>
              </a:defRPr>
            </a:lvl7pPr>
            <a:lvl8pPr algn="ctr">
              <a:defRPr sz="1575" b="1">
                <a:solidFill>
                  <a:srgbClr val="8B1E2D"/>
                </a:solidFill>
              </a:defRPr>
            </a:lvl8pPr>
            <a:lvl9pPr algn="ctr">
              <a:defRPr sz="1575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8B1E2D"/>
                </a:solidFill>
              </a:defRPr>
            </a:pPr>
            <a:r>
              <a:rPr sz="1575" b="1">
                <a:solidFill>
                  <a:srgbClr val="8B1E2D"/>
                </a:solidFill>
              </a:rPr>
              <a:t>The sensor never reports “damping.” Students infer damping from how the measured peaks decrease.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66DD47-0778-4DCE-9D1F-A579DD59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5B6873"/>
                </a:solidFill>
              </a:defRPr>
            </a:defPPr>
            <a:lvl1pPr algn="r">
              <a:defRPr sz="825" b="0">
                <a:solidFill>
                  <a:srgbClr val="5B6873"/>
                </a:solidFill>
              </a:defRPr>
            </a:lvl1pPr>
            <a:lvl2pPr algn="r">
              <a:defRPr sz="825" b="0">
                <a:solidFill>
                  <a:srgbClr val="5B6873"/>
                </a:solidFill>
              </a:defRPr>
            </a:lvl2pPr>
            <a:lvl3pPr algn="r">
              <a:defRPr sz="825" b="0">
                <a:solidFill>
                  <a:srgbClr val="5B6873"/>
                </a:solidFill>
              </a:defRPr>
            </a:lvl3pPr>
            <a:lvl4pPr algn="r">
              <a:defRPr sz="825" b="0">
                <a:solidFill>
                  <a:srgbClr val="5B6873"/>
                </a:solidFill>
              </a:defRPr>
            </a:lvl4pPr>
            <a:lvl5pPr algn="r">
              <a:defRPr sz="825" b="0">
                <a:solidFill>
                  <a:srgbClr val="5B6873"/>
                </a:solidFill>
              </a:defRPr>
            </a:lvl5pPr>
            <a:lvl6pPr algn="r">
              <a:defRPr sz="825" b="0">
                <a:solidFill>
                  <a:srgbClr val="5B6873"/>
                </a:solidFill>
              </a:defRPr>
            </a:lvl6pPr>
            <a:lvl7pPr algn="r">
              <a:defRPr sz="825" b="0">
                <a:solidFill>
                  <a:srgbClr val="5B6873"/>
                </a:solidFill>
              </a:defRPr>
            </a:lvl7pPr>
            <a:lvl8pPr algn="r">
              <a:defRPr sz="825" b="0">
                <a:solidFill>
                  <a:srgbClr val="5B6873"/>
                </a:solidFill>
              </a:defRPr>
            </a:lvl8pPr>
            <a:lvl9pPr algn="r">
              <a:defRPr sz="825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5B6873"/>
                </a:solidFill>
              </a:defRPr>
            </a:pPr>
            <a:r>
              <a:rPr sz="825" b="0">
                <a:solidFill>
                  <a:srgbClr val="5B6873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473501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2065A0E-3976-45AB-807A-9BC61EFF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05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8B1E2D"/>
                </a:solidFill>
              </a:defRPr>
            </a:defPPr>
            <a:lvl1pPr algn="l">
              <a:defRPr sz="1050" b="1">
                <a:solidFill>
                  <a:srgbClr val="8B1E2D"/>
                </a:solidFill>
              </a:defRPr>
            </a:lvl1pPr>
            <a:lvl2pPr algn="l">
              <a:defRPr sz="1050" b="1">
                <a:solidFill>
                  <a:srgbClr val="8B1E2D"/>
                </a:solidFill>
              </a:defRPr>
            </a:lvl2pPr>
            <a:lvl3pPr algn="l">
              <a:defRPr sz="1050" b="1">
                <a:solidFill>
                  <a:srgbClr val="8B1E2D"/>
                </a:solidFill>
              </a:defRPr>
            </a:lvl3pPr>
            <a:lvl4pPr algn="l">
              <a:defRPr sz="1050" b="1">
                <a:solidFill>
                  <a:srgbClr val="8B1E2D"/>
                </a:solidFill>
              </a:defRPr>
            </a:lvl4pPr>
            <a:lvl5pPr algn="l">
              <a:defRPr sz="1050" b="1">
                <a:solidFill>
                  <a:srgbClr val="8B1E2D"/>
                </a:solidFill>
              </a:defRPr>
            </a:lvl5pPr>
            <a:lvl6pPr algn="l">
              <a:defRPr sz="1050" b="1">
                <a:solidFill>
                  <a:srgbClr val="8B1E2D"/>
                </a:solidFill>
              </a:defRPr>
            </a:lvl6pPr>
            <a:lvl7pPr algn="l">
              <a:defRPr sz="1050" b="1">
                <a:solidFill>
                  <a:srgbClr val="8B1E2D"/>
                </a:solidFill>
              </a:defRPr>
            </a:lvl7pPr>
            <a:lvl8pPr algn="l">
              <a:defRPr sz="1050" b="1">
                <a:solidFill>
                  <a:srgbClr val="8B1E2D"/>
                </a:solidFill>
              </a:defRPr>
            </a:lvl8pPr>
            <a:lvl9pPr algn="l">
              <a:defRPr sz="1050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8B1E2D"/>
                </a:solidFill>
              </a:defRPr>
            </a:pPr>
            <a:r>
              <a:rPr sz="1050" b="1">
                <a:solidFill>
                  <a:srgbClr val="8B1E2D"/>
                </a:solidFill>
              </a:rPr>
              <a:t>MIE 402  | 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7C35B1-0269-4EAE-AB65-0E4D95B4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0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0">
                <a:solidFill>
                  <a:srgbClr val="5B6873"/>
                </a:solidFill>
              </a:defRPr>
            </a:defPPr>
            <a:lvl1pPr algn="r">
              <a:defRPr sz="975" b="0">
                <a:solidFill>
                  <a:srgbClr val="5B6873"/>
                </a:solidFill>
              </a:defRPr>
            </a:lvl1pPr>
            <a:lvl2pPr algn="r">
              <a:defRPr sz="975" b="0">
                <a:solidFill>
                  <a:srgbClr val="5B6873"/>
                </a:solidFill>
              </a:defRPr>
            </a:lvl2pPr>
            <a:lvl3pPr algn="r">
              <a:defRPr sz="975" b="0">
                <a:solidFill>
                  <a:srgbClr val="5B6873"/>
                </a:solidFill>
              </a:defRPr>
            </a:lvl3pPr>
            <a:lvl4pPr algn="r">
              <a:defRPr sz="975" b="0">
                <a:solidFill>
                  <a:srgbClr val="5B6873"/>
                </a:solidFill>
              </a:defRPr>
            </a:lvl4pPr>
            <a:lvl5pPr algn="r">
              <a:defRPr sz="975" b="0">
                <a:solidFill>
                  <a:srgbClr val="5B6873"/>
                </a:solidFill>
              </a:defRPr>
            </a:lvl5pPr>
            <a:lvl6pPr algn="r">
              <a:defRPr sz="975" b="0">
                <a:solidFill>
                  <a:srgbClr val="5B6873"/>
                </a:solidFill>
              </a:defRPr>
            </a:lvl6pPr>
            <a:lvl7pPr algn="r">
              <a:defRPr sz="975" b="0">
                <a:solidFill>
                  <a:srgbClr val="5B6873"/>
                </a:solidFill>
              </a:defRPr>
            </a:lvl7pPr>
            <a:lvl8pPr algn="r">
              <a:defRPr sz="975" b="0">
                <a:solidFill>
                  <a:srgbClr val="5B6873"/>
                </a:solidFill>
              </a:defRPr>
            </a:lvl8pPr>
            <a:lvl9pPr algn="r">
              <a:defRPr sz="975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5B6873"/>
                </a:solidFill>
              </a:defRPr>
            </a:pPr>
            <a:r>
              <a:rPr sz="975" b="0">
                <a:solidFill>
                  <a:srgbClr val="5B6873"/>
                </a:solidFill>
              </a:rPr>
              <a:t>7–9 min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0DDC65-74C3-469A-AEFF-0F871F9E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11287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11111"/>
                </a:solidFill>
              </a:defRPr>
            </a:defPPr>
            <a:lvl1pPr algn="l">
              <a:defRPr sz="2325" b="1">
                <a:solidFill>
                  <a:srgbClr val="111111"/>
                </a:solidFill>
              </a:defRPr>
            </a:lvl1pPr>
            <a:lvl2pPr algn="l">
              <a:defRPr sz="2325" b="1">
                <a:solidFill>
                  <a:srgbClr val="111111"/>
                </a:solidFill>
              </a:defRPr>
            </a:lvl2pPr>
            <a:lvl3pPr algn="l">
              <a:defRPr sz="2325" b="1">
                <a:solidFill>
                  <a:srgbClr val="111111"/>
                </a:solidFill>
              </a:defRPr>
            </a:lvl3pPr>
            <a:lvl4pPr algn="l">
              <a:defRPr sz="2325" b="1">
                <a:solidFill>
                  <a:srgbClr val="111111"/>
                </a:solidFill>
              </a:defRPr>
            </a:lvl4pPr>
            <a:lvl5pPr algn="l">
              <a:defRPr sz="2325" b="1">
                <a:solidFill>
                  <a:srgbClr val="111111"/>
                </a:solidFill>
              </a:defRPr>
            </a:lvl5pPr>
            <a:lvl6pPr algn="l">
              <a:defRPr sz="2325" b="1">
                <a:solidFill>
                  <a:srgbClr val="111111"/>
                </a:solidFill>
              </a:defRPr>
            </a:lvl6pPr>
            <a:lvl7pPr algn="l">
              <a:defRPr sz="2325" b="1">
                <a:solidFill>
                  <a:srgbClr val="111111"/>
                </a:solidFill>
              </a:defRPr>
            </a:lvl7pPr>
            <a:lvl8pPr algn="l">
              <a:defRPr sz="2325" b="1">
                <a:solidFill>
                  <a:srgbClr val="111111"/>
                </a:solidFill>
              </a:defRPr>
            </a:lvl8pPr>
            <a:lvl9pPr algn="l">
              <a:defRPr sz="2325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The hardware becomes a spring–mass–damper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C89A28-7262-417E-A8AF-60A45D67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5730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521A4F-1C93-46AC-A096-2CF36192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2095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873"/>
          </a:solidFill>
          <a:ln xmlns:a="http://schemas.openxmlformats.org/drawingml/2006/main" w="9525">
            <a:solidFill>
              <a:srgbClr val="5B687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B220E5-C512-4E0E-B8AE-E345B773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050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664B79-E106-41DB-BC6D-AA1B9BBE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669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583D63-C8F1-46CD-AA03-1D3F7A9E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289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CD8583-0EE8-49F6-A5B5-FAFBE0BA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908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30057C-56EE-4C53-A194-C3FC9B4A9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528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866AF0-D23C-43DD-8BBA-533FE00B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147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A94A8A-5A4F-432C-ACA9-321D5184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767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EA1AE9-EE92-424E-9CB5-300A50CF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386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DF1834-58B1-47A3-A5E0-7603F275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6192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8B1E2D"/>
                </a:solidFill>
              </a:defRPr>
            </a:defPPr>
            <a:lvl1pPr algn="ctr">
              <a:defRPr sz="2025" b="1">
                <a:solidFill>
                  <a:srgbClr val="8B1E2D"/>
                </a:solidFill>
              </a:defRPr>
            </a:lvl1pPr>
            <a:lvl2pPr algn="ctr">
              <a:defRPr sz="2025" b="1">
                <a:solidFill>
                  <a:srgbClr val="8B1E2D"/>
                </a:solidFill>
              </a:defRPr>
            </a:lvl2pPr>
            <a:lvl3pPr algn="ctr">
              <a:defRPr sz="2025" b="1">
                <a:solidFill>
                  <a:srgbClr val="8B1E2D"/>
                </a:solidFill>
              </a:defRPr>
            </a:lvl3pPr>
            <a:lvl4pPr algn="ctr">
              <a:defRPr sz="2025" b="1">
                <a:solidFill>
                  <a:srgbClr val="8B1E2D"/>
                </a:solidFill>
              </a:defRPr>
            </a:lvl4pPr>
            <a:lvl5pPr algn="ctr">
              <a:defRPr sz="2025" b="1">
                <a:solidFill>
                  <a:srgbClr val="8B1E2D"/>
                </a:solidFill>
              </a:defRPr>
            </a:lvl5pPr>
            <a:lvl6pPr algn="ctr">
              <a:defRPr sz="2025" b="1">
                <a:solidFill>
                  <a:srgbClr val="8B1E2D"/>
                </a:solidFill>
              </a:defRPr>
            </a:lvl6pPr>
            <a:lvl7pPr algn="ctr">
              <a:defRPr sz="2025" b="1">
                <a:solidFill>
                  <a:srgbClr val="8B1E2D"/>
                </a:solidFill>
              </a:defRPr>
            </a:lvl7pPr>
            <a:lvl8pPr algn="ctr">
              <a:defRPr sz="2025" b="1">
                <a:solidFill>
                  <a:srgbClr val="8B1E2D"/>
                </a:solidFill>
              </a:defRPr>
            </a:lvl8pPr>
            <a:lvl9pPr algn="ctr">
              <a:defRPr sz="2025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8B1E2D"/>
                </a:solidFill>
              </a:defRPr>
            </a:pPr>
            <a:r>
              <a:rPr sz="2025" b="1">
                <a:solidFill>
                  <a:srgbClr val="8B1E2D"/>
                </a:solidFill>
              </a:rPr>
              <a:t>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7043E2-0C91-4B78-BE85-BF464F13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127501">
            <a:off x="904875" y="2400300"/>
            <a:ext cx="434407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C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4DEB34-9630-4CC0-8C7F-B410BF13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127501">
            <a:off x="1171575" y="2743200"/>
            <a:ext cx="434407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C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810AD3-DB8E-4E09-8B01-379D26CF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127501">
            <a:off x="1438275" y="2400300"/>
            <a:ext cx="434407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C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7616E0-CB03-4F7C-9629-245BD477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127501">
            <a:off x="1704975" y="2743200"/>
            <a:ext cx="434407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C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418835-B1CF-40ED-A091-7CEFDDB4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127501">
            <a:off x="1971675" y="2400300"/>
            <a:ext cx="434407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C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DDECAD-2461-4A90-A840-4C18BD4C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127501">
            <a:off x="2238375" y="2743200"/>
            <a:ext cx="434407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C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8515CA-FD7D-4EB8-86A5-98F89620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127501">
            <a:off x="2505075" y="2400300"/>
            <a:ext cx="434407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C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E2044D-B19F-4483-A52C-2B411E59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127501">
            <a:off x="2771775" y="2743200"/>
            <a:ext cx="434407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C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F13306-C2CC-41C2-BF14-B740F8C9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127501">
            <a:off x="3038475" y="2400300"/>
            <a:ext cx="434407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C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09D4B3-DB81-4FFA-AD06-5B5D2C70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127501">
            <a:off x="3305175" y="2743200"/>
            <a:ext cx="434407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C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8049B7-51A2-4868-9307-125C25A5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47875"/>
            <a:ext cx="223837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5EFF8"/>
          </a:solidFill>
          <a:ln xmlns:a="http://schemas.openxmlformats.org/drawingml/2006/main" w="9525">
            <a:solidFill>
              <a:srgbClr val="356C9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DD0DB3-D089-44C3-896D-6A13A867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24125"/>
            <a:ext cx="1857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1">
                <a:solidFill>
                  <a:srgbClr val="11283F"/>
                </a:solidFill>
              </a:defRPr>
            </a:defPPr>
            <a:lvl1pPr algn="ctr">
              <a:defRPr sz="2175" b="1">
                <a:solidFill>
                  <a:srgbClr val="11283F"/>
                </a:solidFill>
              </a:defRPr>
            </a:lvl1pPr>
            <a:lvl2pPr algn="ctr">
              <a:defRPr sz="2175" b="1">
                <a:solidFill>
                  <a:srgbClr val="11283F"/>
                </a:solidFill>
              </a:defRPr>
            </a:lvl2pPr>
            <a:lvl3pPr algn="ctr">
              <a:defRPr sz="2175" b="1">
                <a:solidFill>
                  <a:srgbClr val="11283F"/>
                </a:solidFill>
              </a:defRPr>
            </a:lvl3pPr>
            <a:lvl4pPr algn="ctr">
              <a:defRPr sz="2175" b="1">
                <a:solidFill>
                  <a:srgbClr val="11283F"/>
                </a:solidFill>
              </a:defRPr>
            </a:lvl4pPr>
            <a:lvl5pPr algn="ctr">
              <a:defRPr sz="2175" b="1">
                <a:solidFill>
                  <a:srgbClr val="11283F"/>
                </a:solidFill>
              </a:defRPr>
            </a:lvl5pPr>
            <a:lvl6pPr algn="ctr">
              <a:defRPr sz="2175" b="1">
                <a:solidFill>
                  <a:srgbClr val="11283F"/>
                </a:solidFill>
              </a:defRPr>
            </a:lvl6pPr>
            <a:lvl7pPr algn="ctr">
              <a:defRPr sz="2175" b="1">
                <a:solidFill>
                  <a:srgbClr val="11283F"/>
                </a:solidFill>
              </a:defRPr>
            </a:lvl7pPr>
            <a:lvl8pPr algn="ctr">
              <a:defRPr sz="2175" b="1">
                <a:solidFill>
                  <a:srgbClr val="11283F"/>
                </a:solidFill>
              </a:defRPr>
            </a:lvl8pPr>
            <a:lvl9pPr algn="ctr">
              <a:defRPr sz="2175" b="1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1283F"/>
                </a:solidFill>
              </a:defRPr>
            </a:pPr>
            <a:r>
              <a:rPr sz="2175" b="1">
                <a:solidFill>
                  <a:srgbClr val="11283F"/>
                </a:solidFill>
              </a:rPr>
              <a:t>mass  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0B4365-FFE6-4F0F-A97A-5E85DF11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0050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873"/>
          </a:solidFill>
          <a:ln xmlns:a="http://schemas.openxmlformats.org/drawingml/2006/main" w="9525">
            <a:solidFill>
              <a:srgbClr val="5B687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8AF54D-2F5A-4E58-A868-B3BA7660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14750"/>
            <a:ext cx="2286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B687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BD299C-1E72-43AE-94FF-1D20262A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905250"/>
            <a:ext cx="1009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092B01-F425-4A7E-8518-00C3576B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5243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8B1E2D"/>
                </a:solidFill>
              </a:defRPr>
            </a:defPPr>
            <a:lvl1pPr algn="ctr">
              <a:defRPr sz="1725" b="1">
                <a:solidFill>
                  <a:srgbClr val="8B1E2D"/>
                </a:solidFill>
              </a:defRPr>
            </a:lvl1pPr>
            <a:lvl2pPr algn="ctr">
              <a:defRPr sz="1725" b="1">
                <a:solidFill>
                  <a:srgbClr val="8B1E2D"/>
                </a:solidFill>
              </a:defRPr>
            </a:lvl2pPr>
            <a:lvl3pPr algn="ctr">
              <a:defRPr sz="1725" b="1">
                <a:solidFill>
                  <a:srgbClr val="8B1E2D"/>
                </a:solidFill>
              </a:defRPr>
            </a:lvl3pPr>
            <a:lvl4pPr algn="ctr">
              <a:defRPr sz="1725" b="1">
                <a:solidFill>
                  <a:srgbClr val="8B1E2D"/>
                </a:solidFill>
              </a:defRPr>
            </a:lvl4pPr>
            <a:lvl5pPr algn="ctr">
              <a:defRPr sz="1725" b="1">
                <a:solidFill>
                  <a:srgbClr val="8B1E2D"/>
                </a:solidFill>
              </a:defRPr>
            </a:lvl5pPr>
            <a:lvl6pPr algn="ctr">
              <a:defRPr sz="1725" b="1">
                <a:solidFill>
                  <a:srgbClr val="8B1E2D"/>
                </a:solidFill>
              </a:defRPr>
            </a:lvl6pPr>
            <a:lvl7pPr algn="ctr">
              <a:defRPr sz="1725" b="1">
                <a:solidFill>
                  <a:srgbClr val="8B1E2D"/>
                </a:solidFill>
              </a:defRPr>
            </a:lvl7pPr>
            <a:lvl8pPr algn="ctr">
              <a:defRPr sz="1725" b="1">
                <a:solidFill>
                  <a:srgbClr val="8B1E2D"/>
                </a:solidFill>
              </a:defRPr>
            </a:lvl8pPr>
            <a:lvl9pPr algn="ctr">
              <a:defRPr sz="1725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8B1E2D"/>
                </a:solidFill>
              </a:defRPr>
            </a:pPr>
            <a:r>
              <a:rPr sz="1725" b="1">
                <a:solidFill>
                  <a:srgbClr val="8B1E2D"/>
                </a:solidFill>
              </a:rPr>
              <a:t>damper  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0637FD-0C9A-4A28-948F-ADDF8C31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381125"/>
            <a:ext cx="95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11283F"/>
                </a:solidFill>
              </a:defRPr>
            </a:defPPr>
            <a:lvl1pPr algn="ctr">
              <a:defRPr sz="1950" b="1">
                <a:solidFill>
                  <a:srgbClr val="11283F"/>
                </a:solidFill>
              </a:defRPr>
            </a:lvl1pPr>
            <a:lvl2pPr algn="ctr">
              <a:defRPr sz="1950" b="1">
                <a:solidFill>
                  <a:srgbClr val="11283F"/>
                </a:solidFill>
              </a:defRPr>
            </a:lvl2pPr>
            <a:lvl3pPr algn="ctr">
              <a:defRPr sz="1950" b="1">
                <a:solidFill>
                  <a:srgbClr val="11283F"/>
                </a:solidFill>
              </a:defRPr>
            </a:lvl3pPr>
            <a:lvl4pPr algn="ctr">
              <a:defRPr sz="1950" b="1">
                <a:solidFill>
                  <a:srgbClr val="11283F"/>
                </a:solidFill>
              </a:defRPr>
            </a:lvl4pPr>
            <a:lvl5pPr algn="ctr">
              <a:defRPr sz="1950" b="1">
                <a:solidFill>
                  <a:srgbClr val="11283F"/>
                </a:solidFill>
              </a:defRPr>
            </a:lvl5pPr>
            <a:lvl6pPr algn="ctr">
              <a:defRPr sz="1950" b="1">
                <a:solidFill>
                  <a:srgbClr val="11283F"/>
                </a:solidFill>
              </a:defRPr>
            </a:lvl6pPr>
            <a:lvl7pPr algn="ctr">
              <a:defRPr sz="1950" b="1">
                <a:solidFill>
                  <a:srgbClr val="11283F"/>
                </a:solidFill>
              </a:defRPr>
            </a:lvl7pPr>
            <a:lvl8pPr algn="ctr">
              <a:defRPr sz="1950" b="1">
                <a:solidFill>
                  <a:srgbClr val="11283F"/>
                </a:solidFill>
              </a:defRPr>
            </a:lvl8pPr>
            <a:lvl9pPr algn="ctr">
              <a:defRPr sz="1950" b="1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1283F"/>
                </a:solidFill>
              </a:defRPr>
            </a:pPr>
            <a:r>
              <a:rPr sz="1950" b="1">
                <a:solidFill>
                  <a:srgbClr val="11283F"/>
                </a:solidFill>
              </a:rPr>
              <a:t>x(t)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274AF7-B45B-4B80-955A-BE808332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381125"/>
            <a:ext cx="714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00" b="1">
                <a:solidFill>
                  <a:srgbClr val="8B1E2D"/>
                </a:solidFill>
              </a:defRPr>
            </a:defPPr>
            <a:lvl1pPr algn="ctr">
              <a:defRPr sz="2400" b="1">
                <a:solidFill>
                  <a:srgbClr val="8B1E2D"/>
                </a:solidFill>
              </a:defRPr>
            </a:lvl1pPr>
            <a:lvl2pPr algn="ctr">
              <a:defRPr sz="2400" b="1">
                <a:solidFill>
                  <a:srgbClr val="8B1E2D"/>
                </a:solidFill>
              </a:defRPr>
            </a:lvl2pPr>
            <a:lvl3pPr algn="ctr">
              <a:defRPr sz="2400" b="1">
                <a:solidFill>
                  <a:srgbClr val="8B1E2D"/>
                </a:solidFill>
              </a:defRPr>
            </a:lvl3pPr>
            <a:lvl4pPr algn="ctr">
              <a:defRPr sz="2400" b="1">
                <a:solidFill>
                  <a:srgbClr val="8B1E2D"/>
                </a:solidFill>
              </a:defRPr>
            </a:lvl4pPr>
            <a:lvl5pPr algn="ctr">
              <a:defRPr sz="2400" b="1">
                <a:solidFill>
                  <a:srgbClr val="8B1E2D"/>
                </a:solidFill>
              </a:defRPr>
            </a:lvl5pPr>
            <a:lvl6pPr algn="ctr">
              <a:defRPr sz="2400" b="1">
                <a:solidFill>
                  <a:srgbClr val="8B1E2D"/>
                </a:solidFill>
              </a:defRPr>
            </a:lvl6pPr>
            <a:lvl7pPr algn="ctr">
              <a:defRPr sz="2400" b="1">
                <a:solidFill>
                  <a:srgbClr val="8B1E2D"/>
                </a:solidFill>
              </a:defRPr>
            </a:lvl7pPr>
            <a:lvl8pPr algn="ctr">
              <a:defRPr sz="2400" b="1">
                <a:solidFill>
                  <a:srgbClr val="8B1E2D"/>
                </a:solidFill>
              </a:defRPr>
            </a:lvl8pPr>
            <a:lvl9pPr algn="ctr">
              <a:defRPr sz="2400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8B1E2D"/>
                </a:solidFill>
              </a:defRPr>
            </a:pPr>
            <a:r>
              <a:rPr sz="2400" b="1">
                <a:solidFill>
                  <a:srgbClr val="8B1E2D"/>
                </a:solidFill>
              </a:rPr>
              <a:t>↔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360B42-24AA-4838-B2E0-A7A24552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52650"/>
            <a:ext cx="448627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8F5F0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81D158-16A9-4595-BF6A-8E2E8FD2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333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325" b="0">
                <a:solidFill>
                  <a:srgbClr val="111111"/>
                </a:solidFill>
              </a:defRPr>
            </a:defPPr>
            <a:lvl1pPr algn="ctr">
              <a:defRPr sz="2325" b="0">
                <a:solidFill>
                  <a:srgbClr val="111111"/>
                </a:solidFill>
              </a:defRPr>
            </a:lvl1pPr>
            <a:lvl2pPr algn="ctr">
              <a:defRPr sz="2325" b="0">
                <a:solidFill>
                  <a:srgbClr val="111111"/>
                </a:solidFill>
              </a:defRPr>
            </a:lvl2pPr>
            <a:lvl3pPr algn="ctr">
              <a:defRPr sz="2325" b="0">
                <a:solidFill>
                  <a:srgbClr val="111111"/>
                </a:solidFill>
              </a:defRPr>
            </a:lvl3pPr>
            <a:lvl4pPr algn="ctr">
              <a:defRPr sz="2325" b="0">
                <a:solidFill>
                  <a:srgbClr val="111111"/>
                </a:solidFill>
              </a:defRPr>
            </a:lvl4pPr>
            <a:lvl5pPr algn="ctr">
              <a:defRPr sz="2325" b="0">
                <a:solidFill>
                  <a:srgbClr val="111111"/>
                </a:solidFill>
              </a:defRPr>
            </a:lvl5pPr>
            <a:lvl6pPr algn="ctr">
              <a:defRPr sz="2325" b="0">
                <a:solidFill>
                  <a:srgbClr val="111111"/>
                </a:solidFill>
              </a:defRPr>
            </a:lvl6pPr>
            <a:lvl7pPr algn="ctr">
              <a:defRPr sz="2325" b="0">
                <a:solidFill>
                  <a:srgbClr val="111111"/>
                </a:solidFill>
              </a:defRPr>
            </a:lvl7pPr>
            <a:lvl8pPr algn="ctr">
              <a:defRPr sz="2325" b="0">
                <a:solidFill>
                  <a:srgbClr val="111111"/>
                </a:solidFill>
              </a:defRPr>
            </a:lvl8pPr>
            <a:lvl9pPr algn="ctr">
              <a:defRPr sz="2325" b="0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111111"/>
                </a:solidFill>
              </a:defRPr>
            </a:pPr>
            <a:r>
              <a:rPr sz="2325" b="0">
                <a:solidFill>
                  <a:srgbClr val="111111"/>
                </a:solidFill>
              </a:rPr>
              <a:t>m ẍ + c ẋ + k x = 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E275D0-9DB7-44AE-A490-6A0DDF79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86125"/>
            <a:ext cx="228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8B1E2D"/>
                </a:solidFill>
              </a:defRPr>
            </a:defPPr>
            <a:lvl1pPr algn="l">
              <a:defRPr sz="1575" b="1">
                <a:solidFill>
                  <a:srgbClr val="8B1E2D"/>
                </a:solidFill>
              </a:defRPr>
            </a:lvl1pPr>
            <a:lvl2pPr algn="l">
              <a:defRPr sz="1575" b="1">
                <a:solidFill>
                  <a:srgbClr val="8B1E2D"/>
                </a:solidFill>
              </a:defRPr>
            </a:lvl2pPr>
            <a:lvl3pPr algn="l">
              <a:defRPr sz="1575" b="1">
                <a:solidFill>
                  <a:srgbClr val="8B1E2D"/>
                </a:solidFill>
              </a:defRPr>
            </a:lvl3pPr>
            <a:lvl4pPr algn="l">
              <a:defRPr sz="1575" b="1">
                <a:solidFill>
                  <a:srgbClr val="8B1E2D"/>
                </a:solidFill>
              </a:defRPr>
            </a:lvl4pPr>
            <a:lvl5pPr algn="l">
              <a:defRPr sz="1575" b="1">
                <a:solidFill>
                  <a:srgbClr val="8B1E2D"/>
                </a:solidFill>
              </a:defRPr>
            </a:lvl5pPr>
            <a:lvl6pPr algn="l">
              <a:defRPr sz="1575" b="1">
                <a:solidFill>
                  <a:srgbClr val="8B1E2D"/>
                </a:solidFill>
              </a:defRPr>
            </a:lvl6pPr>
            <a:lvl7pPr algn="l">
              <a:defRPr sz="1575" b="1">
                <a:solidFill>
                  <a:srgbClr val="8B1E2D"/>
                </a:solidFill>
              </a:defRPr>
            </a:lvl7pPr>
            <a:lvl8pPr algn="l">
              <a:defRPr sz="1575" b="1">
                <a:solidFill>
                  <a:srgbClr val="8B1E2D"/>
                </a:solidFill>
              </a:defRPr>
            </a:lvl8pPr>
            <a:lvl9pPr algn="l">
              <a:defRPr sz="1575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8B1E2D"/>
                </a:solidFill>
              </a:defRPr>
            </a:pPr>
            <a:r>
              <a:rPr sz="1575" b="1">
                <a:solidFill>
                  <a:srgbClr val="8B1E2D"/>
                </a:solidFill>
              </a:rPr>
              <a:t>•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610895-7607-4790-972D-0EC09E36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286125"/>
            <a:ext cx="449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1283F"/>
                </a:solidFill>
              </a:defRPr>
            </a:defPPr>
            <a:lvl1pPr algn="l">
              <a:defRPr sz="1425" b="0">
                <a:solidFill>
                  <a:srgbClr val="11283F"/>
                </a:solidFill>
              </a:defRPr>
            </a:lvl1pPr>
            <a:lvl2pPr algn="l">
              <a:defRPr sz="1425" b="0">
                <a:solidFill>
                  <a:srgbClr val="11283F"/>
                </a:solidFill>
              </a:defRPr>
            </a:lvl2pPr>
            <a:lvl3pPr algn="l">
              <a:defRPr sz="1425" b="0">
                <a:solidFill>
                  <a:srgbClr val="11283F"/>
                </a:solidFill>
              </a:defRPr>
            </a:lvl3pPr>
            <a:lvl4pPr algn="l">
              <a:defRPr sz="1425" b="0">
                <a:solidFill>
                  <a:srgbClr val="11283F"/>
                </a:solidFill>
              </a:defRPr>
            </a:lvl4pPr>
            <a:lvl5pPr algn="l">
              <a:defRPr sz="1425" b="0">
                <a:solidFill>
                  <a:srgbClr val="11283F"/>
                </a:solidFill>
              </a:defRPr>
            </a:lvl5pPr>
            <a:lvl6pPr algn="l">
              <a:defRPr sz="1425" b="0">
                <a:solidFill>
                  <a:srgbClr val="11283F"/>
                </a:solidFill>
              </a:defRPr>
            </a:lvl6pPr>
            <a:lvl7pPr algn="l">
              <a:defRPr sz="1425" b="0">
                <a:solidFill>
                  <a:srgbClr val="11283F"/>
                </a:solidFill>
              </a:defRPr>
            </a:lvl7pPr>
            <a:lvl8pPr algn="l">
              <a:defRPr sz="1425" b="0">
                <a:solidFill>
                  <a:srgbClr val="11283F"/>
                </a:solidFill>
              </a:defRPr>
            </a:lvl8pPr>
            <a:lvl9pPr algn="l">
              <a:defRPr sz="1425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1283F"/>
                </a:solidFill>
              </a:defRPr>
            </a:pPr>
            <a:r>
              <a:rPr sz="1425" b="0">
                <a:solidFill>
                  <a:srgbClr val="11283F"/>
                </a:solidFill>
              </a:rPr>
              <a:t>x(t): cart displacement from equilibrium [m]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88BBF2-40D4-497C-9BE5-61546AEE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10000"/>
            <a:ext cx="228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8B1E2D"/>
                </a:solidFill>
              </a:defRPr>
            </a:defPPr>
            <a:lvl1pPr algn="l">
              <a:defRPr sz="1575" b="1">
                <a:solidFill>
                  <a:srgbClr val="8B1E2D"/>
                </a:solidFill>
              </a:defRPr>
            </a:lvl1pPr>
            <a:lvl2pPr algn="l">
              <a:defRPr sz="1575" b="1">
                <a:solidFill>
                  <a:srgbClr val="8B1E2D"/>
                </a:solidFill>
              </a:defRPr>
            </a:lvl2pPr>
            <a:lvl3pPr algn="l">
              <a:defRPr sz="1575" b="1">
                <a:solidFill>
                  <a:srgbClr val="8B1E2D"/>
                </a:solidFill>
              </a:defRPr>
            </a:lvl3pPr>
            <a:lvl4pPr algn="l">
              <a:defRPr sz="1575" b="1">
                <a:solidFill>
                  <a:srgbClr val="8B1E2D"/>
                </a:solidFill>
              </a:defRPr>
            </a:lvl4pPr>
            <a:lvl5pPr algn="l">
              <a:defRPr sz="1575" b="1">
                <a:solidFill>
                  <a:srgbClr val="8B1E2D"/>
                </a:solidFill>
              </a:defRPr>
            </a:lvl5pPr>
            <a:lvl6pPr algn="l">
              <a:defRPr sz="1575" b="1">
                <a:solidFill>
                  <a:srgbClr val="8B1E2D"/>
                </a:solidFill>
              </a:defRPr>
            </a:lvl6pPr>
            <a:lvl7pPr algn="l">
              <a:defRPr sz="1575" b="1">
                <a:solidFill>
                  <a:srgbClr val="8B1E2D"/>
                </a:solidFill>
              </a:defRPr>
            </a:lvl7pPr>
            <a:lvl8pPr algn="l">
              <a:defRPr sz="1575" b="1">
                <a:solidFill>
                  <a:srgbClr val="8B1E2D"/>
                </a:solidFill>
              </a:defRPr>
            </a:lvl8pPr>
            <a:lvl9pPr algn="l">
              <a:defRPr sz="1575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8B1E2D"/>
                </a:solidFill>
              </a:defRPr>
            </a:pPr>
            <a:r>
              <a:rPr sz="1575" b="1">
                <a:solidFill>
                  <a:srgbClr val="8B1E2D"/>
                </a:solidFill>
              </a:rPr>
              <a:t>•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30B481-964E-4839-BBFC-71B4333A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810000"/>
            <a:ext cx="449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1283F"/>
                </a:solidFill>
              </a:defRPr>
            </a:defPPr>
            <a:lvl1pPr algn="l">
              <a:defRPr sz="1425" b="0">
                <a:solidFill>
                  <a:srgbClr val="11283F"/>
                </a:solidFill>
              </a:defRPr>
            </a:lvl1pPr>
            <a:lvl2pPr algn="l">
              <a:defRPr sz="1425" b="0">
                <a:solidFill>
                  <a:srgbClr val="11283F"/>
                </a:solidFill>
              </a:defRPr>
            </a:lvl2pPr>
            <a:lvl3pPr algn="l">
              <a:defRPr sz="1425" b="0">
                <a:solidFill>
                  <a:srgbClr val="11283F"/>
                </a:solidFill>
              </a:defRPr>
            </a:lvl3pPr>
            <a:lvl4pPr algn="l">
              <a:defRPr sz="1425" b="0">
                <a:solidFill>
                  <a:srgbClr val="11283F"/>
                </a:solidFill>
              </a:defRPr>
            </a:lvl4pPr>
            <a:lvl5pPr algn="l">
              <a:defRPr sz="1425" b="0">
                <a:solidFill>
                  <a:srgbClr val="11283F"/>
                </a:solidFill>
              </a:defRPr>
            </a:lvl5pPr>
            <a:lvl6pPr algn="l">
              <a:defRPr sz="1425" b="0">
                <a:solidFill>
                  <a:srgbClr val="11283F"/>
                </a:solidFill>
              </a:defRPr>
            </a:lvl6pPr>
            <a:lvl7pPr algn="l">
              <a:defRPr sz="1425" b="0">
                <a:solidFill>
                  <a:srgbClr val="11283F"/>
                </a:solidFill>
              </a:defRPr>
            </a:lvl7pPr>
            <a:lvl8pPr algn="l">
              <a:defRPr sz="1425" b="0">
                <a:solidFill>
                  <a:srgbClr val="11283F"/>
                </a:solidFill>
              </a:defRPr>
            </a:lvl8pPr>
            <a:lvl9pPr algn="l">
              <a:defRPr sz="1425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1283F"/>
                </a:solidFill>
              </a:defRPr>
            </a:pPr>
            <a:r>
              <a:rPr sz="1425" b="0">
                <a:solidFill>
                  <a:srgbClr val="11283F"/>
                </a:solidFill>
              </a:rPr>
              <a:t>m: total moving mass [kg]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2ADC33-9AEF-4816-9935-EE8193CF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33875"/>
            <a:ext cx="228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8B1E2D"/>
                </a:solidFill>
              </a:defRPr>
            </a:defPPr>
            <a:lvl1pPr algn="l">
              <a:defRPr sz="1575" b="1">
                <a:solidFill>
                  <a:srgbClr val="8B1E2D"/>
                </a:solidFill>
              </a:defRPr>
            </a:lvl1pPr>
            <a:lvl2pPr algn="l">
              <a:defRPr sz="1575" b="1">
                <a:solidFill>
                  <a:srgbClr val="8B1E2D"/>
                </a:solidFill>
              </a:defRPr>
            </a:lvl2pPr>
            <a:lvl3pPr algn="l">
              <a:defRPr sz="1575" b="1">
                <a:solidFill>
                  <a:srgbClr val="8B1E2D"/>
                </a:solidFill>
              </a:defRPr>
            </a:lvl3pPr>
            <a:lvl4pPr algn="l">
              <a:defRPr sz="1575" b="1">
                <a:solidFill>
                  <a:srgbClr val="8B1E2D"/>
                </a:solidFill>
              </a:defRPr>
            </a:lvl4pPr>
            <a:lvl5pPr algn="l">
              <a:defRPr sz="1575" b="1">
                <a:solidFill>
                  <a:srgbClr val="8B1E2D"/>
                </a:solidFill>
              </a:defRPr>
            </a:lvl5pPr>
            <a:lvl6pPr algn="l">
              <a:defRPr sz="1575" b="1">
                <a:solidFill>
                  <a:srgbClr val="8B1E2D"/>
                </a:solidFill>
              </a:defRPr>
            </a:lvl6pPr>
            <a:lvl7pPr algn="l">
              <a:defRPr sz="1575" b="1">
                <a:solidFill>
                  <a:srgbClr val="8B1E2D"/>
                </a:solidFill>
              </a:defRPr>
            </a:lvl7pPr>
            <a:lvl8pPr algn="l">
              <a:defRPr sz="1575" b="1">
                <a:solidFill>
                  <a:srgbClr val="8B1E2D"/>
                </a:solidFill>
              </a:defRPr>
            </a:lvl8pPr>
            <a:lvl9pPr algn="l">
              <a:defRPr sz="1575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8B1E2D"/>
                </a:solidFill>
              </a:defRPr>
            </a:pPr>
            <a:r>
              <a:rPr sz="1575" b="1">
                <a:solidFill>
                  <a:srgbClr val="8B1E2D"/>
                </a:solidFill>
              </a:rPr>
              <a:t>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CB5F308-C6F2-4914-AC48-D21680F0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333875"/>
            <a:ext cx="449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1283F"/>
                </a:solidFill>
              </a:defRPr>
            </a:defPPr>
            <a:lvl1pPr algn="l">
              <a:defRPr sz="1425" b="0">
                <a:solidFill>
                  <a:srgbClr val="11283F"/>
                </a:solidFill>
              </a:defRPr>
            </a:lvl1pPr>
            <a:lvl2pPr algn="l">
              <a:defRPr sz="1425" b="0">
                <a:solidFill>
                  <a:srgbClr val="11283F"/>
                </a:solidFill>
              </a:defRPr>
            </a:lvl2pPr>
            <a:lvl3pPr algn="l">
              <a:defRPr sz="1425" b="0">
                <a:solidFill>
                  <a:srgbClr val="11283F"/>
                </a:solidFill>
              </a:defRPr>
            </a:lvl3pPr>
            <a:lvl4pPr algn="l">
              <a:defRPr sz="1425" b="0">
                <a:solidFill>
                  <a:srgbClr val="11283F"/>
                </a:solidFill>
              </a:defRPr>
            </a:lvl4pPr>
            <a:lvl5pPr algn="l">
              <a:defRPr sz="1425" b="0">
                <a:solidFill>
                  <a:srgbClr val="11283F"/>
                </a:solidFill>
              </a:defRPr>
            </a:lvl5pPr>
            <a:lvl6pPr algn="l">
              <a:defRPr sz="1425" b="0">
                <a:solidFill>
                  <a:srgbClr val="11283F"/>
                </a:solidFill>
              </a:defRPr>
            </a:lvl6pPr>
            <a:lvl7pPr algn="l">
              <a:defRPr sz="1425" b="0">
                <a:solidFill>
                  <a:srgbClr val="11283F"/>
                </a:solidFill>
              </a:defRPr>
            </a:lvl7pPr>
            <a:lvl8pPr algn="l">
              <a:defRPr sz="1425" b="0">
                <a:solidFill>
                  <a:srgbClr val="11283F"/>
                </a:solidFill>
              </a:defRPr>
            </a:lvl8pPr>
            <a:lvl9pPr algn="l">
              <a:defRPr sz="1425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1283F"/>
                </a:solidFill>
              </a:defRPr>
            </a:pPr>
            <a:r>
              <a:rPr sz="1425" b="0">
                <a:solidFill>
                  <a:srgbClr val="11283F"/>
                </a:solidFill>
              </a:rPr>
              <a:t>c: viscous-equivalent damping coefficient [N·s/m]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B44863A-5420-4FE6-AEEB-7799FDA8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857750"/>
            <a:ext cx="228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8B1E2D"/>
                </a:solidFill>
              </a:defRPr>
            </a:defPPr>
            <a:lvl1pPr algn="l">
              <a:defRPr sz="1575" b="1">
                <a:solidFill>
                  <a:srgbClr val="8B1E2D"/>
                </a:solidFill>
              </a:defRPr>
            </a:lvl1pPr>
            <a:lvl2pPr algn="l">
              <a:defRPr sz="1575" b="1">
                <a:solidFill>
                  <a:srgbClr val="8B1E2D"/>
                </a:solidFill>
              </a:defRPr>
            </a:lvl2pPr>
            <a:lvl3pPr algn="l">
              <a:defRPr sz="1575" b="1">
                <a:solidFill>
                  <a:srgbClr val="8B1E2D"/>
                </a:solidFill>
              </a:defRPr>
            </a:lvl3pPr>
            <a:lvl4pPr algn="l">
              <a:defRPr sz="1575" b="1">
                <a:solidFill>
                  <a:srgbClr val="8B1E2D"/>
                </a:solidFill>
              </a:defRPr>
            </a:lvl4pPr>
            <a:lvl5pPr algn="l">
              <a:defRPr sz="1575" b="1">
                <a:solidFill>
                  <a:srgbClr val="8B1E2D"/>
                </a:solidFill>
              </a:defRPr>
            </a:lvl5pPr>
            <a:lvl6pPr algn="l">
              <a:defRPr sz="1575" b="1">
                <a:solidFill>
                  <a:srgbClr val="8B1E2D"/>
                </a:solidFill>
              </a:defRPr>
            </a:lvl6pPr>
            <a:lvl7pPr algn="l">
              <a:defRPr sz="1575" b="1">
                <a:solidFill>
                  <a:srgbClr val="8B1E2D"/>
                </a:solidFill>
              </a:defRPr>
            </a:lvl7pPr>
            <a:lvl8pPr algn="l">
              <a:defRPr sz="1575" b="1">
                <a:solidFill>
                  <a:srgbClr val="8B1E2D"/>
                </a:solidFill>
              </a:defRPr>
            </a:lvl8pPr>
            <a:lvl9pPr algn="l">
              <a:defRPr sz="1575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8B1E2D"/>
                </a:solidFill>
              </a:defRPr>
            </a:pPr>
            <a:r>
              <a:rPr sz="1575" b="1">
                <a:solidFill>
                  <a:srgbClr val="8B1E2D"/>
                </a:solidFill>
              </a:rPr>
              <a:t>•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4928435-1A7E-4BBC-8456-2D8C48D9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857750"/>
            <a:ext cx="449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1283F"/>
                </a:solidFill>
              </a:defRPr>
            </a:defPPr>
            <a:lvl1pPr algn="l">
              <a:defRPr sz="1425" b="0">
                <a:solidFill>
                  <a:srgbClr val="11283F"/>
                </a:solidFill>
              </a:defRPr>
            </a:lvl1pPr>
            <a:lvl2pPr algn="l">
              <a:defRPr sz="1425" b="0">
                <a:solidFill>
                  <a:srgbClr val="11283F"/>
                </a:solidFill>
              </a:defRPr>
            </a:lvl2pPr>
            <a:lvl3pPr algn="l">
              <a:defRPr sz="1425" b="0">
                <a:solidFill>
                  <a:srgbClr val="11283F"/>
                </a:solidFill>
              </a:defRPr>
            </a:lvl3pPr>
            <a:lvl4pPr algn="l">
              <a:defRPr sz="1425" b="0">
                <a:solidFill>
                  <a:srgbClr val="11283F"/>
                </a:solidFill>
              </a:defRPr>
            </a:lvl4pPr>
            <a:lvl5pPr algn="l">
              <a:defRPr sz="1425" b="0">
                <a:solidFill>
                  <a:srgbClr val="11283F"/>
                </a:solidFill>
              </a:defRPr>
            </a:lvl5pPr>
            <a:lvl6pPr algn="l">
              <a:defRPr sz="1425" b="0">
                <a:solidFill>
                  <a:srgbClr val="11283F"/>
                </a:solidFill>
              </a:defRPr>
            </a:lvl6pPr>
            <a:lvl7pPr algn="l">
              <a:defRPr sz="1425" b="0">
                <a:solidFill>
                  <a:srgbClr val="11283F"/>
                </a:solidFill>
              </a:defRPr>
            </a:lvl7pPr>
            <a:lvl8pPr algn="l">
              <a:defRPr sz="1425" b="0">
                <a:solidFill>
                  <a:srgbClr val="11283F"/>
                </a:solidFill>
              </a:defRPr>
            </a:lvl8pPr>
            <a:lvl9pPr algn="l">
              <a:defRPr sz="1425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1283F"/>
                </a:solidFill>
              </a:defRPr>
            </a:pPr>
            <a:r>
              <a:rPr sz="1425" b="0">
                <a:solidFill>
                  <a:srgbClr val="11283F"/>
                </a:solidFill>
              </a:rPr>
              <a:t>k: equivalent stiffness of both springs [N/m]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7422123-7554-4E4A-AE35-F93797C8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5B6873"/>
                </a:solidFill>
              </a:defRPr>
            </a:defPPr>
            <a:lvl1pPr algn="r">
              <a:defRPr sz="825" b="0">
                <a:solidFill>
                  <a:srgbClr val="5B6873"/>
                </a:solidFill>
              </a:defRPr>
            </a:lvl1pPr>
            <a:lvl2pPr algn="r">
              <a:defRPr sz="825" b="0">
                <a:solidFill>
                  <a:srgbClr val="5B6873"/>
                </a:solidFill>
              </a:defRPr>
            </a:lvl2pPr>
            <a:lvl3pPr algn="r">
              <a:defRPr sz="825" b="0">
                <a:solidFill>
                  <a:srgbClr val="5B6873"/>
                </a:solidFill>
              </a:defRPr>
            </a:lvl3pPr>
            <a:lvl4pPr algn="r">
              <a:defRPr sz="825" b="0">
                <a:solidFill>
                  <a:srgbClr val="5B6873"/>
                </a:solidFill>
              </a:defRPr>
            </a:lvl4pPr>
            <a:lvl5pPr algn="r">
              <a:defRPr sz="825" b="0">
                <a:solidFill>
                  <a:srgbClr val="5B6873"/>
                </a:solidFill>
              </a:defRPr>
            </a:lvl5pPr>
            <a:lvl6pPr algn="r">
              <a:defRPr sz="825" b="0">
                <a:solidFill>
                  <a:srgbClr val="5B6873"/>
                </a:solidFill>
              </a:defRPr>
            </a:lvl6pPr>
            <a:lvl7pPr algn="r">
              <a:defRPr sz="825" b="0">
                <a:solidFill>
                  <a:srgbClr val="5B6873"/>
                </a:solidFill>
              </a:defRPr>
            </a:lvl7pPr>
            <a:lvl8pPr algn="r">
              <a:defRPr sz="825" b="0">
                <a:solidFill>
                  <a:srgbClr val="5B6873"/>
                </a:solidFill>
              </a:defRPr>
            </a:lvl8pPr>
            <a:lvl9pPr algn="r">
              <a:defRPr sz="825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5B6873"/>
                </a:solidFill>
              </a:defRPr>
            </a:pPr>
            <a:r>
              <a:rPr sz="825" b="0">
                <a:solidFill>
                  <a:srgbClr val="5B6873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333737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0E039A-ABBA-4BC0-A329-27C889A0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05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8B1E2D"/>
                </a:solidFill>
              </a:defRPr>
            </a:defPPr>
            <a:lvl1pPr algn="l">
              <a:defRPr sz="1050" b="1">
                <a:solidFill>
                  <a:srgbClr val="8B1E2D"/>
                </a:solidFill>
              </a:defRPr>
            </a:lvl1pPr>
            <a:lvl2pPr algn="l">
              <a:defRPr sz="1050" b="1">
                <a:solidFill>
                  <a:srgbClr val="8B1E2D"/>
                </a:solidFill>
              </a:defRPr>
            </a:lvl2pPr>
            <a:lvl3pPr algn="l">
              <a:defRPr sz="1050" b="1">
                <a:solidFill>
                  <a:srgbClr val="8B1E2D"/>
                </a:solidFill>
              </a:defRPr>
            </a:lvl3pPr>
            <a:lvl4pPr algn="l">
              <a:defRPr sz="1050" b="1">
                <a:solidFill>
                  <a:srgbClr val="8B1E2D"/>
                </a:solidFill>
              </a:defRPr>
            </a:lvl4pPr>
            <a:lvl5pPr algn="l">
              <a:defRPr sz="1050" b="1">
                <a:solidFill>
                  <a:srgbClr val="8B1E2D"/>
                </a:solidFill>
              </a:defRPr>
            </a:lvl5pPr>
            <a:lvl6pPr algn="l">
              <a:defRPr sz="1050" b="1">
                <a:solidFill>
                  <a:srgbClr val="8B1E2D"/>
                </a:solidFill>
              </a:defRPr>
            </a:lvl6pPr>
            <a:lvl7pPr algn="l">
              <a:defRPr sz="1050" b="1">
                <a:solidFill>
                  <a:srgbClr val="8B1E2D"/>
                </a:solidFill>
              </a:defRPr>
            </a:lvl7pPr>
            <a:lvl8pPr algn="l">
              <a:defRPr sz="1050" b="1">
                <a:solidFill>
                  <a:srgbClr val="8B1E2D"/>
                </a:solidFill>
              </a:defRPr>
            </a:lvl8pPr>
            <a:lvl9pPr algn="l">
              <a:defRPr sz="1050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8B1E2D"/>
                </a:solidFill>
              </a:defRPr>
            </a:pPr>
            <a:r>
              <a:rPr sz="1050" b="1">
                <a:solidFill>
                  <a:srgbClr val="8B1E2D"/>
                </a:solidFill>
              </a:rPr>
              <a:t>MIE 402  |  NEWTON’S SECOND LAW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CC4E4B-91AE-47BD-8D2E-BC970172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0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0">
                <a:solidFill>
                  <a:srgbClr val="5B6873"/>
                </a:solidFill>
              </a:defRPr>
            </a:defPPr>
            <a:lvl1pPr algn="r">
              <a:defRPr sz="975" b="0">
                <a:solidFill>
                  <a:srgbClr val="5B6873"/>
                </a:solidFill>
              </a:defRPr>
            </a:lvl1pPr>
            <a:lvl2pPr algn="r">
              <a:defRPr sz="975" b="0">
                <a:solidFill>
                  <a:srgbClr val="5B6873"/>
                </a:solidFill>
              </a:defRPr>
            </a:lvl2pPr>
            <a:lvl3pPr algn="r">
              <a:defRPr sz="975" b="0">
                <a:solidFill>
                  <a:srgbClr val="5B6873"/>
                </a:solidFill>
              </a:defRPr>
            </a:lvl3pPr>
            <a:lvl4pPr algn="r">
              <a:defRPr sz="975" b="0">
                <a:solidFill>
                  <a:srgbClr val="5B6873"/>
                </a:solidFill>
              </a:defRPr>
            </a:lvl4pPr>
            <a:lvl5pPr algn="r">
              <a:defRPr sz="975" b="0">
                <a:solidFill>
                  <a:srgbClr val="5B6873"/>
                </a:solidFill>
              </a:defRPr>
            </a:lvl5pPr>
            <a:lvl6pPr algn="r">
              <a:defRPr sz="975" b="0">
                <a:solidFill>
                  <a:srgbClr val="5B6873"/>
                </a:solidFill>
              </a:defRPr>
            </a:lvl6pPr>
            <a:lvl7pPr algn="r">
              <a:defRPr sz="975" b="0">
                <a:solidFill>
                  <a:srgbClr val="5B6873"/>
                </a:solidFill>
              </a:defRPr>
            </a:lvl7pPr>
            <a:lvl8pPr algn="r">
              <a:defRPr sz="975" b="0">
                <a:solidFill>
                  <a:srgbClr val="5B6873"/>
                </a:solidFill>
              </a:defRPr>
            </a:lvl8pPr>
            <a:lvl9pPr algn="r">
              <a:defRPr sz="975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5B6873"/>
                </a:solidFill>
              </a:defRPr>
            </a:pPr>
            <a:r>
              <a:rPr sz="975" b="0">
                <a:solidFill>
                  <a:srgbClr val="5B6873"/>
                </a:solidFill>
              </a:rPr>
              <a:t>9–11 min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836EB8-6570-4803-8D37-118E50E5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11287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11111"/>
                </a:solidFill>
              </a:defRPr>
            </a:defPPr>
            <a:lvl1pPr algn="l">
              <a:defRPr sz="2325" b="1">
                <a:solidFill>
                  <a:srgbClr val="111111"/>
                </a:solidFill>
              </a:defRPr>
            </a:lvl1pPr>
            <a:lvl2pPr algn="l">
              <a:defRPr sz="2325" b="1">
                <a:solidFill>
                  <a:srgbClr val="111111"/>
                </a:solidFill>
              </a:defRPr>
            </a:lvl2pPr>
            <a:lvl3pPr algn="l">
              <a:defRPr sz="2325" b="1">
                <a:solidFill>
                  <a:srgbClr val="111111"/>
                </a:solidFill>
              </a:defRPr>
            </a:lvl3pPr>
            <a:lvl4pPr algn="l">
              <a:defRPr sz="2325" b="1">
                <a:solidFill>
                  <a:srgbClr val="111111"/>
                </a:solidFill>
              </a:defRPr>
            </a:lvl4pPr>
            <a:lvl5pPr algn="l">
              <a:defRPr sz="2325" b="1">
                <a:solidFill>
                  <a:srgbClr val="111111"/>
                </a:solidFill>
              </a:defRPr>
            </a:lvl5pPr>
            <a:lvl6pPr algn="l">
              <a:defRPr sz="2325" b="1">
                <a:solidFill>
                  <a:srgbClr val="111111"/>
                </a:solidFill>
              </a:defRPr>
            </a:lvl6pPr>
            <a:lvl7pPr algn="l">
              <a:defRPr sz="2325" b="1">
                <a:solidFill>
                  <a:srgbClr val="111111"/>
                </a:solidFill>
              </a:defRPr>
            </a:lvl7pPr>
            <a:lvl8pPr algn="l">
              <a:defRPr sz="2325" b="1">
                <a:solidFill>
                  <a:srgbClr val="111111"/>
                </a:solidFill>
              </a:defRPr>
            </a:lvl8pPr>
            <a:lvl9pPr algn="l">
              <a:defRPr sz="2325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A free-body diagram gives the equation of motion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32456D-9EBC-4078-BB74-4C935917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5730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E11B52-36A7-45ED-8D91-6A7AE2A2B0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6e89f4976e4192"/>
          <a:srcRect xmlns:a="http://schemas.openxmlformats.org/drawingml/2006/main" l="0" t="5880" r="0" b="58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1571625"/>
            <a:ext cx="6191250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4B3F01-D08C-4379-8C8F-60DC8DDC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6687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1283F"/>
                </a:solidFill>
              </a:defRPr>
            </a:defPPr>
            <a:lvl1pPr algn="l">
              <a:defRPr sz="2025" b="1">
                <a:solidFill>
                  <a:srgbClr val="11283F"/>
                </a:solidFill>
              </a:defRPr>
            </a:lvl1pPr>
            <a:lvl2pPr algn="l">
              <a:defRPr sz="2025" b="1">
                <a:solidFill>
                  <a:srgbClr val="11283F"/>
                </a:solidFill>
              </a:defRPr>
            </a:lvl2pPr>
            <a:lvl3pPr algn="l">
              <a:defRPr sz="2025" b="1">
                <a:solidFill>
                  <a:srgbClr val="11283F"/>
                </a:solidFill>
              </a:defRPr>
            </a:lvl3pPr>
            <a:lvl4pPr algn="l">
              <a:defRPr sz="2025" b="1">
                <a:solidFill>
                  <a:srgbClr val="11283F"/>
                </a:solidFill>
              </a:defRPr>
            </a:lvl4pPr>
            <a:lvl5pPr algn="l">
              <a:defRPr sz="2025" b="1">
                <a:solidFill>
                  <a:srgbClr val="11283F"/>
                </a:solidFill>
              </a:defRPr>
            </a:lvl5pPr>
            <a:lvl6pPr algn="l">
              <a:defRPr sz="2025" b="1">
                <a:solidFill>
                  <a:srgbClr val="11283F"/>
                </a:solidFill>
              </a:defRPr>
            </a:lvl6pPr>
            <a:lvl7pPr algn="l">
              <a:defRPr sz="2025" b="1">
                <a:solidFill>
                  <a:srgbClr val="11283F"/>
                </a:solidFill>
              </a:defRPr>
            </a:lvl7pPr>
            <a:lvl8pPr algn="l">
              <a:defRPr sz="2025" b="1">
                <a:solidFill>
                  <a:srgbClr val="11283F"/>
                </a:solidFill>
              </a:defRPr>
            </a:lvl8pPr>
            <a:lvl9pPr algn="l">
              <a:defRPr sz="2025" b="1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1283F"/>
                </a:solidFill>
              </a:defRPr>
            </a:pPr>
            <a:r>
              <a:rPr sz="2025" b="1">
                <a:solidFill>
                  <a:srgbClr val="11283F"/>
                </a:solidFill>
              </a:rPr>
              <a:t>Start from forces, then simplify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A99A34-3F78-4ED6-8483-2BE1780C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336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8B1E2D"/>
                </a:solidFill>
              </a:defRPr>
            </a:defPPr>
            <a:lvl1pPr algn="l">
              <a:defRPr sz="1425" b="1">
                <a:solidFill>
                  <a:srgbClr val="8B1E2D"/>
                </a:solidFill>
              </a:defRPr>
            </a:lvl1pPr>
            <a:lvl2pPr algn="l">
              <a:defRPr sz="1425" b="1">
                <a:solidFill>
                  <a:srgbClr val="8B1E2D"/>
                </a:solidFill>
              </a:defRPr>
            </a:lvl2pPr>
            <a:lvl3pPr algn="l">
              <a:defRPr sz="1425" b="1">
                <a:solidFill>
                  <a:srgbClr val="8B1E2D"/>
                </a:solidFill>
              </a:defRPr>
            </a:lvl3pPr>
            <a:lvl4pPr algn="l">
              <a:defRPr sz="1425" b="1">
                <a:solidFill>
                  <a:srgbClr val="8B1E2D"/>
                </a:solidFill>
              </a:defRPr>
            </a:lvl4pPr>
            <a:lvl5pPr algn="l">
              <a:defRPr sz="1425" b="1">
                <a:solidFill>
                  <a:srgbClr val="8B1E2D"/>
                </a:solidFill>
              </a:defRPr>
            </a:lvl5pPr>
            <a:lvl6pPr algn="l">
              <a:defRPr sz="1425" b="1">
                <a:solidFill>
                  <a:srgbClr val="8B1E2D"/>
                </a:solidFill>
              </a:defRPr>
            </a:lvl6pPr>
            <a:lvl7pPr algn="l">
              <a:defRPr sz="1425" b="1">
                <a:solidFill>
                  <a:srgbClr val="8B1E2D"/>
                </a:solidFill>
              </a:defRPr>
            </a:lvl7pPr>
            <a:lvl8pPr algn="l">
              <a:defRPr sz="1425" b="1">
                <a:solidFill>
                  <a:srgbClr val="8B1E2D"/>
                </a:solidFill>
              </a:defRPr>
            </a:lvl8pPr>
            <a:lvl9pPr algn="l">
              <a:defRPr sz="1425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8B1E2D"/>
                </a:solidFill>
              </a:defRPr>
            </a:pPr>
            <a:r>
              <a:rPr sz="1425" b="1">
                <a:solidFill>
                  <a:srgbClr val="8B1E2D"/>
                </a:solidFill>
              </a:rPr>
              <a:t>Spring force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70E5E0-5A95-4A80-A050-2F7A5A1F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52650"/>
            <a:ext cx="2533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8F5F0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A4A352-D247-43E6-91CD-A56A033F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0">
                <a:solidFill>
                  <a:srgbClr val="111111"/>
                </a:solidFill>
              </a:defRPr>
            </a:defPPr>
            <a:lvl1pPr algn="ctr">
              <a:defRPr sz="1875" b="0">
                <a:solidFill>
                  <a:srgbClr val="111111"/>
                </a:solidFill>
              </a:defRPr>
            </a:lvl1pPr>
            <a:lvl2pPr algn="ctr">
              <a:defRPr sz="1875" b="0">
                <a:solidFill>
                  <a:srgbClr val="111111"/>
                </a:solidFill>
              </a:defRPr>
            </a:lvl2pPr>
            <a:lvl3pPr algn="ctr">
              <a:defRPr sz="1875" b="0">
                <a:solidFill>
                  <a:srgbClr val="111111"/>
                </a:solidFill>
              </a:defRPr>
            </a:lvl3pPr>
            <a:lvl4pPr algn="ctr">
              <a:defRPr sz="1875" b="0">
                <a:solidFill>
                  <a:srgbClr val="111111"/>
                </a:solidFill>
              </a:defRPr>
            </a:lvl4pPr>
            <a:lvl5pPr algn="ctr">
              <a:defRPr sz="1875" b="0">
                <a:solidFill>
                  <a:srgbClr val="111111"/>
                </a:solidFill>
              </a:defRPr>
            </a:lvl5pPr>
            <a:lvl6pPr algn="ctr">
              <a:defRPr sz="1875" b="0">
                <a:solidFill>
                  <a:srgbClr val="111111"/>
                </a:solidFill>
              </a:defRPr>
            </a:lvl6pPr>
            <a:lvl7pPr algn="ctr">
              <a:defRPr sz="1875" b="0">
                <a:solidFill>
                  <a:srgbClr val="111111"/>
                </a:solidFill>
              </a:defRPr>
            </a:lvl7pPr>
            <a:lvl8pPr algn="ctr">
              <a:defRPr sz="1875" b="0">
                <a:solidFill>
                  <a:srgbClr val="111111"/>
                </a:solidFill>
              </a:defRPr>
            </a:lvl8pPr>
            <a:lvl9pPr algn="ctr">
              <a:defRPr sz="1875" b="0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Fₛ = −kx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D848CB-6838-44FE-9A9F-A24FC661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956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356C91"/>
                </a:solidFill>
              </a:defRPr>
            </a:defPPr>
            <a:lvl1pPr algn="l">
              <a:defRPr sz="1425" b="1">
                <a:solidFill>
                  <a:srgbClr val="356C91"/>
                </a:solidFill>
              </a:defRPr>
            </a:lvl1pPr>
            <a:lvl2pPr algn="l">
              <a:defRPr sz="1425" b="1">
                <a:solidFill>
                  <a:srgbClr val="356C91"/>
                </a:solidFill>
              </a:defRPr>
            </a:lvl2pPr>
            <a:lvl3pPr algn="l">
              <a:defRPr sz="1425" b="1">
                <a:solidFill>
                  <a:srgbClr val="356C91"/>
                </a:solidFill>
              </a:defRPr>
            </a:lvl3pPr>
            <a:lvl4pPr algn="l">
              <a:defRPr sz="1425" b="1">
                <a:solidFill>
                  <a:srgbClr val="356C91"/>
                </a:solidFill>
              </a:defRPr>
            </a:lvl4pPr>
            <a:lvl5pPr algn="l">
              <a:defRPr sz="1425" b="1">
                <a:solidFill>
                  <a:srgbClr val="356C91"/>
                </a:solidFill>
              </a:defRPr>
            </a:lvl5pPr>
            <a:lvl6pPr algn="l">
              <a:defRPr sz="1425" b="1">
                <a:solidFill>
                  <a:srgbClr val="356C91"/>
                </a:solidFill>
              </a:defRPr>
            </a:lvl6pPr>
            <a:lvl7pPr algn="l">
              <a:defRPr sz="1425" b="1">
                <a:solidFill>
                  <a:srgbClr val="356C91"/>
                </a:solidFill>
              </a:defRPr>
            </a:lvl7pPr>
            <a:lvl8pPr algn="l">
              <a:defRPr sz="1425" b="1">
                <a:solidFill>
                  <a:srgbClr val="356C91"/>
                </a:solidFill>
              </a:defRPr>
            </a:lvl8pPr>
            <a:lvl9pPr algn="l">
              <a:defRPr sz="1425" b="1">
                <a:solidFill>
                  <a:srgbClr val="356C91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56C91"/>
                </a:solidFill>
              </a:defRPr>
            </a:pPr>
            <a:r>
              <a:rPr sz="1425" b="1">
                <a:solidFill>
                  <a:srgbClr val="356C91"/>
                </a:solidFill>
              </a:rPr>
              <a:t>Damping force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DCC0BC-035E-40B1-8768-42796BFA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14650"/>
            <a:ext cx="25336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8F5F0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1814F4-E8C2-47A9-AEB9-F348C57D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527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0">
                <a:solidFill>
                  <a:srgbClr val="111111"/>
                </a:solidFill>
              </a:defRPr>
            </a:defPPr>
            <a:lvl1pPr algn="ctr">
              <a:defRPr sz="1875" b="0">
                <a:solidFill>
                  <a:srgbClr val="111111"/>
                </a:solidFill>
              </a:defRPr>
            </a:lvl1pPr>
            <a:lvl2pPr algn="ctr">
              <a:defRPr sz="1875" b="0">
                <a:solidFill>
                  <a:srgbClr val="111111"/>
                </a:solidFill>
              </a:defRPr>
            </a:lvl2pPr>
            <a:lvl3pPr algn="ctr">
              <a:defRPr sz="1875" b="0">
                <a:solidFill>
                  <a:srgbClr val="111111"/>
                </a:solidFill>
              </a:defRPr>
            </a:lvl3pPr>
            <a:lvl4pPr algn="ctr">
              <a:defRPr sz="1875" b="0">
                <a:solidFill>
                  <a:srgbClr val="111111"/>
                </a:solidFill>
              </a:defRPr>
            </a:lvl4pPr>
            <a:lvl5pPr algn="ctr">
              <a:defRPr sz="1875" b="0">
                <a:solidFill>
                  <a:srgbClr val="111111"/>
                </a:solidFill>
              </a:defRPr>
            </a:lvl5pPr>
            <a:lvl6pPr algn="ctr">
              <a:defRPr sz="1875" b="0">
                <a:solidFill>
                  <a:srgbClr val="111111"/>
                </a:solidFill>
              </a:defRPr>
            </a:lvl6pPr>
            <a:lvl7pPr algn="ctr">
              <a:defRPr sz="1875" b="0">
                <a:solidFill>
                  <a:srgbClr val="111111"/>
                </a:solidFill>
              </a:defRPr>
            </a:lvl7pPr>
            <a:lvl8pPr algn="ctr">
              <a:defRPr sz="1875" b="0">
                <a:solidFill>
                  <a:srgbClr val="111111"/>
                </a:solidFill>
              </a:defRPr>
            </a:lvl8pPr>
            <a:lvl9pPr algn="ctr">
              <a:defRPr sz="1875" b="0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Fd = −c ẋ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86FEB1-65CB-4BAB-B5C7-59142D45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867150"/>
            <a:ext cx="42481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8F5F0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9030D8-2C8B-40F1-B513-C77E9622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05250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111111"/>
                </a:solidFill>
              </a:defRPr>
            </a:defPPr>
            <a:lvl1pPr algn="ctr">
              <a:defRPr sz="2175" b="0">
                <a:solidFill>
                  <a:srgbClr val="111111"/>
                </a:solidFill>
              </a:defRPr>
            </a:lvl1pPr>
            <a:lvl2pPr algn="ctr">
              <a:defRPr sz="2175" b="0">
                <a:solidFill>
                  <a:srgbClr val="111111"/>
                </a:solidFill>
              </a:defRPr>
            </a:lvl2pPr>
            <a:lvl3pPr algn="ctr">
              <a:defRPr sz="2175" b="0">
                <a:solidFill>
                  <a:srgbClr val="111111"/>
                </a:solidFill>
              </a:defRPr>
            </a:lvl3pPr>
            <a:lvl4pPr algn="ctr">
              <a:defRPr sz="2175" b="0">
                <a:solidFill>
                  <a:srgbClr val="111111"/>
                </a:solidFill>
              </a:defRPr>
            </a:lvl4pPr>
            <a:lvl5pPr algn="ctr">
              <a:defRPr sz="2175" b="0">
                <a:solidFill>
                  <a:srgbClr val="111111"/>
                </a:solidFill>
              </a:defRPr>
            </a:lvl5pPr>
            <a:lvl6pPr algn="ctr">
              <a:defRPr sz="2175" b="0">
                <a:solidFill>
                  <a:srgbClr val="111111"/>
                </a:solidFill>
              </a:defRPr>
            </a:lvl6pPr>
            <a:lvl7pPr algn="ctr">
              <a:defRPr sz="2175" b="0">
                <a:solidFill>
                  <a:srgbClr val="111111"/>
                </a:solidFill>
              </a:defRPr>
            </a:lvl7pPr>
            <a:lvl8pPr algn="ctr">
              <a:defRPr sz="2175" b="0">
                <a:solidFill>
                  <a:srgbClr val="111111"/>
                </a:solidFill>
              </a:defRPr>
            </a:lvl8pPr>
            <a:lvl9pPr algn="ctr">
              <a:defRPr sz="2175" b="0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111111"/>
                </a:solidFill>
              </a:defRPr>
            </a:pPr>
            <a:r>
              <a:rPr sz="2175" b="0">
                <a:solidFill>
                  <a:srgbClr val="111111"/>
                </a:solidFill>
              </a:rPr>
              <a:t>m ẍ + c ẋ + kx = 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58D002-15A6-4A9B-BFFE-AEC6DD4C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810125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1283F"/>
                </a:solidFill>
              </a:defRPr>
            </a:defPPr>
            <a:lvl1pPr algn="l">
              <a:defRPr sz="1425" b="0">
                <a:solidFill>
                  <a:srgbClr val="11283F"/>
                </a:solidFill>
              </a:defRPr>
            </a:lvl1pPr>
            <a:lvl2pPr algn="l">
              <a:defRPr sz="1425" b="0">
                <a:solidFill>
                  <a:srgbClr val="11283F"/>
                </a:solidFill>
              </a:defRPr>
            </a:lvl2pPr>
            <a:lvl3pPr algn="l">
              <a:defRPr sz="1425" b="0">
                <a:solidFill>
                  <a:srgbClr val="11283F"/>
                </a:solidFill>
              </a:defRPr>
            </a:lvl3pPr>
            <a:lvl4pPr algn="l">
              <a:defRPr sz="1425" b="0">
                <a:solidFill>
                  <a:srgbClr val="11283F"/>
                </a:solidFill>
              </a:defRPr>
            </a:lvl4pPr>
            <a:lvl5pPr algn="l">
              <a:defRPr sz="1425" b="0">
                <a:solidFill>
                  <a:srgbClr val="11283F"/>
                </a:solidFill>
              </a:defRPr>
            </a:lvl5pPr>
            <a:lvl6pPr algn="l">
              <a:defRPr sz="1425" b="0">
                <a:solidFill>
                  <a:srgbClr val="11283F"/>
                </a:solidFill>
              </a:defRPr>
            </a:lvl6pPr>
            <a:lvl7pPr algn="l">
              <a:defRPr sz="1425" b="0">
                <a:solidFill>
                  <a:srgbClr val="11283F"/>
                </a:solidFill>
              </a:defRPr>
            </a:lvl7pPr>
            <a:lvl8pPr algn="l">
              <a:defRPr sz="1425" b="0">
                <a:solidFill>
                  <a:srgbClr val="11283F"/>
                </a:solidFill>
              </a:defRPr>
            </a:lvl8pPr>
            <a:lvl9pPr algn="l">
              <a:defRPr sz="1425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1283F"/>
                </a:solidFill>
              </a:defRPr>
            </a:pPr>
            <a:r>
              <a:rPr sz="1425" b="0">
                <a:solidFill>
                  <a:srgbClr val="11283F"/>
                </a:solidFill>
              </a:rPr>
              <a:t>The equation describes motion after release, when no external input remains.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8DA09B-0721-45F3-8349-7AE7EEF2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7150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B6873"/>
                </a:solidFill>
              </a:defRPr>
            </a:defPPr>
            <a:lvl1pPr algn="r">
              <a:defRPr sz="900" b="0">
                <a:solidFill>
                  <a:srgbClr val="5B6873"/>
                </a:solidFill>
              </a:defRPr>
            </a:lvl1pPr>
            <a:lvl2pPr algn="r">
              <a:defRPr sz="900" b="0">
                <a:solidFill>
                  <a:srgbClr val="5B6873"/>
                </a:solidFill>
              </a:defRPr>
            </a:lvl2pPr>
            <a:lvl3pPr algn="r">
              <a:defRPr sz="900" b="0">
                <a:solidFill>
                  <a:srgbClr val="5B6873"/>
                </a:solidFill>
              </a:defRPr>
            </a:lvl3pPr>
            <a:lvl4pPr algn="r">
              <a:defRPr sz="900" b="0">
                <a:solidFill>
                  <a:srgbClr val="5B6873"/>
                </a:solidFill>
              </a:defRPr>
            </a:lvl4pPr>
            <a:lvl5pPr algn="r">
              <a:defRPr sz="900" b="0">
                <a:solidFill>
                  <a:srgbClr val="5B6873"/>
                </a:solidFill>
              </a:defRPr>
            </a:lvl5pPr>
            <a:lvl6pPr algn="r">
              <a:defRPr sz="900" b="0">
                <a:solidFill>
                  <a:srgbClr val="5B6873"/>
                </a:solidFill>
              </a:defRPr>
            </a:lvl6pPr>
            <a:lvl7pPr algn="r">
              <a:defRPr sz="900" b="0">
                <a:solidFill>
                  <a:srgbClr val="5B6873"/>
                </a:solidFill>
              </a:defRPr>
            </a:lvl7pPr>
            <a:lvl8pPr algn="r">
              <a:defRPr sz="900" b="0">
                <a:solidFill>
                  <a:srgbClr val="5B6873"/>
                </a:solidFill>
              </a:defRPr>
            </a:lvl8pPr>
            <a:lvl9pPr algn="r">
              <a:defRPr sz="900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5B6873"/>
                </a:solidFill>
              </a:defRPr>
            </a:pPr>
            <a:r>
              <a:rPr sz="900" b="0">
                <a:solidFill>
                  <a:srgbClr val="5B6873"/>
                </a:solidFill>
              </a:rPr>
              <a:t>Prior MIE 402 classroom derivation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CD6922-9953-40F1-8790-103235ED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5B6873"/>
                </a:solidFill>
              </a:defRPr>
            </a:defPPr>
            <a:lvl1pPr algn="r">
              <a:defRPr sz="825" b="0">
                <a:solidFill>
                  <a:srgbClr val="5B6873"/>
                </a:solidFill>
              </a:defRPr>
            </a:lvl1pPr>
            <a:lvl2pPr algn="r">
              <a:defRPr sz="825" b="0">
                <a:solidFill>
                  <a:srgbClr val="5B6873"/>
                </a:solidFill>
              </a:defRPr>
            </a:lvl2pPr>
            <a:lvl3pPr algn="r">
              <a:defRPr sz="825" b="0">
                <a:solidFill>
                  <a:srgbClr val="5B6873"/>
                </a:solidFill>
              </a:defRPr>
            </a:lvl3pPr>
            <a:lvl4pPr algn="r">
              <a:defRPr sz="825" b="0">
                <a:solidFill>
                  <a:srgbClr val="5B6873"/>
                </a:solidFill>
              </a:defRPr>
            </a:lvl4pPr>
            <a:lvl5pPr algn="r">
              <a:defRPr sz="825" b="0">
                <a:solidFill>
                  <a:srgbClr val="5B6873"/>
                </a:solidFill>
              </a:defRPr>
            </a:lvl5pPr>
            <a:lvl6pPr algn="r">
              <a:defRPr sz="825" b="0">
                <a:solidFill>
                  <a:srgbClr val="5B6873"/>
                </a:solidFill>
              </a:defRPr>
            </a:lvl6pPr>
            <a:lvl7pPr algn="r">
              <a:defRPr sz="825" b="0">
                <a:solidFill>
                  <a:srgbClr val="5B6873"/>
                </a:solidFill>
              </a:defRPr>
            </a:lvl7pPr>
            <a:lvl8pPr algn="r">
              <a:defRPr sz="825" b="0">
                <a:solidFill>
                  <a:srgbClr val="5B6873"/>
                </a:solidFill>
              </a:defRPr>
            </a:lvl8pPr>
            <a:lvl9pPr algn="r">
              <a:defRPr sz="825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5B6873"/>
                </a:solidFill>
              </a:defRPr>
            </a:pPr>
            <a:r>
              <a:rPr sz="825" b="0">
                <a:solidFill>
                  <a:srgbClr val="5B6873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1235026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DCD0F2-4A69-4386-83FD-BA26C544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05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8B1E2D"/>
                </a:solidFill>
              </a:defRPr>
            </a:defPPr>
            <a:lvl1pPr algn="l">
              <a:defRPr sz="1050" b="1">
                <a:solidFill>
                  <a:srgbClr val="8B1E2D"/>
                </a:solidFill>
              </a:defRPr>
            </a:lvl1pPr>
            <a:lvl2pPr algn="l">
              <a:defRPr sz="1050" b="1">
                <a:solidFill>
                  <a:srgbClr val="8B1E2D"/>
                </a:solidFill>
              </a:defRPr>
            </a:lvl2pPr>
            <a:lvl3pPr algn="l">
              <a:defRPr sz="1050" b="1">
                <a:solidFill>
                  <a:srgbClr val="8B1E2D"/>
                </a:solidFill>
              </a:defRPr>
            </a:lvl3pPr>
            <a:lvl4pPr algn="l">
              <a:defRPr sz="1050" b="1">
                <a:solidFill>
                  <a:srgbClr val="8B1E2D"/>
                </a:solidFill>
              </a:defRPr>
            </a:lvl4pPr>
            <a:lvl5pPr algn="l">
              <a:defRPr sz="1050" b="1">
                <a:solidFill>
                  <a:srgbClr val="8B1E2D"/>
                </a:solidFill>
              </a:defRPr>
            </a:lvl5pPr>
            <a:lvl6pPr algn="l">
              <a:defRPr sz="1050" b="1">
                <a:solidFill>
                  <a:srgbClr val="8B1E2D"/>
                </a:solidFill>
              </a:defRPr>
            </a:lvl6pPr>
            <a:lvl7pPr algn="l">
              <a:defRPr sz="1050" b="1">
                <a:solidFill>
                  <a:srgbClr val="8B1E2D"/>
                </a:solidFill>
              </a:defRPr>
            </a:lvl7pPr>
            <a:lvl8pPr algn="l">
              <a:defRPr sz="1050" b="1">
                <a:solidFill>
                  <a:srgbClr val="8B1E2D"/>
                </a:solidFill>
              </a:defRPr>
            </a:lvl8pPr>
            <a:lvl9pPr algn="l">
              <a:defRPr sz="1050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8B1E2D"/>
                </a:solidFill>
              </a:defRPr>
            </a:pPr>
            <a:r>
              <a:rPr sz="1050" b="1">
                <a:solidFill>
                  <a:srgbClr val="8B1E2D"/>
                </a:solidFill>
              </a:rPr>
              <a:t>MIE 402  |  PHYSICAL MEANING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55EF55-361F-48E0-A322-04BF5157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0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0">
                <a:solidFill>
                  <a:srgbClr val="5B6873"/>
                </a:solidFill>
              </a:defRPr>
            </a:defPPr>
            <a:lvl1pPr algn="r">
              <a:defRPr sz="975" b="0">
                <a:solidFill>
                  <a:srgbClr val="5B6873"/>
                </a:solidFill>
              </a:defRPr>
            </a:lvl1pPr>
            <a:lvl2pPr algn="r">
              <a:defRPr sz="975" b="0">
                <a:solidFill>
                  <a:srgbClr val="5B6873"/>
                </a:solidFill>
              </a:defRPr>
            </a:lvl2pPr>
            <a:lvl3pPr algn="r">
              <a:defRPr sz="975" b="0">
                <a:solidFill>
                  <a:srgbClr val="5B6873"/>
                </a:solidFill>
              </a:defRPr>
            </a:lvl3pPr>
            <a:lvl4pPr algn="r">
              <a:defRPr sz="975" b="0">
                <a:solidFill>
                  <a:srgbClr val="5B6873"/>
                </a:solidFill>
              </a:defRPr>
            </a:lvl4pPr>
            <a:lvl5pPr algn="r">
              <a:defRPr sz="975" b="0">
                <a:solidFill>
                  <a:srgbClr val="5B6873"/>
                </a:solidFill>
              </a:defRPr>
            </a:lvl5pPr>
            <a:lvl6pPr algn="r">
              <a:defRPr sz="975" b="0">
                <a:solidFill>
                  <a:srgbClr val="5B6873"/>
                </a:solidFill>
              </a:defRPr>
            </a:lvl6pPr>
            <a:lvl7pPr algn="r">
              <a:defRPr sz="975" b="0">
                <a:solidFill>
                  <a:srgbClr val="5B6873"/>
                </a:solidFill>
              </a:defRPr>
            </a:lvl7pPr>
            <a:lvl8pPr algn="r">
              <a:defRPr sz="975" b="0">
                <a:solidFill>
                  <a:srgbClr val="5B6873"/>
                </a:solidFill>
              </a:defRPr>
            </a:lvl8pPr>
            <a:lvl9pPr algn="r">
              <a:defRPr sz="975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5B6873"/>
                </a:solidFill>
              </a:defRPr>
            </a:pPr>
            <a:r>
              <a:rPr sz="975" b="0">
                <a:solidFill>
                  <a:srgbClr val="5B6873"/>
                </a:solidFill>
              </a:rPr>
              <a:t>11–13 min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7E10BD-D7AB-42C2-B124-D73B74C3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11287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11111"/>
                </a:solidFill>
              </a:defRPr>
            </a:defPPr>
            <a:lvl1pPr algn="l">
              <a:defRPr sz="2325" b="1">
                <a:solidFill>
                  <a:srgbClr val="111111"/>
                </a:solidFill>
              </a:defRPr>
            </a:lvl1pPr>
            <a:lvl2pPr algn="l">
              <a:defRPr sz="2325" b="1">
                <a:solidFill>
                  <a:srgbClr val="111111"/>
                </a:solidFill>
              </a:defRPr>
            </a:lvl2pPr>
            <a:lvl3pPr algn="l">
              <a:defRPr sz="2325" b="1">
                <a:solidFill>
                  <a:srgbClr val="111111"/>
                </a:solidFill>
              </a:defRPr>
            </a:lvl3pPr>
            <a:lvl4pPr algn="l">
              <a:defRPr sz="2325" b="1">
                <a:solidFill>
                  <a:srgbClr val="111111"/>
                </a:solidFill>
              </a:defRPr>
            </a:lvl4pPr>
            <a:lvl5pPr algn="l">
              <a:defRPr sz="2325" b="1">
                <a:solidFill>
                  <a:srgbClr val="111111"/>
                </a:solidFill>
              </a:defRPr>
            </a:lvl5pPr>
            <a:lvl6pPr algn="l">
              <a:defRPr sz="2325" b="1">
                <a:solidFill>
                  <a:srgbClr val="111111"/>
                </a:solidFill>
              </a:defRPr>
            </a:lvl6pPr>
            <a:lvl7pPr algn="l">
              <a:defRPr sz="2325" b="1">
                <a:solidFill>
                  <a:srgbClr val="111111"/>
                </a:solidFill>
              </a:defRPr>
            </a:lvl7pPr>
            <a:lvl8pPr algn="l">
              <a:defRPr sz="2325" b="1">
                <a:solidFill>
                  <a:srgbClr val="111111"/>
                </a:solidFill>
              </a:defRPr>
            </a:lvl8pPr>
            <a:lvl9pPr algn="l">
              <a:defRPr sz="2325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Each parameter changes a different feature of the record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CAE123-98B8-4ABB-98CB-7A137F33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5730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D07C4C-5BEF-4A36-848E-0FC679F7BA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4d1e18a31144b6"/>
          <a:stretch xmlns:a="http://schemas.openxmlformats.org/drawingml/2006/main"/>
        </p:blipFill>
        <p:spPr>
          <a:xfrm xmlns:a="http://schemas.openxmlformats.org/drawingml/2006/main">
            <a:off x="4746625" y="1476375"/>
            <a:ext cx="6508750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60B5C6-6EE5-4BA4-A5F8-D83BAB13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8B1E2D"/>
                </a:solidFill>
              </a:defRPr>
            </a:defPPr>
            <a:lvl1pPr algn="l">
              <a:defRPr sz="1650" b="1">
                <a:solidFill>
                  <a:srgbClr val="8B1E2D"/>
                </a:solidFill>
              </a:defRPr>
            </a:lvl1pPr>
            <a:lvl2pPr algn="l">
              <a:defRPr sz="1650" b="1">
                <a:solidFill>
                  <a:srgbClr val="8B1E2D"/>
                </a:solidFill>
              </a:defRPr>
            </a:lvl2pPr>
            <a:lvl3pPr algn="l">
              <a:defRPr sz="1650" b="1">
                <a:solidFill>
                  <a:srgbClr val="8B1E2D"/>
                </a:solidFill>
              </a:defRPr>
            </a:lvl3pPr>
            <a:lvl4pPr algn="l">
              <a:defRPr sz="1650" b="1">
                <a:solidFill>
                  <a:srgbClr val="8B1E2D"/>
                </a:solidFill>
              </a:defRPr>
            </a:lvl4pPr>
            <a:lvl5pPr algn="l">
              <a:defRPr sz="1650" b="1">
                <a:solidFill>
                  <a:srgbClr val="8B1E2D"/>
                </a:solidFill>
              </a:defRPr>
            </a:lvl5pPr>
            <a:lvl6pPr algn="l">
              <a:defRPr sz="1650" b="1">
                <a:solidFill>
                  <a:srgbClr val="8B1E2D"/>
                </a:solidFill>
              </a:defRPr>
            </a:lvl6pPr>
            <a:lvl7pPr algn="l">
              <a:defRPr sz="1650" b="1">
                <a:solidFill>
                  <a:srgbClr val="8B1E2D"/>
                </a:solidFill>
              </a:defRPr>
            </a:lvl7pPr>
            <a:lvl8pPr algn="l">
              <a:defRPr sz="1650" b="1">
                <a:solidFill>
                  <a:srgbClr val="8B1E2D"/>
                </a:solidFill>
              </a:defRPr>
            </a:lvl8pPr>
            <a:lvl9pPr algn="l">
              <a:defRPr sz="1650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8B1E2D"/>
                </a:solidFill>
              </a:defRPr>
            </a:pPr>
            <a:r>
              <a:rPr sz="1650" b="1">
                <a:solidFill>
                  <a:srgbClr val="8B1E2D"/>
                </a:solidFill>
              </a:rPr>
              <a:t>Mass 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6D01E0-5D19-4F44-89C6-7546CAA9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47875"/>
            <a:ext cx="323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1283F"/>
                </a:solidFill>
              </a:defRPr>
            </a:defPPr>
            <a:lvl1pPr algn="l">
              <a:defRPr sz="1425" b="0">
                <a:solidFill>
                  <a:srgbClr val="11283F"/>
                </a:solidFill>
              </a:defRPr>
            </a:lvl1pPr>
            <a:lvl2pPr algn="l">
              <a:defRPr sz="1425" b="0">
                <a:solidFill>
                  <a:srgbClr val="11283F"/>
                </a:solidFill>
              </a:defRPr>
            </a:lvl2pPr>
            <a:lvl3pPr algn="l">
              <a:defRPr sz="1425" b="0">
                <a:solidFill>
                  <a:srgbClr val="11283F"/>
                </a:solidFill>
              </a:defRPr>
            </a:lvl3pPr>
            <a:lvl4pPr algn="l">
              <a:defRPr sz="1425" b="0">
                <a:solidFill>
                  <a:srgbClr val="11283F"/>
                </a:solidFill>
              </a:defRPr>
            </a:lvl4pPr>
            <a:lvl5pPr algn="l">
              <a:defRPr sz="1425" b="0">
                <a:solidFill>
                  <a:srgbClr val="11283F"/>
                </a:solidFill>
              </a:defRPr>
            </a:lvl5pPr>
            <a:lvl6pPr algn="l">
              <a:defRPr sz="1425" b="0">
                <a:solidFill>
                  <a:srgbClr val="11283F"/>
                </a:solidFill>
              </a:defRPr>
            </a:lvl6pPr>
            <a:lvl7pPr algn="l">
              <a:defRPr sz="1425" b="0">
                <a:solidFill>
                  <a:srgbClr val="11283F"/>
                </a:solidFill>
              </a:defRPr>
            </a:lvl7pPr>
            <a:lvl8pPr algn="l">
              <a:defRPr sz="1425" b="0">
                <a:solidFill>
                  <a:srgbClr val="11283F"/>
                </a:solidFill>
              </a:defRPr>
            </a:lvl8pPr>
            <a:lvl9pPr algn="l">
              <a:defRPr sz="1425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1283F"/>
                </a:solidFill>
              </a:defRPr>
            </a:pPr>
            <a:r>
              <a:rPr sz="1425" b="0">
                <a:solidFill>
                  <a:srgbClr val="11283F"/>
                </a:solidFill>
              </a:rPr>
              <a:t>More moving mass stretches the period. The FFT peak shifts left.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3E0429-52FC-4359-AD4D-08FF2507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956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8B1E2D"/>
                </a:solidFill>
              </a:defRPr>
            </a:defPPr>
            <a:lvl1pPr algn="l">
              <a:defRPr sz="1650" b="1">
                <a:solidFill>
                  <a:srgbClr val="8B1E2D"/>
                </a:solidFill>
              </a:defRPr>
            </a:lvl1pPr>
            <a:lvl2pPr algn="l">
              <a:defRPr sz="1650" b="1">
                <a:solidFill>
                  <a:srgbClr val="8B1E2D"/>
                </a:solidFill>
              </a:defRPr>
            </a:lvl2pPr>
            <a:lvl3pPr algn="l">
              <a:defRPr sz="1650" b="1">
                <a:solidFill>
                  <a:srgbClr val="8B1E2D"/>
                </a:solidFill>
              </a:defRPr>
            </a:lvl3pPr>
            <a:lvl4pPr algn="l">
              <a:defRPr sz="1650" b="1">
                <a:solidFill>
                  <a:srgbClr val="8B1E2D"/>
                </a:solidFill>
              </a:defRPr>
            </a:lvl4pPr>
            <a:lvl5pPr algn="l">
              <a:defRPr sz="1650" b="1">
                <a:solidFill>
                  <a:srgbClr val="8B1E2D"/>
                </a:solidFill>
              </a:defRPr>
            </a:lvl5pPr>
            <a:lvl6pPr algn="l">
              <a:defRPr sz="1650" b="1">
                <a:solidFill>
                  <a:srgbClr val="8B1E2D"/>
                </a:solidFill>
              </a:defRPr>
            </a:lvl6pPr>
            <a:lvl7pPr algn="l">
              <a:defRPr sz="1650" b="1">
                <a:solidFill>
                  <a:srgbClr val="8B1E2D"/>
                </a:solidFill>
              </a:defRPr>
            </a:lvl7pPr>
            <a:lvl8pPr algn="l">
              <a:defRPr sz="1650" b="1">
                <a:solidFill>
                  <a:srgbClr val="8B1E2D"/>
                </a:solidFill>
              </a:defRPr>
            </a:lvl8pPr>
            <a:lvl9pPr algn="l">
              <a:defRPr sz="1650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8B1E2D"/>
                </a:solidFill>
              </a:defRPr>
            </a:pPr>
            <a:r>
              <a:rPr sz="1650" b="1">
                <a:solidFill>
                  <a:srgbClr val="8B1E2D"/>
                </a:solidFill>
              </a:rPr>
              <a:t>Stiffness 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6F17AA-3BCC-4331-8075-D3FF9374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76625"/>
            <a:ext cx="323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1283F"/>
                </a:solidFill>
              </a:defRPr>
            </a:defPPr>
            <a:lvl1pPr algn="l">
              <a:defRPr sz="1425" b="0">
                <a:solidFill>
                  <a:srgbClr val="11283F"/>
                </a:solidFill>
              </a:defRPr>
            </a:lvl1pPr>
            <a:lvl2pPr algn="l">
              <a:defRPr sz="1425" b="0">
                <a:solidFill>
                  <a:srgbClr val="11283F"/>
                </a:solidFill>
              </a:defRPr>
            </a:lvl2pPr>
            <a:lvl3pPr algn="l">
              <a:defRPr sz="1425" b="0">
                <a:solidFill>
                  <a:srgbClr val="11283F"/>
                </a:solidFill>
              </a:defRPr>
            </a:lvl3pPr>
            <a:lvl4pPr algn="l">
              <a:defRPr sz="1425" b="0">
                <a:solidFill>
                  <a:srgbClr val="11283F"/>
                </a:solidFill>
              </a:defRPr>
            </a:lvl4pPr>
            <a:lvl5pPr algn="l">
              <a:defRPr sz="1425" b="0">
                <a:solidFill>
                  <a:srgbClr val="11283F"/>
                </a:solidFill>
              </a:defRPr>
            </a:lvl5pPr>
            <a:lvl6pPr algn="l">
              <a:defRPr sz="1425" b="0">
                <a:solidFill>
                  <a:srgbClr val="11283F"/>
                </a:solidFill>
              </a:defRPr>
            </a:lvl6pPr>
            <a:lvl7pPr algn="l">
              <a:defRPr sz="1425" b="0">
                <a:solidFill>
                  <a:srgbClr val="11283F"/>
                </a:solidFill>
              </a:defRPr>
            </a:lvl7pPr>
            <a:lvl8pPr algn="l">
              <a:defRPr sz="1425" b="0">
                <a:solidFill>
                  <a:srgbClr val="11283F"/>
                </a:solidFill>
              </a:defRPr>
            </a:lvl8pPr>
            <a:lvl9pPr algn="l">
              <a:defRPr sz="1425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1283F"/>
                </a:solidFill>
              </a:defRPr>
            </a:pPr>
            <a:r>
              <a:rPr sz="1425" b="0">
                <a:solidFill>
                  <a:srgbClr val="11283F"/>
                </a:solidFill>
              </a:rPr>
              <a:t>A stiffer spring pair shortens the period. The FFT peak shifts right.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503EB3-FAEE-4357-B3AF-CECCC969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243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8B1E2D"/>
                </a:solidFill>
              </a:defRPr>
            </a:defPPr>
            <a:lvl1pPr algn="l">
              <a:defRPr sz="1650" b="1">
                <a:solidFill>
                  <a:srgbClr val="8B1E2D"/>
                </a:solidFill>
              </a:defRPr>
            </a:lvl1pPr>
            <a:lvl2pPr algn="l">
              <a:defRPr sz="1650" b="1">
                <a:solidFill>
                  <a:srgbClr val="8B1E2D"/>
                </a:solidFill>
              </a:defRPr>
            </a:lvl2pPr>
            <a:lvl3pPr algn="l">
              <a:defRPr sz="1650" b="1">
                <a:solidFill>
                  <a:srgbClr val="8B1E2D"/>
                </a:solidFill>
              </a:defRPr>
            </a:lvl3pPr>
            <a:lvl4pPr algn="l">
              <a:defRPr sz="1650" b="1">
                <a:solidFill>
                  <a:srgbClr val="8B1E2D"/>
                </a:solidFill>
              </a:defRPr>
            </a:lvl4pPr>
            <a:lvl5pPr algn="l">
              <a:defRPr sz="1650" b="1">
                <a:solidFill>
                  <a:srgbClr val="8B1E2D"/>
                </a:solidFill>
              </a:defRPr>
            </a:lvl5pPr>
            <a:lvl6pPr algn="l">
              <a:defRPr sz="1650" b="1">
                <a:solidFill>
                  <a:srgbClr val="8B1E2D"/>
                </a:solidFill>
              </a:defRPr>
            </a:lvl6pPr>
            <a:lvl7pPr algn="l">
              <a:defRPr sz="1650" b="1">
                <a:solidFill>
                  <a:srgbClr val="8B1E2D"/>
                </a:solidFill>
              </a:defRPr>
            </a:lvl7pPr>
            <a:lvl8pPr algn="l">
              <a:defRPr sz="1650" b="1">
                <a:solidFill>
                  <a:srgbClr val="8B1E2D"/>
                </a:solidFill>
              </a:defRPr>
            </a:lvl8pPr>
            <a:lvl9pPr algn="l">
              <a:defRPr sz="1650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8B1E2D"/>
                </a:solidFill>
              </a:defRPr>
            </a:pPr>
            <a:r>
              <a:rPr sz="1650" b="1">
                <a:solidFill>
                  <a:srgbClr val="8B1E2D"/>
                </a:solidFill>
              </a:rPr>
              <a:t>Damping 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951A93-62DC-43A4-BE35-E6325FDD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0537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1283F"/>
                </a:solidFill>
              </a:defRPr>
            </a:defPPr>
            <a:lvl1pPr algn="l">
              <a:defRPr sz="1425" b="0">
                <a:solidFill>
                  <a:srgbClr val="11283F"/>
                </a:solidFill>
              </a:defRPr>
            </a:lvl1pPr>
            <a:lvl2pPr algn="l">
              <a:defRPr sz="1425" b="0">
                <a:solidFill>
                  <a:srgbClr val="11283F"/>
                </a:solidFill>
              </a:defRPr>
            </a:lvl2pPr>
            <a:lvl3pPr algn="l">
              <a:defRPr sz="1425" b="0">
                <a:solidFill>
                  <a:srgbClr val="11283F"/>
                </a:solidFill>
              </a:defRPr>
            </a:lvl3pPr>
            <a:lvl4pPr algn="l">
              <a:defRPr sz="1425" b="0">
                <a:solidFill>
                  <a:srgbClr val="11283F"/>
                </a:solidFill>
              </a:defRPr>
            </a:lvl4pPr>
            <a:lvl5pPr algn="l">
              <a:defRPr sz="1425" b="0">
                <a:solidFill>
                  <a:srgbClr val="11283F"/>
                </a:solidFill>
              </a:defRPr>
            </a:lvl5pPr>
            <a:lvl6pPr algn="l">
              <a:defRPr sz="1425" b="0">
                <a:solidFill>
                  <a:srgbClr val="11283F"/>
                </a:solidFill>
              </a:defRPr>
            </a:lvl6pPr>
            <a:lvl7pPr algn="l">
              <a:defRPr sz="1425" b="0">
                <a:solidFill>
                  <a:srgbClr val="11283F"/>
                </a:solidFill>
              </a:defRPr>
            </a:lvl7pPr>
            <a:lvl8pPr algn="l">
              <a:defRPr sz="1425" b="0">
                <a:solidFill>
                  <a:srgbClr val="11283F"/>
                </a:solidFill>
              </a:defRPr>
            </a:lvl8pPr>
            <a:lvl9pPr algn="l">
              <a:defRPr sz="1425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1283F"/>
                </a:solidFill>
              </a:defRPr>
            </a:pPr>
            <a:r>
              <a:rPr sz="1425" b="0">
                <a:solidFill>
                  <a:srgbClr val="11283F"/>
                </a:solidFill>
              </a:rPr>
              <a:t>More eddy-current damping reduces peak height faster. Frequency changes only slightly.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8C39D0-9B20-45EE-A936-D20CE2A5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62865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5B6873"/>
                </a:solidFill>
              </a:defRPr>
            </a:defPPr>
            <a:lvl1pPr algn="r">
              <a:defRPr sz="825" b="0">
                <a:solidFill>
                  <a:srgbClr val="5B6873"/>
                </a:solidFill>
              </a:defRPr>
            </a:lvl1pPr>
            <a:lvl2pPr algn="r">
              <a:defRPr sz="825" b="0">
                <a:solidFill>
                  <a:srgbClr val="5B6873"/>
                </a:solidFill>
              </a:defRPr>
            </a:lvl2pPr>
            <a:lvl3pPr algn="r">
              <a:defRPr sz="825" b="0">
                <a:solidFill>
                  <a:srgbClr val="5B6873"/>
                </a:solidFill>
              </a:defRPr>
            </a:lvl3pPr>
            <a:lvl4pPr algn="r">
              <a:defRPr sz="825" b="0">
                <a:solidFill>
                  <a:srgbClr val="5B6873"/>
                </a:solidFill>
              </a:defRPr>
            </a:lvl4pPr>
            <a:lvl5pPr algn="r">
              <a:defRPr sz="825" b="0">
                <a:solidFill>
                  <a:srgbClr val="5B6873"/>
                </a:solidFill>
              </a:defRPr>
            </a:lvl5pPr>
            <a:lvl6pPr algn="r">
              <a:defRPr sz="825" b="0">
                <a:solidFill>
                  <a:srgbClr val="5B6873"/>
                </a:solidFill>
              </a:defRPr>
            </a:lvl6pPr>
            <a:lvl7pPr algn="r">
              <a:defRPr sz="825" b="0">
                <a:solidFill>
                  <a:srgbClr val="5B6873"/>
                </a:solidFill>
              </a:defRPr>
            </a:lvl7pPr>
            <a:lvl8pPr algn="r">
              <a:defRPr sz="825" b="0">
                <a:solidFill>
                  <a:srgbClr val="5B6873"/>
                </a:solidFill>
              </a:defRPr>
            </a:lvl8pPr>
            <a:lvl9pPr algn="r">
              <a:defRPr sz="825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5B6873"/>
                </a:solidFill>
              </a:defRPr>
            </a:pPr>
            <a:r>
              <a:rPr sz="825" b="0">
                <a:solidFill>
                  <a:srgbClr val="5B6873"/>
                </a:solidFill>
              </a:rPr>
              <a:t>Representative anonymized class result · Spring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BC9D21-B506-4E0E-8E64-172417CE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5B6873"/>
                </a:solidFill>
              </a:defRPr>
            </a:defPPr>
            <a:lvl1pPr algn="r">
              <a:defRPr sz="825" b="0">
                <a:solidFill>
                  <a:srgbClr val="5B6873"/>
                </a:solidFill>
              </a:defRPr>
            </a:lvl1pPr>
            <a:lvl2pPr algn="r">
              <a:defRPr sz="825" b="0">
                <a:solidFill>
                  <a:srgbClr val="5B6873"/>
                </a:solidFill>
              </a:defRPr>
            </a:lvl2pPr>
            <a:lvl3pPr algn="r">
              <a:defRPr sz="825" b="0">
                <a:solidFill>
                  <a:srgbClr val="5B6873"/>
                </a:solidFill>
              </a:defRPr>
            </a:lvl3pPr>
            <a:lvl4pPr algn="r">
              <a:defRPr sz="825" b="0">
                <a:solidFill>
                  <a:srgbClr val="5B6873"/>
                </a:solidFill>
              </a:defRPr>
            </a:lvl4pPr>
            <a:lvl5pPr algn="r">
              <a:defRPr sz="825" b="0">
                <a:solidFill>
                  <a:srgbClr val="5B6873"/>
                </a:solidFill>
              </a:defRPr>
            </a:lvl5pPr>
            <a:lvl6pPr algn="r">
              <a:defRPr sz="825" b="0">
                <a:solidFill>
                  <a:srgbClr val="5B6873"/>
                </a:solidFill>
              </a:defRPr>
            </a:lvl6pPr>
            <a:lvl7pPr algn="r">
              <a:defRPr sz="825" b="0">
                <a:solidFill>
                  <a:srgbClr val="5B6873"/>
                </a:solidFill>
              </a:defRPr>
            </a:lvl7pPr>
            <a:lvl8pPr algn="r">
              <a:defRPr sz="825" b="0">
                <a:solidFill>
                  <a:srgbClr val="5B6873"/>
                </a:solidFill>
              </a:defRPr>
            </a:lvl8pPr>
            <a:lvl9pPr algn="r">
              <a:defRPr sz="825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5B6873"/>
                </a:solidFill>
              </a:defRPr>
            </a:pPr>
            <a:r>
              <a:rPr sz="825" b="0">
                <a:solidFill>
                  <a:srgbClr val="5B6873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0643965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09439E-1C6A-4B15-99D8-0DAFF5DE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05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8B1E2D"/>
                </a:solidFill>
              </a:defRPr>
            </a:defPPr>
            <a:lvl1pPr algn="l">
              <a:defRPr sz="1050" b="1">
                <a:solidFill>
                  <a:srgbClr val="8B1E2D"/>
                </a:solidFill>
              </a:defRPr>
            </a:lvl1pPr>
            <a:lvl2pPr algn="l">
              <a:defRPr sz="1050" b="1">
                <a:solidFill>
                  <a:srgbClr val="8B1E2D"/>
                </a:solidFill>
              </a:defRPr>
            </a:lvl2pPr>
            <a:lvl3pPr algn="l">
              <a:defRPr sz="1050" b="1">
                <a:solidFill>
                  <a:srgbClr val="8B1E2D"/>
                </a:solidFill>
              </a:defRPr>
            </a:lvl3pPr>
            <a:lvl4pPr algn="l">
              <a:defRPr sz="1050" b="1">
                <a:solidFill>
                  <a:srgbClr val="8B1E2D"/>
                </a:solidFill>
              </a:defRPr>
            </a:lvl4pPr>
            <a:lvl5pPr algn="l">
              <a:defRPr sz="1050" b="1">
                <a:solidFill>
                  <a:srgbClr val="8B1E2D"/>
                </a:solidFill>
              </a:defRPr>
            </a:lvl5pPr>
            <a:lvl6pPr algn="l">
              <a:defRPr sz="1050" b="1">
                <a:solidFill>
                  <a:srgbClr val="8B1E2D"/>
                </a:solidFill>
              </a:defRPr>
            </a:lvl6pPr>
            <a:lvl7pPr algn="l">
              <a:defRPr sz="1050" b="1">
                <a:solidFill>
                  <a:srgbClr val="8B1E2D"/>
                </a:solidFill>
              </a:defRPr>
            </a:lvl7pPr>
            <a:lvl8pPr algn="l">
              <a:defRPr sz="1050" b="1">
                <a:solidFill>
                  <a:srgbClr val="8B1E2D"/>
                </a:solidFill>
              </a:defRPr>
            </a:lvl8pPr>
            <a:lvl9pPr algn="l">
              <a:defRPr sz="1050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8B1E2D"/>
                </a:solidFill>
              </a:defRPr>
            </a:pPr>
            <a:r>
              <a:rPr sz="1050" b="1">
                <a:solidFill>
                  <a:srgbClr val="8B1E2D"/>
                </a:solidFill>
              </a:rPr>
              <a:t>MIE 402  |  UNDAMPED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199190-E4E8-4253-B1BD-296D3351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0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0">
                <a:solidFill>
                  <a:srgbClr val="5B6873"/>
                </a:solidFill>
              </a:defRPr>
            </a:defPPr>
            <a:lvl1pPr algn="r">
              <a:defRPr sz="975" b="0">
                <a:solidFill>
                  <a:srgbClr val="5B6873"/>
                </a:solidFill>
              </a:defRPr>
            </a:lvl1pPr>
            <a:lvl2pPr algn="r">
              <a:defRPr sz="975" b="0">
                <a:solidFill>
                  <a:srgbClr val="5B6873"/>
                </a:solidFill>
              </a:defRPr>
            </a:lvl2pPr>
            <a:lvl3pPr algn="r">
              <a:defRPr sz="975" b="0">
                <a:solidFill>
                  <a:srgbClr val="5B6873"/>
                </a:solidFill>
              </a:defRPr>
            </a:lvl3pPr>
            <a:lvl4pPr algn="r">
              <a:defRPr sz="975" b="0">
                <a:solidFill>
                  <a:srgbClr val="5B6873"/>
                </a:solidFill>
              </a:defRPr>
            </a:lvl4pPr>
            <a:lvl5pPr algn="r">
              <a:defRPr sz="975" b="0">
                <a:solidFill>
                  <a:srgbClr val="5B6873"/>
                </a:solidFill>
              </a:defRPr>
            </a:lvl5pPr>
            <a:lvl6pPr algn="r">
              <a:defRPr sz="975" b="0">
                <a:solidFill>
                  <a:srgbClr val="5B6873"/>
                </a:solidFill>
              </a:defRPr>
            </a:lvl6pPr>
            <a:lvl7pPr algn="r">
              <a:defRPr sz="975" b="0">
                <a:solidFill>
                  <a:srgbClr val="5B6873"/>
                </a:solidFill>
              </a:defRPr>
            </a:lvl7pPr>
            <a:lvl8pPr algn="r">
              <a:defRPr sz="975" b="0">
                <a:solidFill>
                  <a:srgbClr val="5B6873"/>
                </a:solidFill>
              </a:defRPr>
            </a:lvl8pPr>
            <a:lvl9pPr algn="r">
              <a:defRPr sz="975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5B6873"/>
                </a:solidFill>
              </a:defRPr>
            </a:pPr>
            <a:r>
              <a:rPr sz="975" b="0">
                <a:solidFill>
                  <a:srgbClr val="5B6873"/>
                </a:solidFill>
              </a:rPr>
              <a:t>13–15 min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8FCA00-E9EE-4B3F-B25A-5A543437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11287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11111"/>
                </a:solidFill>
              </a:defRPr>
            </a:defPPr>
            <a:lvl1pPr algn="l">
              <a:defRPr sz="2325" b="1">
                <a:solidFill>
                  <a:srgbClr val="111111"/>
                </a:solidFill>
              </a:defRPr>
            </a:lvl1pPr>
            <a:lvl2pPr algn="l">
              <a:defRPr sz="2325" b="1">
                <a:solidFill>
                  <a:srgbClr val="111111"/>
                </a:solidFill>
              </a:defRPr>
            </a:lvl2pPr>
            <a:lvl3pPr algn="l">
              <a:defRPr sz="2325" b="1">
                <a:solidFill>
                  <a:srgbClr val="111111"/>
                </a:solidFill>
              </a:defRPr>
            </a:lvl3pPr>
            <a:lvl4pPr algn="l">
              <a:defRPr sz="2325" b="1">
                <a:solidFill>
                  <a:srgbClr val="111111"/>
                </a:solidFill>
              </a:defRPr>
            </a:lvl4pPr>
            <a:lvl5pPr algn="l">
              <a:defRPr sz="2325" b="1">
                <a:solidFill>
                  <a:srgbClr val="111111"/>
                </a:solidFill>
              </a:defRPr>
            </a:lvl5pPr>
            <a:lvl6pPr algn="l">
              <a:defRPr sz="2325" b="1">
                <a:solidFill>
                  <a:srgbClr val="111111"/>
                </a:solidFill>
              </a:defRPr>
            </a:lvl6pPr>
            <a:lvl7pPr algn="l">
              <a:defRPr sz="2325" b="1">
                <a:solidFill>
                  <a:srgbClr val="111111"/>
                </a:solidFill>
              </a:defRPr>
            </a:lvl7pPr>
            <a:lvl8pPr algn="l">
              <a:defRPr sz="2325" b="1">
                <a:solidFill>
                  <a:srgbClr val="111111"/>
                </a:solidFill>
              </a:defRPr>
            </a:lvl8pPr>
            <a:lvl9pPr algn="l">
              <a:defRPr sz="2325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Without damping, the cart exchanges energy forever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C7E646-AD9B-4784-AFF7-013B4898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5730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CFB1AC-8C3A-4A39-89AF-993A031B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28775"/>
            <a:ext cx="41529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8F5F0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49B067-21AD-4909-B291-BB2FE532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325" b="0">
                <a:solidFill>
                  <a:srgbClr val="111111"/>
                </a:solidFill>
              </a:defRPr>
            </a:defPPr>
            <a:lvl1pPr algn="ctr">
              <a:defRPr sz="2325" b="0">
                <a:solidFill>
                  <a:srgbClr val="111111"/>
                </a:solidFill>
              </a:defRPr>
            </a:lvl1pPr>
            <a:lvl2pPr algn="ctr">
              <a:defRPr sz="2325" b="0">
                <a:solidFill>
                  <a:srgbClr val="111111"/>
                </a:solidFill>
              </a:defRPr>
            </a:lvl2pPr>
            <a:lvl3pPr algn="ctr">
              <a:defRPr sz="2325" b="0">
                <a:solidFill>
                  <a:srgbClr val="111111"/>
                </a:solidFill>
              </a:defRPr>
            </a:lvl3pPr>
            <a:lvl4pPr algn="ctr">
              <a:defRPr sz="2325" b="0">
                <a:solidFill>
                  <a:srgbClr val="111111"/>
                </a:solidFill>
              </a:defRPr>
            </a:lvl4pPr>
            <a:lvl5pPr algn="ctr">
              <a:defRPr sz="2325" b="0">
                <a:solidFill>
                  <a:srgbClr val="111111"/>
                </a:solidFill>
              </a:defRPr>
            </a:lvl5pPr>
            <a:lvl6pPr algn="ctr">
              <a:defRPr sz="2325" b="0">
                <a:solidFill>
                  <a:srgbClr val="111111"/>
                </a:solidFill>
              </a:defRPr>
            </a:lvl6pPr>
            <a:lvl7pPr algn="ctr">
              <a:defRPr sz="2325" b="0">
                <a:solidFill>
                  <a:srgbClr val="111111"/>
                </a:solidFill>
              </a:defRPr>
            </a:lvl7pPr>
            <a:lvl8pPr algn="ctr">
              <a:defRPr sz="2325" b="0">
                <a:solidFill>
                  <a:srgbClr val="111111"/>
                </a:solidFill>
              </a:defRPr>
            </a:lvl8pPr>
            <a:lvl9pPr algn="ctr">
              <a:defRPr sz="2325" b="0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111111"/>
                </a:solidFill>
              </a:defRPr>
            </a:pPr>
            <a:r>
              <a:rPr sz="2325" b="0">
                <a:solidFill>
                  <a:srgbClr val="111111"/>
                </a:solidFill>
              </a:rPr>
              <a:t>m ẍ + kx = 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D216F0-DDF7-41F4-A606-8CB20061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24150"/>
            <a:ext cx="41529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8F5F0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C49DE5-142B-450D-A774-3313BEAC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622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0">
                <a:solidFill>
                  <a:srgbClr val="111111"/>
                </a:solidFill>
              </a:defRPr>
            </a:defPPr>
            <a:lvl1pPr algn="ctr">
              <a:defRPr sz="2100" b="0">
                <a:solidFill>
                  <a:srgbClr val="111111"/>
                </a:solidFill>
              </a:defRPr>
            </a:lvl1pPr>
            <a:lvl2pPr algn="ctr">
              <a:defRPr sz="2100" b="0">
                <a:solidFill>
                  <a:srgbClr val="111111"/>
                </a:solidFill>
              </a:defRPr>
            </a:lvl2pPr>
            <a:lvl3pPr algn="ctr">
              <a:defRPr sz="2100" b="0">
                <a:solidFill>
                  <a:srgbClr val="111111"/>
                </a:solidFill>
              </a:defRPr>
            </a:lvl3pPr>
            <a:lvl4pPr algn="ctr">
              <a:defRPr sz="2100" b="0">
                <a:solidFill>
                  <a:srgbClr val="111111"/>
                </a:solidFill>
              </a:defRPr>
            </a:lvl4pPr>
            <a:lvl5pPr algn="ctr">
              <a:defRPr sz="2100" b="0">
                <a:solidFill>
                  <a:srgbClr val="111111"/>
                </a:solidFill>
              </a:defRPr>
            </a:lvl5pPr>
            <a:lvl6pPr algn="ctr">
              <a:defRPr sz="2100" b="0">
                <a:solidFill>
                  <a:srgbClr val="111111"/>
                </a:solidFill>
              </a:defRPr>
            </a:lvl6pPr>
            <a:lvl7pPr algn="ctr">
              <a:defRPr sz="2100" b="0">
                <a:solidFill>
                  <a:srgbClr val="111111"/>
                </a:solidFill>
              </a:defRPr>
            </a:lvl7pPr>
            <a:lvl8pPr algn="ctr">
              <a:defRPr sz="2100" b="0">
                <a:solidFill>
                  <a:srgbClr val="111111"/>
                </a:solidFill>
              </a:defRPr>
            </a:lvl8pPr>
            <a:lvl9pPr algn="ctr">
              <a:defRPr sz="2100" b="0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111111"/>
                </a:solidFill>
              </a:defRPr>
            </a:pPr>
            <a:r>
              <a:rPr sz="2100" b="0">
                <a:solidFill>
                  <a:srgbClr val="111111"/>
                </a:solidFill>
              </a:rPr>
              <a:t>x(t) = A cos(ωₙt − φ)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8D4ECA-71B1-4010-932A-78B5ECB4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28775"/>
            <a:ext cx="47244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8F5F0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54F6B1-3E11-4548-8F63-74D7D16E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66875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111111"/>
                </a:solidFill>
              </a:defRPr>
            </a:defPPr>
            <a:lvl1pPr algn="ctr">
              <a:defRPr sz="2175" b="0">
                <a:solidFill>
                  <a:srgbClr val="111111"/>
                </a:solidFill>
              </a:defRPr>
            </a:lvl1pPr>
            <a:lvl2pPr algn="ctr">
              <a:defRPr sz="2175" b="0">
                <a:solidFill>
                  <a:srgbClr val="111111"/>
                </a:solidFill>
              </a:defRPr>
            </a:lvl2pPr>
            <a:lvl3pPr algn="ctr">
              <a:defRPr sz="2175" b="0">
                <a:solidFill>
                  <a:srgbClr val="111111"/>
                </a:solidFill>
              </a:defRPr>
            </a:lvl3pPr>
            <a:lvl4pPr algn="ctr">
              <a:defRPr sz="2175" b="0">
                <a:solidFill>
                  <a:srgbClr val="111111"/>
                </a:solidFill>
              </a:defRPr>
            </a:lvl4pPr>
            <a:lvl5pPr algn="ctr">
              <a:defRPr sz="2175" b="0">
                <a:solidFill>
                  <a:srgbClr val="111111"/>
                </a:solidFill>
              </a:defRPr>
            </a:lvl5pPr>
            <a:lvl6pPr algn="ctr">
              <a:defRPr sz="2175" b="0">
                <a:solidFill>
                  <a:srgbClr val="111111"/>
                </a:solidFill>
              </a:defRPr>
            </a:lvl6pPr>
            <a:lvl7pPr algn="ctr">
              <a:defRPr sz="2175" b="0">
                <a:solidFill>
                  <a:srgbClr val="111111"/>
                </a:solidFill>
              </a:defRPr>
            </a:lvl7pPr>
            <a:lvl8pPr algn="ctr">
              <a:defRPr sz="2175" b="0">
                <a:solidFill>
                  <a:srgbClr val="111111"/>
                </a:solidFill>
              </a:defRPr>
            </a:lvl8pPr>
            <a:lvl9pPr algn="ctr">
              <a:defRPr sz="2175" b="0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111111"/>
                </a:solidFill>
              </a:defRPr>
            </a:pPr>
            <a:r>
              <a:rPr sz="2175" b="0">
                <a:solidFill>
                  <a:srgbClr val="111111"/>
                </a:solidFill>
              </a:rPr>
              <a:t>ωₙ = √(k/m)     [rad/s]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17A17E-7F11-401C-9C0E-F967480D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24150"/>
            <a:ext cx="47244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8F5F0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CEDB17-02F9-455F-AD3B-836FB5B4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111111"/>
                </a:solidFill>
              </a:defRPr>
            </a:defPPr>
            <a:lvl1pPr algn="ctr">
              <a:defRPr sz="2175" b="0">
                <a:solidFill>
                  <a:srgbClr val="111111"/>
                </a:solidFill>
              </a:defRPr>
            </a:lvl1pPr>
            <a:lvl2pPr algn="ctr">
              <a:defRPr sz="2175" b="0">
                <a:solidFill>
                  <a:srgbClr val="111111"/>
                </a:solidFill>
              </a:defRPr>
            </a:lvl2pPr>
            <a:lvl3pPr algn="ctr">
              <a:defRPr sz="2175" b="0">
                <a:solidFill>
                  <a:srgbClr val="111111"/>
                </a:solidFill>
              </a:defRPr>
            </a:lvl3pPr>
            <a:lvl4pPr algn="ctr">
              <a:defRPr sz="2175" b="0">
                <a:solidFill>
                  <a:srgbClr val="111111"/>
                </a:solidFill>
              </a:defRPr>
            </a:lvl4pPr>
            <a:lvl5pPr algn="ctr">
              <a:defRPr sz="2175" b="0">
                <a:solidFill>
                  <a:srgbClr val="111111"/>
                </a:solidFill>
              </a:defRPr>
            </a:lvl5pPr>
            <a:lvl6pPr algn="ctr">
              <a:defRPr sz="2175" b="0">
                <a:solidFill>
                  <a:srgbClr val="111111"/>
                </a:solidFill>
              </a:defRPr>
            </a:lvl6pPr>
            <a:lvl7pPr algn="ctr">
              <a:defRPr sz="2175" b="0">
                <a:solidFill>
                  <a:srgbClr val="111111"/>
                </a:solidFill>
              </a:defRPr>
            </a:lvl7pPr>
            <a:lvl8pPr algn="ctr">
              <a:defRPr sz="2175" b="0">
                <a:solidFill>
                  <a:srgbClr val="111111"/>
                </a:solidFill>
              </a:defRPr>
            </a:lvl8pPr>
            <a:lvl9pPr algn="ctr">
              <a:defRPr sz="2175" b="0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111111"/>
                </a:solidFill>
              </a:defRPr>
            </a:pPr>
            <a:r>
              <a:rPr sz="2175" b="0">
                <a:solidFill>
                  <a:srgbClr val="111111"/>
                </a:solidFill>
              </a:rPr>
              <a:t>fₙ = ωₙ/(2π)     [Hz]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B2B0A6-4B2A-406B-BEB2-66A383F8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0">
                <a:solidFill>
                  <a:srgbClr val="11283F"/>
                </a:solidFill>
              </a:defRPr>
            </a:defPPr>
            <a:lvl1pPr algn="ctr">
              <a:defRPr sz="1575" b="0">
                <a:solidFill>
                  <a:srgbClr val="11283F"/>
                </a:solidFill>
              </a:defRPr>
            </a:lvl1pPr>
            <a:lvl2pPr algn="ctr">
              <a:defRPr sz="1575" b="0">
                <a:solidFill>
                  <a:srgbClr val="11283F"/>
                </a:solidFill>
              </a:defRPr>
            </a:lvl2pPr>
            <a:lvl3pPr algn="ctr">
              <a:defRPr sz="1575" b="0">
                <a:solidFill>
                  <a:srgbClr val="11283F"/>
                </a:solidFill>
              </a:defRPr>
            </a:lvl3pPr>
            <a:lvl4pPr algn="ctr">
              <a:defRPr sz="1575" b="0">
                <a:solidFill>
                  <a:srgbClr val="11283F"/>
                </a:solidFill>
              </a:defRPr>
            </a:lvl4pPr>
            <a:lvl5pPr algn="ctr">
              <a:defRPr sz="1575" b="0">
                <a:solidFill>
                  <a:srgbClr val="11283F"/>
                </a:solidFill>
              </a:defRPr>
            </a:lvl5pPr>
            <a:lvl6pPr algn="ctr">
              <a:defRPr sz="1575" b="0">
                <a:solidFill>
                  <a:srgbClr val="11283F"/>
                </a:solidFill>
              </a:defRPr>
            </a:lvl6pPr>
            <a:lvl7pPr algn="ctr">
              <a:defRPr sz="1575" b="0">
                <a:solidFill>
                  <a:srgbClr val="11283F"/>
                </a:solidFill>
              </a:defRPr>
            </a:lvl7pPr>
            <a:lvl8pPr algn="ctr">
              <a:defRPr sz="1575" b="0">
                <a:solidFill>
                  <a:srgbClr val="11283F"/>
                </a:solidFill>
              </a:defRPr>
            </a:lvl8pPr>
            <a:lvl9pPr algn="ctr">
              <a:defRPr sz="1575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11283F"/>
                </a:solidFill>
              </a:defRPr>
            </a:pPr>
            <a:r>
              <a:rPr sz="1575" b="0">
                <a:solidFill>
                  <a:srgbClr val="11283F"/>
                </a:solidFill>
              </a:rPr>
              <a:t>ωₙ is the undamped natural angular frequency. fₙ counts cycles per second. A and φ come from the initial displacement and velocity.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D33CC2-C0AB-4E42-8ECF-4852BCFE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91125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8B1E2D"/>
                </a:solidFill>
              </a:defRPr>
            </a:defPPr>
            <a:lvl1pPr algn="ctr">
              <a:defRPr sz="1500" b="1">
                <a:solidFill>
                  <a:srgbClr val="8B1E2D"/>
                </a:solidFill>
              </a:defRPr>
            </a:lvl1pPr>
            <a:lvl2pPr algn="ctr">
              <a:defRPr sz="1500" b="1">
                <a:solidFill>
                  <a:srgbClr val="8B1E2D"/>
                </a:solidFill>
              </a:defRPr>
            </a:lvl2pPr>
            <a:lvl3pPr algn="ctr">
              <a:defRPr sz="1500" b="1">
                <a:solidFill>
                  <a:srgbClr val="8B1E2D"/>
                </a:solidFill>
              </a:defRPr>
            </a:lvl3pPr>
            <a:lvl4pPr algn="ctr">
              <a:defRPr sz="1500" b="1">
                <a:solidFill>
                  <a:srgbClr val="8B1E2D"/>
                </a:solidFill>
              </a:defRPr>
            </a:lvl4pPr>
            <a:lvl5pPr algn="ctr">
              <a:defRPr sz="1500" b="1">
                <a:solidFill>
                  <a:srgbClr val="8B1E2D"/>
                </a:solidFill>
              </a:defRPr>
            </a:lvl5pPr>
            <a:lvl6pPr algn="ctr">
              <a:defRPr sz="1500" b="1">
                <a:solidFill>
                  <a:srgbClr val="8B1E2D"/>
                </a:solidFill>
              </a:defRPr>
            </a:lvl6pPr>
            <a:lvl7pPr algn="ctr">
              <a:defRPr sz="1500" b="1">
                <a:solidFill>
                  <a:srgbClr val="8B1E2D"/>
                </a:solidFill>
              </a:defRPr>
            </a:lvl7pPr>
            <a:lvl8pPr algn="ctr">
              <a:defRPr sz="1500" b="1">
                <a:solidFill>
                  <a:srgbClr val="8B1E2D"/>
                </a:solidFill>
              </a:defRPr>
            </a:lvl8pPr>
            <a:lvl9pPr algn="ctr">
              <a:defRPr sz="1500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8B1E2D"/>
                </a:solidFill>
              </a:defRPr>
            </a:pPr>
            <a:r>
              <a:rPr sz="1500" b="1">
                <a:solidFill>
                  <a:srgbClr val="8B1E2D"/>
                </a:solidFill>
              </a:rPr>
              <a:t>Dimensional check:  k/m has units s⁻², so √(k/m) has units rad/s.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DB4CC4-01FA-4052-96BB-6C8821FD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5B6873"/>
                </a:solidFill>
              </a:defRPr>
            </a:defPPr>
            <a:lvl1pPr algn="r">
              <a:defRPr sz="825" b="0">
                <a:solidFill>
                  <a:srgbClr val="5B6873"/>
                </a:solidFill>
              </a:defRPr>
            </a:lvl1pPr>
            <a:lvl2pPr algn="r">
              <a:defRPr sz="825" b="0">
                <a:solidFill>
                  <a:srgbClr val="5B6873"/>
                </a:solidFill>
              </a:defRPr>
            </a:lvl2pPr>
            <a:lvl3pPr algn="r">
              <a:defRPr sz="825" b="0">
                <a:solidFill>
                  <a:srgbClr val="5B6873"/>
                </a:solidFill>
              </a:defRPr>
            </a:lvl3pPr>
            <a:lvl4pPr algn="r">
              <a:defRPr sz="825" b="0">
                <a:solidFill>
                  <a:srgbClr val="5B6873"/>
                </a:solidFill>
              </a:defRPr>
            </a:lvl4pPr>
            <a:lvl5pPr algn="r">
              <a:defRPr sz="825" b="0">
                <a:solidFill>
                  <a:srgbClr val="5B6873"/>
                </a:solidFill>
              </a:defRPr>
            </a:lvl5pPr>
            <a:lvl6pPr algn="r">
              <a:defRPr sz="825" b="0">
                <a:solidFill>
                  <a:srgbClr val="5B6873"/>
                </a:solidFill>
              </a:defRPr>
            </a:lvl6pPr>
            <a:lvl7pPr algn="r">
              <a:defRPr sz="825" b="0">
                <a:solidFill>
                  <a:srgbClr val="5B6873"/>
                </a:solidFill>
              </a:defRPr>
            </a:lvl7pPr>
            <a:lvl8pPr algn="r">
              <a:defRPr sz="825" b="0">
                <a:solidFill>
                  <a:srgbClr val="5B6873"/>
                </a:solidFill>
              </a:defRPr>
            </a:lvl8pPr>
            <a:lvl9pPr algn="r">
              <a:defRPr sz="825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5B6873"/>
                </a:solidFill>
              </a:defRPr>
            </a:pPr>
            <a:r>
              <a:rPr sz="825" b="0">
                <a:solidFill>
                  <a:srgbClr val="5B6873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475954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EFDFE4-E89A-4183-AD98-FF9AF3A4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05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8B1E2D"/>
                </a:solidFill>
              </a:defRPr>
            </a:defPPr>
            <a:lvl1pPr algn="l">
              <a:defRPr sz="1050" b="1">
                <a:solidFill>
                  <a:srgbClr val="8B1E2D"/>
                </a:solidFill>
              </a:defRPr>
            </a:lvl1pPr>
            <a:lvl2pPr algn="l">
              <a:defRPr sz="1050" b="1">
                <a:solidFill>
                  <a:srgbClr val="8B1E2D"/>
                </a:solidFill>
              </a:defRPr>
            </a:lvl2pPr>
            <a:lvl3pPr algn="l">
              <a:defRPr sz="1050" b="1">
                <a:solidFill>
                  <a:srgbClr val="8B1E2D"/>
                </a:solidFill>
              </a:defRPr>
            </a:lvl3pPr>
            <a:lvl4pPr algn="l">
              <a:defRPr sz="1050" b="1">
                <a:solidFill>
                  <a:srgbClr val="8B1E2D"/>
                </a:solidFill>
              </a:defRPr>
            </a:lvl4pPr>
            <a:lvl5pPr algn="l">
              <a:defRPr sz="1050" b="1">
                <a:solidFill>
                  <a:srgbClr val="8B1E2D"/>
                </a:solidFill>
              </a:defRPr>
            </a:lvl5pPr>
            <a:lvl6pPr algn="l">
              <a:defRPr sz="1050" b="1">
                <a:solidFill>
                  <a:srgbClr val="8B1E2D"/>
                </a:solidFill>
              </a:defRPr>
            </a:lvl6pPr>
            <a:lvl7pPr algn="l">
              <a:defRPr sz="1050" b="1">
                <a:solidFill>
                  <a:srgbClr val="8B1E2D"/>
                </a:solidFill>
              </a:defRPr>
            </a:lvl7pPr>
            <a:lvl8pPr algn="l">
              <a:defRPr sz="1050" b="1">
                <a:solidFill>
                  <a:srgbClr val="8B1E2D"/>
                </a:solidFill>
              </a:defRPr>
            </a:lvl8pPr>
            <a:lvl9pPr algn="l">
              <a:defRPr sz="1050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8B1E2D"/>
                </a:solidFill>
              </a:defRPr>
            </a:pPr>
            <a:r>
              <a:rPr sz="1050" b="1">
                <a:solidFill>
                  <a:srgbClr val="8B1E2D"/>
                </a:solidFill>
              </a:rPr>
              <a:t>MIE 402  |  PREDICTION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8D0551-1D52-42F3-A539-A506C90E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0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0">
                <a:solidFill>
                  <a:srgbClr val="5B6873"/>
                </a:solidFill>
              </a:defRPr>
            </a:defPPr>
            <a:lvl1pPr algn="r">
              <a:defRPr sz="975" b="0">
                <a:solidFill>
                  <a:srgbClr val="5B6873"/>
                </a:solidFill>
              </a:defRPr>
            </a:lvl1pPr>
            <a:lvl2pPr algn="r">
              <a:defRPr sz="975" b="0">
                <a:solidFill>
                  <a:srgbClr val="5B6873"/>
                </a:solidFill>
              </a:defRPr>
            </a:lvl2pPr>
            <a:lvl3pPr algn="r">
              <a:defRPr sz="975" b="0">
                <a:solidFill>
                  <a:srgbClr val="5B6873"/>
                </a:solidFill>
              </a:defRPr>
            </a:lvl3pPr>
            <a:lvl4pPr algn="r">
              <a:defRPr sz="975" b="0">
                <a:solidFill>
                  <a:srgbClr val="5B6873"/>
                </a:solidFill>
              </a:defRPr>
            </a:lvl4pPr>
            <a:lvl5pPr algn="r">
              <a:defRPr sz="975" b="0">
                <a:solidFill>
                  <a:srgbClr val="5B6873"/>
                </a:solidFill>
              </a:defRPr>
            </a:lvl5pPr>
            <a:lvl6pPr algn="r">
              <a:defRPr sz="975" b="0">
                <a:solidFill>
                  <a:srgbClr val="5B6873"/>
                </a:solidFill>
              </a:defRPr>
            </a:lvl6pPr>
            <a:lvl7pPr algn="r">
              <a:defRPr sz="975" b="0">
                <a:solidFill>
                  <a:srgbClr val="5B6873"/>
                </a:solidFill>
              </a:defRPr>
            </a:lvl7pPr>
            <a:lvl8pPr algn="r">
              <a:defRPr sz="975" b="0">
                <a:solidFill>
                  <a:srgbClr val="5B6873"/>
                </a:solidFill>
              </a:defRPr>
            </a:lvl8pPr>
            <a:lvl9pPr algn="r">
              <a:defRPr sz="975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5B6873"/>
                </a:solidFill>
              </a:defRPr>
            </a:pPr>
            <a:r>
              <a:rPr sz="975" b="0">
                <a:solidFill>
                  <a:srgbClr val="5B6873"/>
                </a:solidFill>
              </a:rPr>
              <a:t>15–16.5 min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FB893F-AAC3-48C3-BC24-A5B2020F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11287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11111"/>
                </a:solidFill>
              </a:defRPr>
            </a:defPPr>
            <a:lvl1pPr algn="l">
              <a:defRPr sz="2325" b="1">
                <a:solidFill>
                  <a:srgbClr val="111111"/>
                </a:solidFill>
              </a:defRPr>
            </a:lvl1pPr>
            <a:lvl2pPr algn="l">
              <a:defRPr sz="2325" b="1">
                <a:solidFill>
                  <a:srgbClr val="111111"/>
                </a:solidFill>
              </a:defRPr>
            </a:lvl2pPr>
            <a:lvl3pPr algn="l">
              <a:defRPr sz="2325" b="1">
                <a:solidFill>
                  <a:srgbClr val="111111"/>
                </a:solidFill>
              </a:defRPr>
            </a:lvl3pPr>
            <a:lvl4pPr algn="l">
              <a:defRPr sz="2325" b="1">
                <a:solidFill>
                  <a:srgbClr val="111111"/>
                </a:solidFill>
              </a:defRPr>
            </a:lvl4pPr>
            <a:lvl5pPr algn="l">
              <a:defRPr sz="2325" b="1">
                <a:solidFill>
                  <a:srgbClr val="111111"/>
                </a:solidFill>
              </a:defRPr>
            </a:lvl5pPr>
            <a:lvl6pPr algn="l">
              <a:defRPr sz="2325" b="1">
                <a:solidFill>
                  <a:srgbClr val="111111"/>
                </a:solidFill>
              </a:defRPr>
            </a:lvl6pPr>
            <a:lvl7pPr algn="l">
              <a:defRPr sz="2325" b="1">
                <a:solidFill>
                  <a:srgbClr val="111111"/>
                </a:solidFill>
              </a:defRPr>
            </a:lvl7pPr>
            <a:lvl8pPr algn="l">
              <a:defRPr sz="2325" b="1">
                <a:solidFill>
                  <a:srgbClr val="111111"/>
                </a:solidFill>
              </a:defRPr>
            </a:lvl8pPr>
            <a:lvl9pPr algn="l">
              <a:defRPr sz="2325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Natural frequency is a property of the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8F24AB-0ACC-4064-9C39-A18AE9CA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5730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700B98-2796-4462-85C9-A1C7BF08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57375"/>
            <a:ext cx="3381375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8F5F0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2CB73E-C385-4AFE-A60E-F82CEC87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0955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11283F"/>
                </a:solidFill>
              </a:defRPr>
            </a:defPPr>
            <a:lvl1pPr algn="ctr">
              <a:defRPr sz="1725" b="1">
                <a:solidFill>
                  <a:srgbClr val="11283F"/>
                </a:solidFill>
              </a:defRPr>
            </a:lvl1pPr>
            <a:lvl2pPr algn="ctr">
              <a:defRPr sz="1725" b="1">
                <a:solidFill>
                  <a:srgbClr val="11283F"/>
                </a:solidFill>
              </a:defRPr>
            </a:lvl2pPr>
            <a:lvl3pPr algn="ctr">
              <a:defRPr sz="1725" b="1">
                <a:solidFill>
                  <a:srgbClr val="11283F"/>
                </a:solidFill>
              </a:defRPr>
            </a:lvl3pPr>
            <a:lvl4pPr algn="ctr">
              <a:defRPr sz="1725" b="1">
                <a:solidFill>
                  <a:srgbClr val="11283F"/>
                </a:solidFill>
              </a:defRPr>
            </a:lvl4pPr>
            <a:lvl5pPr algn="ctr">
              <a:defRPr sz="1725" b="1">
                <a:solidFill>
                  <a:srgbClr val="11283F"/>
                </a:solidFill>
              </a:defRPr>
            </a:lvl5pPr>
            <a:lvl6pPr algn="ctr">
              <a:defRPr sz="1725" b="1">
                <a:solidFill>
                  <a:srgbClr val="11283F"/>
                </a:solidFill>
              </a:defRPr>
            </a:lvl6pPr>
            <a:lvl7pPr algn="ctr">
              <a:defRPr sz="1725" b="1">
                <a:solidFill>
                  <a:srgbClr val="11283F"/>
                </a:solidFill>
              </a:defRPr>
            </a:lvl7pPr>
            <a:lvl8pPr algn="ctr">
              <a:defRPr sz="1725" b="1">
                <a:solidFill>
                  <a:srgbClr val="11283F"/>
                </a:solidFill>
              </a:defRPr>
            </a:lvl8pPr>
            <a:lvl9pPr algn="ctr">
              <a:defRPr sz="1725" b="1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1283F"/>
                </a:solidFill>
              </a:defRPr>
            </a:pPr>
            <a:r>
              <a:rPr sz="1725" b="1">
                <a:solidFill>
                  <a:srgbClr val="11283F"/>
                </a:solidFill>
              </a:rPr>
              <a:t>Double the mass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D92601-7299-4B75-96F5-62C0309E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857500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0">
                <a:solidFill>
                  <a:srgbClr val="11283F"/>
                </a:solidFill>
              </a:defRPr>
            </a:defPPr>
            <a:lvl1pPr algn="ctr">
              <a:defRPr sz="1575" b="0">
                <a:solidFill>
                  <a:srgbClr val="11283F"/>
                </a:solidFill>
              </a:defRPr>
            </a:lvl1pPr>
            <a:lvl2pPr algn="ctr">
              <a:defRPr sz="1575" b="0">
                <a:solidFill>
                  <a:srgbClr val="11283F"/>
                </a:solidFill>
              </a:defRPr>
            </a:lvl2pPr>
            <a:lvl3pPr algn="ctr">
              <a:defRPr sz="1575" b="0">
                <a:solidFill>
                  <a:srgbClr val="11283F"/>
                </a:solidFill>
              </a:defRPr>
            </a:lvl3pPr>
            <a:lvl4pPr algn="ctr">
              <a:defRPr sz="1575" b="0">
                <a:solidFill>
                  <a:srgbClr val="11283F"/>
                </a:solidFill>
              </a:defRPr>
            </a:lvl4pPr>
            <a:lvl5pPr algn="ctr">
              <a:defRPr sz="1575" b="0">
                <a:solidFill>
                  <a:srgbClr val="11283F"/>
                </a:solidFill>
              </a:defRPr>
            </a:lvl5pPr>
            <a:lvl6pPr algn="ctr">
              <a:defRPr sz="1575" b="0">
                <a:solidFill>
                  <a:srgbClr val="11283F"/>
                </a:solidFill>
              </a:defRPr>
            </a:lvl6pPr>
            <a:lvl7pPr algn="ctr">
              <a:defRPr sz="1575" b="0">
                <a:solidFill>
                  <a:srgbClr val="11283F"/>
                </a:solidFill>
              </a:defRPr>
            </a:lvl7pPr>
            <a:lvl8pPr algn="ctr">
              <a:defRPr sz="1575" b="0">
                <a:solidFill>
                  <a:srgbClr val="11283F"/>
                </a:solidFill>
              </a:defRPr>
            </a:lvl8pPr>
            <a:lvl9pPr algn="ctr">
              <a:defRPr sz="1575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11283F"/>
                </a:solidFill>
              </a:defRPr>
            </a:pPr>
            <a:r>
              <a:rPr sz="1575" b="0">
                <a:solidFill>
                  <a:srgbClr val="11283F"/>
                </a:solidFill>
              </a:rPr>
              <a:t>fₙ becomes 1/√2 = 0.707 times the original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BC51F3-6792-4D18-B5CB-99002035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57375"/>
            <a:ext cx="3381375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9ECEC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DA6355-E094-4B53-A24E-F7793DC9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955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8B1E2D"/>
                </a:solidFill>
              </a:defRPr>
            </a:defPPr>
            <a:lvl1pPr algn="ctr">
              <a:defRPr sz="1725" b="1">
                <a:solidFill>
                  <a:srgbClr val="8B1E2D"/>
                </a:solidFill>
              </a:defRPr>
            </a:lvl1pPr>
            <a:lvl2pPr algn="ctr">
              <a:defRPr sz="1725" b="1">
                <a:solidFill>
                  <a:srgbClr val="8B1E2D"/>
                </a:solidFill>
              </a:defRPr>
            </a:lvl2pPr>
            <a:lvl3pPr algn="ctr">
              <a:defRPr sz="1725" b="1">
                <a:solidFill>
                  <a:srgbClr val="8B1E2D"/>
                </a:solidFill>
              </a:defRPr>
            </a:lvl3pPr>
            <a:lvl4pPr algn="ctr">
              <a:defRPr sz="1725" b="1">
                <a:solidFill>
                  <a:srgbClr val="8B1E2D"/>
                </a:solidFill>
              </a:defRPr>
            </a:lvl4pPr>
            <a:lvl5pPr algn="ctr">
              <a:defRPr sz="1725" b="1">
                <a:solidFill>
                  <a:srgbClr val="8B1E2D"/>
                </a:solidFill>
              </a:defRPr>
            </a:lvl5pPr>
            <a:lvl6pPr algn="ctr">
              <a:defRPr sz="1725" b="1">
                <a:solidFill>
                  <a:srgbClr val="8B1E2D"/>
                </a:solidFill>
              </a:defRPr>
            </a:lvl6pPr>
            <a:lvl7pPr algn="ctr">
              <a:defRPr sz="1725" b="1">
                <a:solidFill>
                  <a:srgbClr val="8B1E2D"/>
                </a:solidFill>
              </a:defRPr>
            </a:lvl7pPr>
            <a:lvl8pPr algn="ctr">
              <a:defRPr sz="1725" b="1">
                <a:solidFill>
                  <a:srgbClr val="8B1E2D"/>
                </a:solidFill>
              </a:defRPr>
            </a:lvl8pPr>
            <a:lvl9pPr algn="ctr">
              <a:defRPr sz="1725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8B1E2D"/>
                </a:solidFill>
              </a:defRPr>
            </a:pPr>
            <a:r>
              <a:rPr sz="1725" b="1">
                <a:solidFill>
                  <a:srgbClr val="8B1E2D"/>
                </a:solidFill>
              </a:rPr>
              <a:t>Double the stiffness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029D86-43E4-4E3C-A45B-214A1E30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57500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0">
                <a:solidFill>
                  <a:srgbClr val="11283F"/>
                </a:solidFill>
              </a:defRPr>
            </a:defPPr>
            <a:lvl1pPr algn="ctr">
              <a:defRPr sz="1575" b="0">
                <a:solidFill>
                  <a:srgbClr val="11283F"/>
                </a:solidFill>
              </a:defRPr>
            </a:lvl1pPr>
            <a:lvl2pPr algn="ctr">
              <a:defRPr sz="1575" b="0">
                <a:solidFill>
                  <a:srgbClr val="11283F"/>
                </a:solidFill>
              </a:defRPr>
            </a:lvl2pPr>
            <a:lvl3pPr algn="ctr">
              <a:defRPr sz="1575" b="0">
                <a:solidFill>
                  <a:srgbClr val="11283F"/>
                </a:solidFill>
              </a:defRPr>
            </a:lvl3pPr>
            <a:lvl4pPr algn="ctr">
              <a:defRPr sz="1575" b="0">
                <a:solidFill>
                  <a:srgbClr val="11283F"/>
                </a:solidFill>
              </a:defRPr>
            </a:lvl4pPr>
            <a:lvl5pPr algn="ctr">
              <a:defRPr sz="1575" b="0">
                <a:solidFill>
                  <a:srgbClr val="11283F"/>
                </a:solidFill>
              </a:defRPr>
            </a:lvl5pPr>
            <a:lvl6pPr algn="ctr">
              <a:defRPr sz="1575" b="0">
                <a:solidFill>
                  <a:srgbClr val="11283F"/>
                </a:solidFill>
              </a:defRPr>
            </a:lvl6pPr>
            <a:lvl7pPr algn="ctr">
              <a:defRPr sz="1575" b="0">
                <a:solidFill>
                  <a:srgbClr val="11283F"/>
                </a:solidFill>
              </a:defRPr>
            </a:lvl7pPr>
            <a:lvl8pPr algn="ctr">
              <a:defRPr sz="1575" b="0">
                <a:solidFill>
                  <a:srgbClr val="11283F"/>
                </a:solidFill>
              </a:defRPr>
            </a:lvl8pPr>
            <a:lvl9pPr algn="ctr">
              <a:defRPr sz="1575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11283F"/>
                </a:solidFill>
              </a:defRPr>
            </a:pPr>
            <a:r>
              <a:rPr sz="1575" b="0">
                <a:solidFill>
                  <a:srgbClr val="11283F"/>
                </a:solidFill>
              </a:rPr>
              <a:t>fₙ becomes √2 = 1.414 times the original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EA27FE-8A30-40A2-BF71-7B50C460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857375"/>
            <a:ext cx="3381375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8F5F0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2F6858-5D86-4CEF-83DD-BD601CE4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0955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11283F"/>
                </a:solidFill>
              </a:defRPr>
            </a:defPPr>
            <a:lvl1pPr algn="ctr">
              <a:defRPr sz="1725" b="1">
                <a:solidFill>
                  <a:srgbClr val="11283F"/>
                </a:solidFill>
              </a:defRPr>
            </a:lvl1pPr>
            <a:lvl2pPr algn="ctr">
              <a:defRPr sz="1725" b="1">
                <a:solidFill>
                  <a:srgbClr val="11283F"/>
                </a:solidFill>
              </a:defRPr>
            </a:lvl2pPr>
            <a:lvl3pPr algn="ctr">
              <a:defRPr sz="1725" b="1">
                <a:solidFill>
                  <a:srgbClr val="11283F"/>
                </a:solidFill>
              </a:defRPr>
            </a:lvl3pPr>
            <a:lvl4pPr algn="ctr">
              <a:defRPr sz="1725" b="1">
                <a:solidFill>
                  <a:srgbClr val="11283F"/>
                </a:solidFill>
              </a:defRPr>
            </a:lvl4pPr>
            <a:lvl5pPr algn="ctr">
              <a:defRPr sz="1725" b="1">
                <a:solidFill>
                  <a:srgbClr val="11283F"/>
                </a:solidFill>
              </a:defRPr>
            </a:lvl5pPr>
            <a:lvl6pPr algn="ctr">
              <a:defRPr sz="1725" b="1">
                <a:solidFill>
                  <a:srgbClr val="11283F"/>
                </a:solidFill>
              </a:defRPr>
            </a:lvl6pPr>
            <a:lvl7pPr algn="ctr">
              <a:defRPr sz="1725" b="1">
                <a:solidFill>
                  <a:srgbClr val="11283F"/>
                </a:solidFill>
              </a:defRPr>
            </a:lvl7pPr>
            <a:lvl8pPr algn="ctr">
              <a:defRPr sz="1725" b="1">
                <a:solidFill>
                  <a:srgbClr val="11283F"/>
                </a:solidFill>
              </a:defRPr>
            </a:lvl8pPr>
            <a:lvl9pPr algn="ctr">
              <a:defRPr sz="1725" b="1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1283F"/>
                </a:solidFill>
              </a:defRPr>
            </a:pPr>
            <a:r>
              <a:rPr sz="1725" b="1">
                <a:solidFill>
                  <a:srgbClr val="11283F"/>
                </a:solidFill>
              </a:rPr>
              <a:t>Double m and 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28D6A0-0B5A-4CDA-92F0-E423F525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857500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0">
                <a:solidFill>
                  <a:srgbClr val="11283F"/>
                </a:solidFill>
              </a:defRPr>
            </a:defPPr>
            <a:lvl1pPr algn="ctr">
              <a:defRPr sz="1575" b="0">
                <a:solidFill>
                  <a:srgbClr val="11283F"/>
                </a:solidFill>
              </a:defRPr>
            </a:lvl1pPr>
            <a:lvl2pPr algn="ctr">
              <a:defRPr sz="1575" b="0">
                <a:solidFill>
                  <a:srgbClr val="11283F"/>
                </a:solidFill>
              </a:defRPr>
            </a:lvl2pPr>
            <a:lvl3pPr algn="ctr">
              <a:defRPr sz="1575" b="0">
                <a:solidFill>
                  <a:srgbClr val="11283F"/>
                </a:solidFill>
              </a:defRPr>
            </a:lvl3pPr>
            <a:lvl4pPr algn="ctr">
              <a:defRPr sz="1575" b="0">
                <a:solidFill>
                  <a:srgbClr val="11283F"/>
                </a:solidFill>
              </a:defRPr>
            </a:lvl4pPr>
            <a:lvl5pPr algn="ctr">
              <a:defRPr sz="1575" b="0">
                <a:solidFill>
                  <a:srgbClr val="11283F"/>
                </a:solidFill>
              </a:defRPr>
            </a:lvl5pPr>
            <a:lvl6pPr algn="ctr">
              <a:defRPr sz="1575" b="0">
                <a:solidFill>
                  <a:srgbClr val="11283F"/>
                </a:solidFill>
              </a:defRPr>
            </a:lvl6pPr>
            <a:lvl7pPr algn="ctr">
              <a:defRPr sz="1575" b="0">
                <a:solidFill>
                  <a:srgbClr val="11283F"/>
                </a:solidFill>
              </a:defRPr>
            </a:lvl7pPr>
            <a:lvl8pPr algn="ctr">
              <a:defRPr sz="1575" b="0">
                <a:solidFill>
                  <a:srgbClr val="11283F"/>
                </a:solidFill>
              </a:defRPr>
            </a:lvl8pPr>
            <a:lvl9pPr algn="ctr">
              <a:defRPr sz="1575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11283F"/>
                </a:solidFill>
              </a:defRPr>
            </a:pPr>
            <a:r>
              <a:rPr sz="1575" b="0">
                <a:solidFill>
                  <a:srgbClr val="11283F"/>
                </a:solidFill>
              </a:rPr>
              <a:t>fₙ stays unchanged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05097D-1DE3-446E-A1EC-A028D164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962525"/>
            <a:ext cx="64389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8F5F0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0F31B-DCC9-4187-B4FE-2451FD3A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00625"/>
            <a:ext cx="628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111111"/>
                </a:solidFill>
              </a:defRPr>
            </a:defPPr>
            <a:lvl1pPr algn="ctr">
              <a:defRPr sz="2175" b="0">
                <a:solidFill>
                  <a:srgbClr val="111111"/>
                </a:solidFill>
              </a:defRPr>
            </a:lvl1pPr>
            <a:lvl2pPr algn="ctr">
              <a:defRPr sz="2175" b="0">
                <a:solidFill>
                  <a:srgbClr val="111111"/>
                </a:solidFill>
              </a:defRPr>
            </a:lvl2pPr>
            <a:lvl3pPr algn="ctr">
              <a:defRPr sz="2175" b="0">
                <a:solidFill>
                  <a:srgbClr val="111111"/>
                </a:solidFill>
              </a:defRPr>
            </a:lvl3pPr>
            <a:lvl4pPr algn="ctr">
              <a:defRPr sz="2175" b="0">
                <a:solidFill>
                  <a:srgbClr val="111111"/>
                </a:solidFill>
              </a:defRPr>
            </a:lvl4pPr>
            <a:lvl5pPr algn="ctr">
              <a:defRPr sz="2175" b="0">
                <a:solidFill>
                  <a:srgbClr val="111111"/>
                </a:solidFill>
              </a:defRPr>
            </a:lvl5pPr>
            <a:lvl6pPr algn="ctr">
              <a:defRPr sz="2175" b="0">
                <a:solidFill>
                  <a:srgbClr val="111111"/>
                </a:solidFill>
              </a:defRPr>
            </a:lvl6pPr>
            <a:lvl7pPr algn="ctr">
              <a:defRPr sz="2175" b="0">
                <a:solidFill>
                  <a:srgbClr val="111111"/>
                </a:solidFill>
              </a:defRPr>
            </a:lvl7pPr>
            <a:lvl8pPr algn="ctr">
              <a:defRPr sz="2175" b="0">
                <a:solidFill>
                  <a:srgbClr val="111111"/>
                </a:solidFill>
              </a:defRPr>
            </a:lvl8pPr>
            <a:lvl9pPr algn="ctr">
              <a:defRPr sz="2175" b="0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111111"/>
                </a:solidFill>
              </a:defRPr>
            </a:pPr>
            <a:r>
              <a:rPr sz="2175" b="0">
                <a:solidFill>
                  <a:srgbClr val="111111"/>
                </a:solidFill>
              </a:rPr>
              <a:t>fₙ ∝ √k     and     fₙ ∝ 1/√m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4D5C21-93E4-46F6-BFD7-6C9AE55E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5B6873"/>
                </a:solidFill>
              </a:defRPr>
            </a:defPPr>
            <a:lvl1pPr algn="r">
              <a:defRPr sz="825" b="0">
                <a:solidFill>
                  <a:srgbClr val="5B6873"/>
                </a:solidFill>
              </a:defRPr>
            </a:lvl1pPr>
            <a:lvl2pPr algn="r">
              <a:defRPr sz="825" b="0">
                <a:solidFill>
                  <a:srgbClr val="5B6873"/>
                </a:solidFill>
              </a:defRPr>
            </a:lvl2pPr>
            <a:lvl3pPr algn="r">
              <a:defRPr sz="825" b="0">
                <a:solidFill>
                  <a:srgbClr val="5B6873"/>
                </a:solidFill>
              </a:defRPr>
            </a:lvl3pPr>
            <a:lvl4pPr algn="r">
              <a:defRPr sz="825" b="0">
                <a:solidFill>
                  <a:srgbClr val="5B6873"/>
                </a:solidFill>
              </a:defRPr>
            </a:lvl4pPr>
            <a:lvl5pPr algn="r">
              <a:defRPr sz="825" b="0">
                <a:solidFill>
                  <a:srgbClr val="5B6873"/>
                </a:solidFill>
              </a:defRPr>
            </a:lvl5pPr>
            <a:lvl6pPr algn="r">
              <a:defRPr sz="825" b="0">
                <a:solidFill>
                  <a:srgbClr val="5B6873"/>
                </a:solidFill>
              </a:defRPr>
            </a:lvl6pPr>
            <a:lvl7pPr algn="r">
              <a:defRPr sz="825" b="0">
                <a:solidFill>
                  <a:srgbClr val="5B6873"/>
                </a:solidFill>
              </a:defRPr>
            </a:lvl7pPr>
            <a:lvl8pPr algn="r">
              <a:defRPr sz="825" b="0">
                <a:solidFill>
                  <a:srgbClr val="5B6873"/>
                </a:solidFill>
              </a:defRPr>
            </a:lvl8pPr>
            <a:lvl9pPr algn="r">
              <a:defRPr sz="825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5B6873"/>
                </a:solidFill>
              </a:defRPr>
            </a:pPr>
            <a:r>
              <a:rPr sz="825" b="0">
                <a:solidFill>
                  <a:srgbClr val="5B6873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5152397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9A4276-D3FC-4F8A-B5AE-473A70C2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05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8B1E2D"/>
                </a:solidFill>
              </a:defRPr>
            </a:defPPr>
            <a:lvl1pPr algn="l">
              <a:defRPr sz="1050" b="1">
                <a:solidFill>
                  <a:srgbClr val="8B1E2D"/>
                </a:solidFill>
              </a:defRPr>
            </a:lvl1pPr>
            <a:lvl2pPr algn="l">
              <a:defRPr sz="1050" b="1">
                <a:solidFill>
                  <a:srgbClr val="8B1E2D"/>
                </a:solidFill>
              </a:defRPr>
            </a:lvl2pPr>
            <a:lvl3pPr algn="l">
              <a:defRPr sz="1050" b="1">
                <a:solidFill>
                  <a:srgbClr val="8B1E2D"/>
                </a:solidFill>
              </a:defRPr>
            </a:lvl3pPr>
            <a:lvl4pPr algn="l">
              <a:defRPr sz="1050" b="1">
                <a:solidFill>
                  <a:srgbClr val="8B1E2D"/>
                </a:solidFill>
              </a:defRPr>
            </a:lvl4pPr>
            <a:lvl5pPr algn="l">
              <a:defRPr sz="1050" b="1">
                <a:solidFill>
                  <a:srgbClr val="8B1E2D"/>
                </a:solidFill>
              </a:defRPr>
            </a:lvl5pPr>
            <a:lvl6pPr algn="l">
              <a:defRPr sz="1050" b="1">
                <a:solidFill>
                  <a:srgbClr val="8B1E2D"/>
                </a:solidFill>
              </a:defRPr>
            </a:lvl6pPr>
            <a:lvl7pPr algn="l">
              <a:defRPr sz="1050" b="1">
                <a:solidFill>
                  <a:srgbClr val="8B1E2D"/>
                </a:solidFill>
              </a:defRPr>
            </a:lvl7pPr>
            <a:lvl8pPr algn="l">
              <a:defRPr sz="1050" b="1">
                <a:solidFill>
                  <a:srgbClr val="8B1E2D"/>
                </a:solidFill>
              </a:defRPr>
            </a:lvl8pPr>
            <a:lvl9pPr algn="l">
              <a:defRPr sz="1050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8B1E2D"/>
                </a:solidFill>
              </a:defRPr>
            </a:pPr>
            <a:r>
              <a:rPr sz="1050" b="1">
                <a:solidFill>
                  <a:srgbClr val="8B1E2D"/>
                </a:solidFill>
              </a:rPr>
              <a:t>MIE 402  | 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2794FE-9F41-4B68-9C37-B511BAB2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0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0">
                <a:solidFill>
                  <a:srgbClr val="5B6873"/>
                </a:solidFill>
              </a:defRPr>
            </a:defPPr>
            <a:lvl1pPr algn="r">
              <a:defRPr sz="975" b="0">
                <a:solidFill>
                  <a:srgbClr val="5B6873"/>
                </a:solidFill>
              </a:defRPr>
            </a:lvl1pPr>
            <a:lvl2pPr algn="r">
              <a:defRPr sz="975" b="0">
                <a:solidFill>
                  <a:srgbClr val="5B6873"/>
                </a:solidFill>
              </a:defRPr>
            </a:lvl2pPr>
            <a:lvl3pPr algn="r">
              <a:defRPr sz="975" b="0">
                <a:solidFill>
                  <a:srgbClr val="5B6873"/>
                </a:solidFill>
              </a:defRPr>
            </a:lvl3pPr>
            <a:lvl4pPr algn="r">
              <a:defRPr sz="975" b="0">
                <a:solidFill>
                  <a:srgbClr val="5B6873"/>
                </a:solidFill>
              </a:defRPr>
            </a:lvl4pPr>
            <a:lvl5pPr algn="r">
              <a:defRPr sz="975" b="0">
                <a:solidFill>
                  <a:srgbClr val="5B6873"/>
                </a:solidFill>
              </a:defRPr>
            </a:lvl5pPr>
            <a:lvl6pPr algn="r">
              <a:defRPr sz="975" b="0">
                <a:solidFill>
                  <a:srgbClr val="5B6873"/>
                </a:solidFill>
              </a:defRPr>
            </a:lvl6pPr>
            <a:lvl7pPr algn="r">
              <a:defRPr sz="975" b="0">
                <a:solidFill>
                  <a:srgbClr val="5B6873"/>
                </a:solidFill>
              </a:defRPr>
            </a:lvl7pPr>
            <a:lvl8pPr algn="r">
              <a:defRPr sz="975" b="0">
                <a:solidFill>
                  <a:srgbClr val="5B6873"/>
                </a:solidFill>
              </a:defRPr>
            </a:lvl8pPr>
            <a:lvl9pPr algn="r">
              <a:defRPr sz="975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5B6873"/>
                </a:solidFill>
              </a:defRPr>
            </a:pPr>
            <a:r>
              <a:rPr sz="975" b="0">
                <a:solidFill>
                  <a:srgbClr val="5B6873"/>
                </a:solidFill>
              </a:rPr>
              <a:t>16.5–18 min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D265F6-5F9E-4305-A343-FA54A118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11287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11111"/>
                </a:solidFill>
              </a:defRPr>
            </a:defPPr>
            <a:lvl1pPr algn="l">
              <a:defRPr sz="2325" b="1">
                <a:solidFill>
                  <a:srgbClr val="111111"/>
                </a:solidFill>
              </a:defRPr>
            </a:lvl1pPr>
            <a:lvl2pPr algn="l">
              <a:defRPr sz="2325" b="1">
                <a:solidFill>
                  <a:srgbClr val="111111"/>
                </a:solidFill>
              </a:defRPr>
            </a:lvl2pPr>
            <a:lvl3pPr algn="l">
              <a:defRPr sz="2325" b="1">
                <a:solidFill>
                  <a:srgbClr val="111111"/>
                </a:solidFill>
              </a:defRPr>
            </a:lvl3pPr>
            <a:lvl4pPr algn="l">
              <a:defRPr sz="2325" b="1">
                <a:solidFill>
                  <a:srgbClr val="111111"/>
                </a:solidFill>
              </a:defRPr>
            </a:lvl4pPr>
            <a:lvl5pPr algn="l">
              <a:defRPr sz="2325" b="1">
                <a:solidFill>
                  <a:srgbClr val="111111"/>
                </a:solidFill>
              </a:defRPr>
            </a:lvl5pPr>
            <a:lvl6pPr algn="l">
              <a:defRPr sz="2325" b="1">
                <a:solidFill>
                  <a:srgbClr val="111111"/>
                </a:solidFill>
              </a:defRPr>
            </a:lvl6pPr>
            <a:lvl7pPr algn="l">
              <a:defRPr sz="2325" b="1">
                <a:solidFill>
                  <a:srgbClr val="111111"/>
                </a:solidFill>
              </a:defRPr>
            </a:lvl7pPr>
            <a:lvl8pPr algn="l">
              <a:defRPr sz="2325" b="1">
                <a:solidFill>
                  <a:srgbClr val="111111"/>
                </a:solidFill>
              </a:defRPr>
            </a:lvl8pPr>
            <a:lvl9pPr algn="l">
              <a:defRPr sz="2325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Energy explains the repeated motion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3CCFD6-C91A-45DA-A7BE-A8E1BB64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5730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70DDA1-6890-4A54-AA8B-1B2E16A0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628775"/>
            <a:ext cx="50101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8F5F0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34EC8B-21A9-4654-AC18-44C2D18F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666875"/>
            <a:ext cx="4857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325" b="0">
                <a:solidFill>
                  <a:srgbClr val="111111"/>
                </a:solidFill>
              </a:defRPr>
            </a:defPPr>
            <a:lvl1pPr algn="ctr">
              <a:defRPr sz="2325" b="0">
                <a:solidFill>
                  <a:srgbClr val="111111"/>
                </a:solidFill>
              </a:defRPr>
            </a:lvl1pPr>
            <a:lvl2pPr algn="ctr">
              <a:defRPr sz="2325" b="0">
                <a:solidFill>
                  <a:srgbClr val="111111"/>
                </a:solidFill>
              </a:defRPr>
            </a:lvl2pPr>
            <a:lvl3pPr algn="ctr">
              <a:defRPr sz="2325" b="0">
                <a:solidFill>
                  <a:srgbClr val="111111"/>
                </a:solidFill>
              </a:defRPr>
            </a:lvl3pPr>
            <a:lvl4pPr algn="ctr">
              <a:defRPr sz="2325" b="0">
                <a:solidFill>
                  <a:srgbClr val="111111"/>
                </a:solidFill>
              </a:defRPr>
            </a:lvl4pPr>
            <a:lvl5pPr algn="ctr">
              <a:defRPr sz="2325" b="0">
                <a:solidFill>
                  <a:srgbClr val="111111"/>
                </a:solidFill>
              </a:defRPr>
            </a:lvl5pPr>
            <a:lvl6pPr algn="ctr">
              <a:defRPr sz="2325" b="0">
                <a:solidFill>
                  <a:srgbClr val="111111"/>
                </a:solidFill>
              </a:defRPr>
            </a:lvl6pPr>
            <a:lvl7pPr algn="ctr">
              <a:defRPr sz="2325" b="0">
                <a:solidFill>
                  <a:srgbClr val="111111"/>
                </a:solidFill>
              </a:defRPr>
            </a:lvl7pPr>
            <a:lvl8pPr algn="ctr">
              <a:defRPr sz="2325" b="0">
                <a:solidFill>
                  <a:srgbClr val="111111"/>
                </a:solidFill>
              </a:defRPr>
            </a:lvl8pPr>
            <a:lvl9pPr algn="ctr">
              <a:defRPr sz="2325" b="0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111111"/>
                </a:solidFill>
              </a:defRPr>
            </a:pPr>
            <a:r>
              <a:rPr sz="2325" b="0">
                <a:solidFill>
                  <a:srgbClr val="111111"/>
                </a:solidFill>
              </a:rPr>
              <a:t>E(t) = ½m ẋ² + ½k x²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B2F510-30BB-4FFD-9953-9FF7A44A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4572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9ECEC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D3CE2E-967F-46E6-9B60-721978E2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480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8B1E2D"/>
                </a:solidFill>
              </a:defRPr>
            </a:defPPr>
            <a:lvl1pPr algn="ctr">
              <a:defRPr sz="1800" b="1">
                <a:solidFill>
                  <a:srgbClr val="8B1E2D"/>
                </a:solidFill>
              </a:defRPr>
            </a:lvl1pPr>
            <a:lvl2pPr algn="ctr">
              <a:defRPr sz="1800" b="1">
                <a:solidFill>
                  <a:srgbClr val="8B1E2D"/>
                </a:solidFill>
              </a:defRPr>
            </a:lvl2pPr>
            <a:lvl3pPr algn="ctr">
              <a:defRPr sz="1800" b="1">
                <a:solidFill>
                  <a:srgbClr val="8B1E2D"/>
                </a:solidFill>
              </a:defRPr>
            </a:lvl3pPr>
            <a:lvl4pPr algn="ctr">
              <a:defRPr sz="1800" b="1">
                <a:solidFill>
                  <a:srgbClr val="8B1E2D"/>
                </a:solidFill>
              </a:defRPr>
            </a:lvl4pPr>
            <a:lvl5pPr algn="ctr">
              <a:defRPr sz="1800" b="1">
                <a:solidFill>
                  <a:srgbClr val="8B1E2D"/>
                </a:solidFill>
              </a:defRPr>
            </a:lvl5pPr>
            <a:lvl6pPr algn="ctr">
              <a:defRPr sz="1800" b="1">
                <a:solidFill>
                  <a:srgbClr val="8B1E2D"/>
                </a:solidFill>
              </a:defRPr>
            </a:lvl6pPr>
            <a:lvl7pPr algn="ctr">
              <a:defRPr sz="1800" b="1">
                <a:solidFill>
                  <a:srgbClr val="8B1E2D"/>
                </a:solidFill>
              </a:defRPr>
            </a:lvl7pPr>
            <a:lvl8pPr algn="ctr">
              <a:defRPr sz="1800" b="1">
                <a:solidFill>
                  <a:srgbClr val="8B1E2D"/>
                </a:solidFill>
              </a:defRPr>
            </a:lvl8pPr>
            <a:lvl9pPr algn="ctr">
              <a:defRPr sz="1800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8B1E2D"/>
                </a:solidFill>
              </a:defRPr>
            </a:pPr>
            <a:r>
              <a:rPr sz="1800" b="1">
                <a:solidFill>
                  <a:srgbClr val="8B1E2D"/>
                </a:solidFill>
              </a:rPr>
              <a:t>turning point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817C54-6D62-4219-9516-0E6C2FD0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052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11283F"/>
                </a:solidFill>
              </a:defRPr>
            </a:defPPr>
            <a:lvl1pPr algn="ctr">
              <a:defRPr sz="1875" b="1">
                <a:solidFill>
                  <a:srgbClr val="11283F"/>
                </a:solidFill>
              </a:defRPr>
            </a:lvl1pPr>
            <a:lvl2pPr algn="ctr">
              <a:defRPr sz="1875" b="1">
                <a:solidFill>
                  <a:srgbClr val="11283F"/>
                </a:solidFill>
              </a:defRPr>
            </a:lvl2pPr>
            <a:lvl3pPr algn="ctr">
              <a:defRPr sz="1875" b="1">
                <a:solidFill>
                  <a:srgbClr val="11283F"/>
                </a:solidFill>
              </a:defRPr>
            </a:lvl3pPr>
            <a:lvl4pPr algn="ctr">
              <a:defRPr sz="1875" b="1">
                <a:solidFill>
                  <a:srgbClr val="11283F"/>
                </a:solidFill>
              </a:defRPr>
            </a:lvl4pPr>
            <a:lvl5pPr algn="ctr">
              <a:defRPr sz="1875" b="1">
                <a:solidFill>
                  <a:srgbClr val="11283F"/>
                </a:solidFill>
              </a:defRPr>
            </a:lvl5pPr>
            <a:lvl6pPr algn="ctr">
              <a:defRPr sz="1875" b="1">
                <a:solidFill>
                  <a:srgbClr val="11283F"/>
                </a:solidFill>
              </a:defRPr>
            </a:lvl6pPr>
            <a:lvl7pPr algn="ctr">
              <a:defRPr sz="1875" b="1">
                <a:solidFill>
                  <a:srgbClr val="11283F"/>
                </a:solidFill>
              </a:defRPr>
            </a:lvl7pPr>
            <a:lvl8pPr algn="ctr">
              <a:defRPr sz="1875" b="1">
                <a:solidFill>
                  <a:srgbClr val="11283F"/>
                </a:solidFill>
              </a:defRPr>
            </a:lvl8pPr>
            <a:lvl9pPr algn="ctr">
              <a:defRPr sz="1875" b="1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1283F"/>
                </a:solidFill>
              </a:defRPr>
            </a:pPr>
            <a:r>
              <a:rPr sz="1875" b="1">
                <a:solidFill>
                  <a:srgbClr val="11283F"/>
                </a:solidFill>
              </a:rPr>
              <a:t>x = ±A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05F0B9-8ADD-4E4A-B821-A7C436D5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52875"/>
            <a:ext cx="400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0">
                <a:solidFill>
                  <a:srgbClr val="5B6873"/>
                </a:solidFill>
              </a:defRPr>
            </a:defPPr>
            <a:lvl1pPr algn="ctr">
              <a:defRPr sz="1425" b="0">
                <a:solidFill>
                  <a:srgbClr val="5B6873"/>
                </a:solidFill>
              </a:defRPr>
            </a:lvl1pPr>
            <a:lvl2pPr algn="ctr">
              <a:defRPr sz="1425" b="0">
                <a:solidFill>
                  <a:srgbClr val="5B6873"/>
                </a:solidFill>
              </a:defRPr>
            </a:lvl2pPr>
            <a:lvl3pPr algn="ctr">
              <a:defRPr sz="1425" b="0">
                <a:solidFill>
                  <a:srgbClr val="5B6873"/>
                </a:solidFill>
              </a:defRPr>
            </a:lvl3pPr>
            <a:lvl4pPr algn="ctr">
              <a:defRPr sz="1425" b="0">
                <a:solidFill>
                  <a:srgbClr val="5B6873"/>
                </a:solidFill>
              </a:defRPr>
            </a:lvl4pPr>
            <a:lvl5pPr algn="ctr">
              <a:defRPr sz="1425" b="0">
                <a:solidFill>
                  <a:srgbClr val="5B6873"/>
                </a:solidFill>
              </a:defRPr>
            </a:lvl5pPr>
            <a:lvl6pPr algn="ctr">
              <a:defRPr sz="1425" b="0">
                <a:solidFill>
                  <a:srgbClr val="5B6873"/>
                </a:solidFill>
              </a:defRPr>
            </a:lvl6pPr>
            <a:lvl7pPr algn="ctr">
              <a:defRPr sz="1425" b="0">
                <a:solidFill>
                  <a:srgbClr val="5B6873"/>
                </a:solidFill>
              </a:defRPr>
            </a:lvl7pPr>
            <a:lvl8pPr algn="ctr">
              <a:defRPr sz="1425" b="0">
                <a:solidFill>
                  <a:srgbClr val="5B6873"/>
                </a:solidFill>
              </a:defRPr>
            </a:lvl8pPr>
            <a:lvl9pPr algn="ctr">
              <a:defRPr sz="1425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5B6873"/>
                </a:solidFill>
              </a:defRPr>
            </a:pPr>
            <a:r>
              <a:rPr sz="1425" b="0">
                <a:solidFill>
                  <a:srgbClr val="5B6873"/>
                </a:solidFill>
              </a:rPr>
              <a:t>spring energy maximum</a:t>
            </a:r>
          </a:p>
          <a:p xmlns:a="http://schemas.openxmlformats.org/drawingml/2006/main">
            <a:pPr algn="ctr">
              <a:defRPr sz="1425" b="0">
                <a:solidFill>
                  <a:srgbClr val="5B6873"/>
                </a:solidFill>
              </a:defRPr>
            </a:pPr>
            <a:r>
              <a:rPr sz="1425" b="0">
                <a:solidFill>
                  <a:srgbClr val="5B6873"/>
                </a:solidFill>
              </a:rPr>
              <a:t>speed = 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16C372-F105-4AB7-B7D1-C1F22837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572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8F5F0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73D6A6-9839-480B-95F6-E90C0740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480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11283F"/>
                </a:solidFill>
              </a:defRPr>
            </a:defPPr>
            <a:lvl1pPr algn="ctr">
              <a:defRPr sz="1800" b="1">
                <a:solidFill>
                  <a:srgbClr val="11283F"/>
                </a:solidFill>
              </a:defRPr>
            </a:lvl1pPr>
            <a:lvl2pPr algn="ctr">
              <a:defRPr sz="1800" b="1">
                <a:solidFill>
                  <a:srgbClr val="11283F"/>
                </a:solidFill>
              </a:defRPr>
            </a:lvl2pPr>
            <a:lvl3pPr algn="ctr">
              <a:defRPr sz="1800" b="1">
                <a:solidFill>
                  <a:srgbClr val="11283F"/>
                </a:solidFill>
              </a:defRPr>
            </a:lvl3pPr>
            <a:lvl4pPr algn="ctr">
              <a:defRPr sz="1800" b="1">
                <a:solidFill>
                  <a:srgbClr val="11283F"/>
                </a:solidFill>
              </a:defRPr>
            </a:lvl4pPr>
            <a:lvl5pPr algn="ctr">
              <a:defRPr sz="1800" b="1">
                <a:solidFill>
                  <a:srgbClr val="11283F"/>
                </a:solidFill>
              </a:defRPr>
            </a:lvl5pPr>
            <a:lvl6pPr algn="ctr">
              <a:defRPr sz="1800" b="1">
                <a:solidFill>
                  <a:srgbClr val="11283F"/>
                </a:solidFill>
              </a:defRPr>
            </a:lvl6pPr>
            <a:lvl7pPr algn="ctr">
              <a:defRPr sz="1800" b="1">
                <a:solidFill>
                  <a:srgbClr val="11283F"/>
                </a:solidFill>
              </a:defRPr>
            </a:lvl7pPr>
            <a:lvl8pPr algn="ctr">
              <a:defRPr sz="1800" b="1">
                <a:solidFill>
                  <a:srgbClr val="11283F"/>
                </a:solidFill>
              </a:defRPr>
            </a:lvl8pPr>
            <a:lvl9pPr algn="ctr">
              <a:defRPr sz="1800" b="1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1283F"/>
                </a:solidFill>
              </a:defRPr>
            </a:pPr>
            <a:r>
              <a:rPr sz="1800" b="1">
                <a:solidFill>
                  <a:srgbClr val="11283F"/>
                </a:solidFill>
              </a:rPr>
              <a:t>equilibrium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E083AE-D965-46C5-8BB1-40322A2A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052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11283F"/>
                </a:solidFill>
              </a:defRPr>
            </a:defPPr>
            <a:lvl1pPr algn="ctr">
              <a:defRPr sz="1875" b="1">
                <a:solidFill>
                  <a:srgbClr val="11283F"/>
                </a:solidFill>
              </a:defRPr>
            </a:lvl1pPr>
            <a:lvl2pPr algn="ctr">
              <a:defRPr sz="1875" b="1">
                <a:solidFill>
                  <a:srgbClr val="11283F"/>
                </a:solidFill>
              </a:defRPr>
            </a:lvl2pPr>
            <a:lvl3pPr algn="ctr">
              <a:defRPr sz="1875" b="1">
                <a:solidFill>
                  <a:srgbClr val="11283F"/>
                </a:solidFill>
              </a:defRPr>
            </a:lvl3pPr>
            <a:lvl4pPr algn="ctr">
              <a:defRPr sz="1875" b="1">
                <a:solidFill>
                  <a:srgbClr val="11283F"/>
                </a:solidFill>
              </a:defRPr>
            </a:lvl4pPr>
            <a:lvl5pPr algn="ctr">
              <a:defRPr sz="1875" b="1">
                <a:solidFill>
                  <a:srgbClr val="11283F"/>
                </a:solidFill>
              </a:defRPr>
            </a:lvl5pPr>
            <a:lvl6pPr algn="ctr">
              <a:defRPr sz="1875" b="1">
                <a:solidFill>
                  <a:srgbClr val="11283F"/>
                </a:solidFill>
              </a:defRPr>
            </a:lvl6pPr>
            <a:lvl7pPr algn="ctr">
              <a:defRPr sz="1875" b="1">
                <a:solidFill>
                  <a:srgbClr val="11283F"/>
                </a:solidFill>
              </a:defRPr>
            </a:lvl7pPr>
            <a:lvl8pPr algn="ctr">
              <a:defRPr sz="1875" b="1">
                <a:solidFill>
                  <a:srgbClr val="11283F"/>
                </a:solidFill>
              </a:defRPr>
            </a:lvl8pPr>
            <a:lvl9pPr algn="ctr">
              <a:defRPr sz="1875" b="1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1283F"/>
                </a:solidFill>
              </a:defRPr>
            </a:pPr>
            <a:r>
              <a:rPr sz="1875" b="1">
                <a:solidFill>
                  <a:srgbClr val="11283F"/>
                </a:solidFill>
              </a:rPr>
              <a:t>x = 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EA55B1-27C6-448F-B068-991DD9D2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52875"/>
            <a:ext cx="400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0">
                <a:solidFill>
                  <a:srgbClr val="5B6873"/>
                </a:solidFill>
              </a:defRPr>
            </a:defPPr>
            <a:lvl1pPr algn="ctr">
              <a:defRPr sz="1425" b="0">
                <a:solidFill>
                  <a:srgbClr val="5B6873"/>
                </a:solidFill>
              </a:defRPr>
            </a:lvl1pPr>
            <a:lvl2pPr algn="ctr">
              <a:defRPr sz="1425" b="0">
                <a:solidFill>
                  <a:srgbClr val="5B6873"/>
                </a:solidFill>
              </a:defRPr>
            </a:lvl2pPr>
            <a:lvl3pPr algn="ctr">
              <a:defRPr sz="1425" b="0">
                <a:solidFill>
                  <a:srgbClr val="5B6873"/>
                </a:solidFill>
              </a:defRPr>
            </a:lvl3pPr>
            <a:lvl4pPr algn="ctr">
              <a:defRPr sz="1425" b="0">
                <a:solidFill>
                  <a:srgbClr val="5B6873"/>
                </a:solidFill>
              </a:defRPr>
            </a:lvl4pPr>
            <a:lvl5pPr algn="ctr">
              <a:defRPr sz="1425" b="0">
                <a:solidFill>
                  <a:srgbClr val="5B6873"/>
                </a:solidFill>
              </a:defRPr>
            </a:lvl5pPr>
            <a:lvl6pPr algn="ctr">
              <a:defRPr sz="1425" b="0">
                <a:solidFill>
                  <a:srgbClr val="5B6873"/>
                </a:solidFill>
              </a:defRPr>
            </a:lvl6pPr>
            <a:lvl7pPr algn="ctr">
              <a:defRPr sz="1425" b="0">
                <a:solidFill>
                  <a:srgbClr val="5B6873"/>
                </a:solidFill>
              </a:defRPr>
            </a:lvl7pPr>
            <a:lvl8pPr algn="ctr">
              <a:defRPr sz="1425" b="0">
                <a:solidFill>
                  <a:srgbClr val="5B6873"/>
                </a:solidFill>
              </a:defRPr>
            </a:lvl8pPr>
            <a:lvl9pPr algn="ctr">
              <a:defRPr sz="1425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5B6873"/>
                </a:solidFill>
              </a:defRPr>
            </a:pPr>
            <a:r>
              <a:rPr sz="1425" b="0">
                <a:solidFill>
                  <a:srgbClr val="5B6873"/>
                </a:solidFill>
              </a:rPr>
              <a:t>spring energy minimum</a:t>
            </a:r>
          </a:p>
          <a:p xmlns:a="http://schemas.openxmlformats.org/drawingml/2006/main">
            <a:pPr algn="ctr">
              <a:defRPr sz="1425" b="0">
                <a:solidFill>
                  <a:srgbClr val="5B6873"/>
                </a:solidFill>
              </a:defRPr>
            </a:pPr>
            <a:r>
              <a:rPr sz="1425" b="0">
                <a:solidFill>
                  <a:srgbClr val="5B6873"/>
                </a:solidFill>
              </a:rPr>
              <a:t>speed maximum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33D470-0365-4171-BE68-7B984F06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76875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8B1E2D"/>
                </a:solidFill>
              </a:defRPr>
            </a:defPPr>
            <a:lvl1pPr algn="ctr">
              <a:defRPr sz="1500" b="1">
                <a:solidFill>
                  <a:srgbClr val="8B1E2D"/>
                </a:solidFill>
              </a:defRPr>
            </a:lvl1pPr>
            <a:lvl2pPr algn="ctr">
              <a:defRPr sz="1500" b="1">
                <a:solidFill>
                  <a:srgbClr val="8B1E2D"/>
                </a:solidFill>
              </a:defRPr>
            </a:lvl2pPr>
            <a:lvl3pPr algn="ctr">
              <a:defRPr sz="1500" b="1">
                <a:solidFill>
                  <a:srgbClr val="8B1E2D"/>
                </a:solidFill>
              </a:defRPr>
            </a:lvl3pPr>
            <a:lvl4pPr algn="ctr">
              <a:defRPr sz="1500" b="1">
                <a:solidFill>
                  <a:srgbClr val="8B1E2D"/>
                </a:solidFill>
              </a:defRPr>
            </a:lvl4pPr>
            <a:lvl5pPr algn="ctr">
              <a:defRPr sz="1500" b="1">
                <a:solidFill>
                  <a:srgbClr val="8B1E2D"/>
                </a:solidFill>
              </a:defRPr>
            </a:lvl5pPr>
            <a:lvl6pPr algn="ctr">
              <a:defRPr sz="1500" b="1">
                <a:solidFill>
                  <a:srgbClr val="8B1E2D"/>
                </a:solidFill>
              </a:defRPr>
            </a:lvl6pPr>
            <a:lvl7pPr algn="ctr">
              <a:defRPr sz="1500" b="1">
                <a:solidFill>
                  <a:srgbClr val="8B1E2D"/>
                </a:solidFill>
              </a:defRPr>
            </a:lvl7pPr>
            <a:lvl8pPr algn="ctr">
              <a:defRPr sz="1500" b="1">
                <a:solidFill>
                  <a:srgbClr val="8B1E2D"/>
                </a:solidFill>
              </a:defRPr>
            </a:lvl8pPr>
            <a:lvl9pPr algn="ctr">
              <a:defRPr sz="1500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8B1E2D"/>
                </a:solidFill>
              </a:defRPr>
            </a:pPr>
            <a:r>
              <a:rPr sz="1500" b="1">
                <a:solidFill>
                  <a:srgbClr val="8B1E2D"/>
                </a:solidFill>
              </a:rPr>
              <a:t>With c = 0, total mechanical energy stays constant. Real damping removes energy on every cycle.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B2F5CD-69CB-4728-A972-6E61C772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5B6873"/>
                </a:solidFill>
              </a:defRPr>
            </a:defPPr>
            <a:lvl1pPr algn="r">
              <a:defRPr sz="825" b="0">
                <a:solidFill>
                  <a:srgbClr val="5B6873"/>
                </a:solidFill>
              </a:defRPr>
            </a:lvl1pPr>
            <a:lvl2pPr algn="r">
              <a:defRPr sz="825" b="0">
                <a:solidFill>
                  <a:srgbClr val="5B6873"/>
                </a:solidFill>
              </a:defRPr>
            </a:lvl2pPr>
            <a:lvl3pPr algn="r">
              <a:defRPr sz="825" b="0">
                <a:solidFill>
                  <a:srgbClr val="5B6873"/>
                </a:solidFill>
              </a:defRPr>
            </a:lvl3pPr>
            <a:lvl4pPr algn="r">
              <a:defRPr sz="825" b="0">
                <a:solidFill>
                  <a:srgbClr val="5B6873"/>
                </a:solidFill>
              </a:defRPr>
            </a:lvl4pPr>
            <a:lvl5pPr algn="r">
              <a:defRPr sz="825" b="0">
                <a:solidFill>
                  <a:srgbClr val="5B6873"/>
                </a:solidFill>
              </a:defRPr>
            </a:lvl5pPr>
            <a:lvl6pPr algn="r">
              <a:defRPr sz="825" b="0">
                <a:solidFill>
                  <a:srgbClr val="5B6873"/>
                </a:solidFill>
              </a:defRPr>
            </a:lvl6pPr>
            <a:lvl7pPr algn="r">
              <a:defRPr sz="825" b="0">
                <a:solidFill>
                  <a:srgbClr val="5B6873"/>
                </a:solidFill>
              </a:defRPr>
            </a:lvl7pPr>
            <a:lvl8pPr algn="r">
              <a:defRPr sz="825" b="0">
                <a:solidFill>
                  <a:srgbClr val="5B6873"/>
                </a:solidFill>
              </a:defRPr>
            </a:lvl8pPr>
            <a:lvl9pPr algn="r">
              <a:defRPr sz="825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5B6873"/>
                </a:solidFill>
              </a:defRPr>
            </a:pPr>
            <a:r>
              <a:rPr sz="825" b="0">
                <a:solidFill>
                  <a:srgbClr val="5B6873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751423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5A07C4-E189-4E3D-876C-A36D1E15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05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8B1E2D"/>
                </a:solidFill>
              </a:defRPr>
            </a:defPPr>
            <a:lvl1pPr algn="l">
              <a:defRPr sz="1050" b="1">
                <a:solidFill>
                  <a:srgbClr val="8B1E2D"/>
                </a:solidFill>
              </a:defRPr>
            </a:lvl1pPr>
            <a:lvl2pPr algn="l">
              <a:defRPr sz="1050" b="1">
                <a:solidFill>
                  <a:srgbClr val="8B1E2D"/>
                </a:solidFill>
              </a:defRPr>
            </a:lvl2pPr>
            <a:lvl3pPr algn="l">
              <a:defRPr sz="1050" b="1">
                <a:solidFill>
                  <a:srgbClr val="8B1E2D"/>
                </a:solidFill>
              </a:defRPr>
            </a:lvl3pPr>
            <a:lvl4pPr algn="l">
              <a:defRPr sz="1050" b="1">
                <a:solidFill>
                  <a:srgbClr val="8B1E2D"/>
                </a:solidFill>
              </a:defRPr>
            </a:lvl4pPr>
            <a:lvl5pPr algn="l">
              <a:defRPr sz="1050" b="1">
                <a:solidFill>
                  <a:srgbClr val="8B1E2D"/>
                </a:solidFill>
              </a:defRPr>
            </a:lvl5pPr>
            <a:lvl6pPr algn="l">
              <a:defRPr sz="1050" b="1">
                <a:solidFill>
                  <a:srgbClr val="8B1E2D"/>
                </a:solidFill>
              </a:defRPr>
            </a:lvl6pPr>
            <a:lvl7pPr algn="l">
              <a:defRPr sz="1050" b="1">
                <a:solidFill>
                  <a:srgbClr val="8B1E2D"/>
                </a:solidFill>
              </a:defRPr>
            </a:lvl7pPr>
            <a:lvl8pPr algn="l">
              <a:defRPr sz="1050" b="1">
                <a:solidFill>
                  <a:srgbClr val="8B1E2D"/>
                </a:solidFill>
              </a:defRPr>
            </a:lvl8pPr>
            <a:lvl9pPr algn="l">
              <a:defRPr sz="1050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8B1E2D"/>
                </a:solidFill>
              </a:defRPr>
            </a:pPr>
            <a:r>
              <a:rPr sz="1050" b="1">
                <a:solidFill>
                  <a:srgbClr val="8B1E2D"/>
                </a:solidFill>
              </a:rPr>
              <a:t>MIE 402  |  DAMPING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3660DC-16FF-4FA3-BFBB-327041D8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0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0">
                <a:solidFill>
                  <a:srgbClr val="5B6873"/>
                </a:solidFill>
              </a:defRPr>
            </a:defPPr>
            <a:lvl1pPr algn="r">
              <a:defRPr sz="975" b="0">
                <a:solidFill>
                  <a:srgbClr val="5B6873"/>
                </a:solidFill>
              </a:defRPr>
            </a:lvl1pPr>
            <a:lvl2pPr algn="r">
              <a:defRPr sz="975" b="0">
                <a:solidFill>
                  <a:srgbClr val="5B6873"/>
                </a:solidFill>
              </a:defRPr>
            </a:lvl2pPr>
            <a:lvl3pPr algn="r">
              <a:defRPr sz="975" b="0">
                <a:solidFill>
                  <a:srgbClr val="5B6873"/>
                </a:solidFill>
              </a:defRPr>
            </a:lvl3pPr>
            <a:lvl4pPr algn="r">
              <a:defRPr sz="975" b="0">
                <a:solidFill>
                  <a:srgbClr val="5B6873"/>
                </a:solidFill>
              </a:defRPr>
            </a:lvl4pPr>
            <a:lvl5pPr algn="r">
              <a:defRPr sz="975" b="0">
                <a:solidFill>
                  <a:srgbClr val="5B6873"/>
                </a:solidFill>
              </a:defRPr>
            </a:lvl5pPr>
            <a:lvl6pPr algn="r">
              <a:defRPr sz="975" b="0">
                <a:solidFill>
                  <a:srgbClr val="5B6873"/>
                </a:solidFill>
              </a:defRPr>
            </a:lvl6pPr>
            <a:lvl7pPr algn="r">
              <a:defRPr sz="975" b="0">
                <a:solidFill>
                  <a:srgbClr val="5B6873"/>
                </a:solidFill>
              </a:defRPr>
            </a:lvl7pPr>
            <a:lvl8pPr algn="r">
              <a:defRPr sz="975" b="0">
                <a:solidFill>
                  <a:srgbClr val="5B6873"/>
                </a:solidFill>
              </a:defRPr>
            </a:lvl8pPr>
            <a:lvl9pPr algn="r">
              <a:defRPr sz="975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5B6873"/>
                </a:solidFill>
              </a:defRPr>
            </a:pPr>
            <a:r>
              <a:rPr sz="975" b="0">
                <a:solidFill>
                  <a:srgbClr val="5B6873"/>
                </a:solidFill>
              </a:rPr>
              <a:t>18–20 min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C21C07-A7E3-4BC8-9067-ED9A9B6B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11287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11111"/>
                </a:solidFill>
              </a:defRPr>
            </a:defPPr>
            <a:lvl1pPr algn="l">
              <a:defRPr sz="2325" b="1">
                <a:solidFill>
                  <a:srgbClr val="111111"/>
                </a:solidFill>
              </a:defRPr>
            </a:lvl1pPr>
            <a:lvl2pPr algn="l">
              <a:defRPr sz="2325" b="1">
                <a:solidFill>
                  <a:srgbClr val="111111"/>
                </a:solidFill>
              </a:defRPr>
            </a:lvl2pPr>
            <a:lvl3pPr algn="l">
              <a:defRPr sz="2325" b="1">
                <a:solidFill>
                  <a:srgbClr val="111111"/>
                </a:solidFill>
              </a:defRPr>
            </a:lvl3pPr>
            <a:lvl4pPr algn="l">
              <a:defRPr sz="2325" b="1">
                <a:solidFill>
                  <a:srgbClr val="111111"/>
                </a:solidFill>
              </a:defRPr>
            </a:lvl4pPr>
            <a:lvl5pPr algn="l">
              <a:defRPr sz="2325" b="1">
                <a:solidFill>
                  <a:srgbClr val="111111"/>
                </a:solidFill>
              </a:defRPr>
            </a:lvl5pPr>
            <a:lvl6pPr algn="l">
              <a:defRPr sz="2325" b="1">
                <a:solidFill>
                  <a:srgbClr val="111111"/>
                </a:solidFill>
              </a:defRPr>
            </a:lvl6pPr>
            <a:lvl7pPr algn="l">
              <a:defRPr sz="2325" b="1">
                <a:solidFill>
                  <a:srgbClr val="111111"/>
                </a:solidFill>
              </a:defRPr>
            </a:lvl7pPr>
            <a:lvl8pPr algn="l">
              <a:defRPr sz="2325" b="1">
                <a:solidFill>
                  <a:srgbClr val="111111"/>
                </a:solidFill>
              </a:defRPr>
            </a:lvl8pPr>
            <a:lvl9pPr algn="l">
              <a:defRPr sz="2325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Damping removes energy fastest when the cart moves fastest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72394B-0EF9-445A-B823-05174918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5730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C5694E-80AD-4CAD-92CA-C86E961D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24025"/>
            <a:ext cx="34861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8F5F0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619156-7535-4A5B-9EF0-85039CC7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325" b="0">
                <a:solidFill>
                  <a:srgbClr val="111111"/>
                </a:solidFill>
              </a:defRPr>
            </a:defPPr>
            <a:lvl1pPr algn="ctr">
              <a:defRPr sz="2325" b="0">
                <a:solidFill>
                  <a:srgbClr val="111111"/>
                </a:solidFill>
              </a:defRPr>
            </a:lvl1pPr>
            <a:lvl2pPr algn="ctr">
              <a:defRPr sz="2325" b="0">
                <a:solidFill>
                  <a:srgbClr val="111111"/>
                </a:solidFill>
              </a:defRPr>
            </a:lvl2pPr>
            <a:lvl3pPr algn="ctr">
              <a:defRPr sz="2325" b="0">
                <a:solidFill>
                  <a:srgbClr val="111111"/>
                </a:solidFill>
              </a:defRPr>
            </a:lvl3pPr>
            <a:lvl4pPr algn="ctr">
              <a:defRPr sz="2325" b="0">
                <a:solidFill>
                  <a:srgbClr val="111111"/>
                </a:solidFill>
              </a:defRPr>
            </a:lvl4pPr>
            <a:lvl5pPr algn="ctr">
              <a:defRPr sz="2325" b="0">
                <a:solidFill>
                  <a:srgbClr val="111111"/>
                </a:solidFill>
              </a:defRPr>
            </a:lvl5pPr>
            <a:lvl6pPr algn="ctr">
              <a:defRPr sz="2325" b="0">
                <a:solidFill>
                  <a:srgbClr val="111111"/>
                </a:solidFill>
              </a:defRPr>
            </a:lvl6pPr>
            <a:lvl7pPr algn="ctr">
              <a:defRPr sz="2325" b="0">
                <a:solidFill>
                  <a:srgbClr val="111111"/>
                </a:solidFill>
              </a:defRPr>
            </a:lvl7pPr>
            <a:lvl8pPr algn="ctr">
              <a:defRPr sz="2325" b="0">
                <a:solidFill>
                  <a:srgbClr val="111111"/>
                </a:solidFill>
              </a:defRPr>
            </a:lvl8pPr>
            <a:lvl9pPr algn="ctr">
              <a:defRPr sz="2325" b="0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111111"/>
                </a:solidFill>
              </a:defRPr>
            </a:pPr>
            <a:r>
              <a:rPr sz="2325" b="0">
                <a:solidFill>
                  <a:srgbClr val="111111"/>
                </a:solidFill>
              </a:rPr>
              <a:t>F_d = −c ẋ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132441-80B8-42B2-B0BD-CF1CF17C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34861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8F5F0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6AE641-46C2-420A-92D9-7E2CB1D3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0">
                <a:solidFill>
                  <a:srgbClr val="111111"/>
                </a:solidFill>
              </a:defRPr>
            </a:defPPr>
            <a:lvl1pPr algn="ctr">
              <a:defRPr sz="2100" b="0">
                <a:solidFill>
                  <a:srgbClr val="111111"/>
                </a:solidFill>
              </a:defRPr>
            </a:lvl1pPr>
            <a:lvl2pPr algn="ctr">
              <a:defRPr sz="2100" b="0">
                <a:solidFill>
                  <a:srgbClr val="111111"/>
                </a:solidFill>
              </a:defRPr>
            </a:lvl2pPr>
            <a:lvl3pPr algn="ctr">
              <a:defRPr sz="2100" b="0">
                <a:solidFill>
                  <a:srgbClr val="111111"/>
                </a:solidFill>
              </a:defRPr>
            </a:lvl3pPr>
            <a:lvl4pPr algn="ctr">
              <a:defRPr sz="2100" b="0">
                <a:solidFill>
                  <a:srgbClr val="111111"/>
                </a:solidFill>
              </a:defRPr>
            </a:lvl4pPr>
            <a:lvl5pPr algn="ctr">
              <a:defRPr sz="2100" b="0">
                <a:solidFill>
                  <a:srgbClr val="111111"/>
                </a:solidFill>
              </a:defRPr>
            </a:lvl5pPr>
            <a:lvl6pPr algn="ctr">
              <a:defRPr sz="2100" b="0">
                <a:solidFill>
                  <a:srgbClr val="111111"/>
                </a:solidFill>
              </a:defRPr>
            </a:lvl6pPr>
            <a:lvl7pPr algn="ctr">
              <a:defRPr sz="2100" b="0">
                <a:solidFill>
                  <a:srgbClr val="111111"/>
                </a:solidFill>
              </a:defRPr>
            </a:lvl7pPr>
            <a:lvl8pPr algn="ctr">
              <a:defRPr sz="2100" b="0">
                <a:solidFill>
                  <a:srgbClr val="111111"/>
                </a:solidFill>
              </a:defRPr>
            </a:lvl8pPr>
            <a:lvl9pPr algn="ctr">
              <a:defRPr sz="2100" b="0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111111"/>
                </a:solidFill>
              </a:defRPr>
            </a:pPr>
            <a:r>
              <a:rPr sz="2100" b="0">
                <a:solidFill>
                  <a:srgbClr val="111111"/>
                </a:solidFill>
              </a:rPr>
              <a:t>P_d = F_d ẋ = −c ẋ²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7FA207-F870-4EEC-90F7-BF3F8711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19250"/>
            <a:ext cx="228600" cy="738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8B1E2D"/>
                </a:solidFill>
              </a:defRPr>
            </a:defPPr>
            <a:lvl1pPr algn="l">
              <a:defRPr sz="1650" b="1">
                <a:solidFill>
                  <a:srgbClr val="8B1E2D"/>
                </a:solidFill>
              </a:defRPr>
            </a:lvl1pPr>
            <a:lvl2pPr algn="l">
              <a:defRPr sz="1650" b="1">
                <a:solidFill>
                  <a:srgbClr val="8B1E2D"/>
                </a:solidFill>
              </a:defRPr>
            </a:lvl2pPr>
            <a:lvl3pPr algn="l">
              <a:defRPr sz="1650" b="1">
                <a:solidFill>
                  <a:srgbClr val="8B1E2D"/>
                </a:solidFill>
              </a:defRPr>
            </a:lvl3pPr>
            <a:lvl4pPr algn="l">
              <a:defRPr sz="1650" b="1">
                <a:solidFill>
                  <a:srgbClr val="8B1E2D"/>
                </a:solidFill>
              </a:defRPr>
            </a:lvl4pPr>
            <a:lvl5pPr algn="l">
              <a:defRPr sz="1650" b="1">
                <a:solidFill>
                  <a:srgbClr val="8B1E2D"/>
                </a:solidFill>
              </a:defRPr>
            </a:lvl5pPr>
            <a:lvl6pPr algn="l">
              <a:defRPr sz="1650" b="1">
                <a:solidFill>
                  <a:srgbClr val="8B1E2D"/>
                </a:solidFill>
              </a:defRPr>
            </a:lvl6pPr>
            <a:lvl7pPr algn="l">
              <a:defRPr sz="1650" b="1">
                <a:solidFill>
                  <a:srgbClr val="8B1E2D"/>
                </a:solidFill>
              </a:defRPr>
            </a:lvl7pPr>
            <a:lvl8pPr algn="l">
              <a:defRPr sz="1650" b="1">
                <a:solidFill>
                  <a:srgbClr val="8B1E2D"/>
                </a:solidFill>
              </a:defRPr>
            </a:lvl8pPr>
            <a:lvl9pPr algn="l">
              <a:defRPr sz="1650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8B1E2D"/>
                </a:solidFill>
              </a:defRPr>
            </a:pPr>
            <a:r>
              <a:rPr sz="1650" b="1">
                <a:solidFill>
                  <a:srgbClr val="8B1E2D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2AA1EF-2956-44A9-AC60-CC3156C1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619250"/>
            <a:ext cx="5448300" cy="738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1283F"/>
                </a:solidFill>
              </a:defRPr>
            </a:defPPr>
            <a:lvl1pPr algn="l">
              <a:defRPr sz="1500" b="0">
                <a:solidFill>
                  <a:srgbClr val="11283F"/>
                </a:solidFill>
              </a:defRPr>
            </a:lvl1pPr>
            <a:lvl2pPr algn="l">
              <a:defRPr sz="1500" b="0">
                <a:solidFill>
                  <a:srgbClr val="11283F"/>
                </a:solidFill>
              </a:defRPr>
            </a:lvl2pPr>
            <a:lvl3pPr algn="l">
              <a:defRPr sz="1500" b="0">
                <a:solidFill>
                  <a:srgbClr val="11283F"/>
                </a:solidFill>
              </a:defRPr>
            </a:lvl3pPr>
            <a:lvl4pPr algn="l">
              <a:defRPr sz="1500" b="0">
                <a:solidFill>
                  <a:srgbClr val="11283F"/>
                </a:solidFill>
              </a:defRPr>
            </a:lvl4pPr>
            <a:lvl5pPr algn="l">
              <a:defRPr sz="1500" b="0">
                <a:solidFill>
                  <a:srgbClr val="11283F"/>
                </a:solidFill>
              </a:defRPr>
            </a:lvl5pPr>
            <a:lvl6pPr algn="l">
              <a:defRPr sz="1500" b="0">
                <a:solidFill>
                  <a:srgbClr val="11283F"/>
                </a:solidFill>
              </a:defRPr>
            </a:lvl6pPr>
            <a:lvl7pPr algn="l">
              <a:defRPr sz="1500" b="0">
                <a:solidFill>
                  <a:srgbClr val="11283F"/>
                </a:solidFill>
              </a:defRPr>
            </a:lvl7pPr>
            <a:lvl8pPr algn="l">
              <a:defRPr sz="1500" b="0">
                <a:solidFill>
                  <a:srgbClr val="11283F"/>
                </a:solidFill>
              </a:defRPr>
            </a:lvl8pPr>
            <a:lvl9pPr algn="l">
              <a:defRPr sz="1500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1283F"/>
                </a:solidFill>
              </a:defRPr>
            </a:pPr>
            <a:r>
              <a:rPr sz="1500" b="0">
                <a:solidFill>
                  <a:srgbClr val="11283F"/>
                </a:solidFill>
              </a:rPr>
              <a:t>The damping force reverses when velocity reverses.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C98A00-61E9-40E1-BA21-EBCC68A0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57438"/>
            <a:ext cx="228600" cy="738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8B1E2D"/>
                </a:solidFill>
              </a:defRPr>
            </a:defPPr>
            <a:lvl1pPr algn="l">
              <a:defRPr sz="1650" b="1">
                <a:solidFill>
                  <a:srgbClr val="8B1E2D"/>
                </a:solidFill>
              </a:defRPr>
            </a:lvl1pPr>
            <a:lvl2pPr algn="l">
              <a:defRPr sz="1650" b="1">
                <a:solidFill>
                  <a:srgbClr val="8B1E2D"/>
                </a:solidFill>
              </a:defRPr>
            </a:lvl2pPr>
            <a:lvl3pPr algn="l">
              <a:defRPr sz="1650" b="1">
                <a:solidFill>
                  <a:srgbClr val="8B1E2D"/>
                </a:solidFill>
              </a:defRPr>
            </a:lvl3pPr>
            <a:lvl4pPr algn="l">
              <a:defRPr sz="1650" b="1">
                <a:solidFill>
                  <a:srgbClr val="8B1E2D"/>
                </a:solidFill>
              </a:defRPr>
            </a:lvl4pPr>
            <a:lvl5pPr algn="l">
              <a:defRPr sz="1650" b="1">
                <a:solidFill>
                  <a:srgbClr val="8B1E2D"/>
                </a:solidFill>
              </a:defRPr>
            </a:lvl5pPr>
            <a:lvl6pPr algn="l">
              <a:defRPr sz="1650" b="1">
                <a:solidFill>
                  <a:srgbClr val="8B1E2D"/>
                </a:solidFill>
              </a:defRPr>
            </a:lvl6pPr>
            <a:lvl7pPr algn="l">
              <a:defRPr sz="1650" b="1">
                <a:solidFill>
                  <a:srgbClr val="8B1E2D"/>
                </a:solidFill>
              </a:defRPr>
            </a:lvl7pPr>
            <a:lvl8pPr algn="l">
              <a:defRPr sz="1650" b="1">
                <a:solidFill>
                  <a:srgbClr val="8B1E2D"/>
                </a:solidFill>
              </a:defRPr>
            </a:lvl8pPr>
            <a:lvl9pPr algn="l">
              <a:defRPr sz="1650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8B1E2D"/>
                </a:solidFill>
              </a:defRPr>
            </a:pPr>
            <a:r>
              <a:rPr sz="1650" b="1">
                <a:solidFill>
                  <a:srgbClr val="8B1E2D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FE51E7-2DDC-493F-AF4A-AC45F619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357438"/>
            <a:ext cx="5448300" cy="738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1283F"/>
                </a:solidFill>
              </a:defRPr>
            </a:defPPr>
            <a:lvl1pPr algn="l">
              <a:defRPr sz="1500" b="0">
                <a:solidFill>
                  <a:srgbClr val="11283F"/>
                </a:solidFill>
              </a:defRPr>
            </a:lvl1pPr>
            <a:lvl2pPr algn="l">
              <a:defRPr sz="1500" b="0">
                <a:solidFill>
                  <a:srgbClr val="11283F"/>
                </a:solidFill>
              </a:defRPr>
            </a:lvl2pPr>
            <a:lvl3pPr algn="l">
              <a:defRPr sz="1500" b="0">
                <a:solidFill>
                  <a:srgbClr val="11283F"/>
                </a:solidFill>
              </a:defRPr>
            </a:lvl3pPr>
            <a:lvl4pPr algn="l">
              <a:defRPr sz="1500" b="0">
                <a:solidFill>
                  <a:srgbClr val="11283F"/>
                </a:solidFill>
              </a:defRPr>
            </a:lvl4pPr>
            <a:lvl5pPr algn="l">
              <a:defRPr sz="1500" b="0">
                <a:solidFill>
                  <a:srgbClr val="11283F"/>
                </a:solidFill>
              </a:defRPr>
            </a:lvl5pPr>
            <a:lvl6pPr algn="l">
              <a:defRPr sz="1500" b="0">
                <a:solidFill>
                  <a:srgbClr val="11283F"/>
                </a:solidFill>
              </a:defRPr>
            </a:lvl6pPr>
            <a:lvl7pPr algn="l">
              <a:defRPr sz="1500" b="0">
                <a:solidFill>
                  <a:srgbClr val="11283F"/>
                </a:solidFill>
              </a:defRPr>
            </a:lvl7pPr>
            <a:lvl8pPr algn="l">
              <a:defRPr sz="1500" b="0">
                <a:solidFill>
                  <a:srgbClr val="11283F"/>
                </a:solidFill>
              </a:defRPr>
            </a:lvl8pPr>
            <a:lvl9pPr algn="l">
              <a:defRPr sz="1500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1283F"/>
                </a:solidFill>
              </a:defRPr>
            </a:pPr>
            <a:r>
              <a:rPr sz="1500" b="0">
                <a:solidFill>
                  <a:srgbClr val="11283F"/>
                </a:solidFill>
              </a:rPr>
              <a:t>The damper does no work at a turning point because ẋ = 0.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AAB52C-C257-4D5F-BF4A-3D64F4B4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95625"/>
            <a:ext cx="228600" cy="738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8B1E2D"/>
                </a:solidFill>
              </a:defRPr>
            </a:defPPr>
            <a:lvl1pPr algn="l">
              <a:defRPr sz="1650" b="1">
                <a:solidFill>
                  <a:srgbClr val="8B1E2D"/>
                </a:solidFill>
              </a:defRPr>
            </a:lvl1pPr>
            <a:lvl2pPr algn="l">
              <a:defRPr sz="1650" b="1">
                <a:solidFill>
                  <a:srgbClr val="8B1E2D"/>
                </a:solidFill>
              </a:defRPr>
            </a:lvl2pPr>
            <a:lvl3pPr algn="l">
              <a:defRPr sz="1650" b="1">
                <a:solidFill>
                  <a:srgbClr val="8B1E2D"/>
                </a:solidFill>
              </a:defRPr>
            </a:lvl3pPr>
            <a:lvl4pPr algn="l">
              <a:defRPr sz="1650" b="1">
                <a:solidFill>
                  <a:srgbClr val="8B1E2D"/>
                </a:solidFill>
              </a:defRPr>
            </a:lvl4pPr>
            <a:lvl5pPr algn="l">
              <a:defRPr sz="1650" b="1">
                <a:solidFill>
                  <a:srgbClr val="8B1E2D"/>
                </a:solidFill>
              </a:defRPr>
            </a:lvl5pPr>
            <a:lvl6pPr algn="l">
              <a:defRPr sz="1650" b="1">
                <a:solidFill>
                  <a:srgbClr val="8B1E2D"/>
                </a:solidFill>
              </a:defRPr>
            </a:lvl6pPr>
            <a:lvl7pPr algn="l">
              <a:defRPr sz="1650" b="1">
                <a:solidFill>
                  <a:srgbClr val="8B1E2D"/>
                </a:solidFill>
              </a:defRPr>
            </a:lvl7pPr>
            <a:lvl8pPr algn="l">
              <a:defRPr sz="1650" b="1">
                <a:solidFill>
                  <a:srgbClr val="8B1E2D"/>
                </a:solidFill>
              </a:defRPr>
            </a:lvl8pPr>
            <a:lvl9pPr algn="l">
              <a:defRPr sz="1650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8B1E2D"/>
                </a:solidFill>
              </a:defRPr>
            </a:pPr>
            <a:r>
              <a:rPr sz="1650" b="1">
                <a:solidFill>
                  <a:srgbClr val="8B1E2D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815DAB-58EA-457C-9085-215548D7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095625"/>
            <a:ext cx="5448300" cy="738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1283F"/>
                </a:solidFill>
              </a:defRPr>
            </a:defPPr>
            <a:lvl1pPr algn="l">
              <a:defRPr sz="1500" b="0">
                <a:solidFill>
                  <a:srgbClr val="11283F"/>
                </a:solidFill>
              </a:defRPr>
            </a:lvl1pPr>
            <a:lvl2pPr algn="l">
              <a:defRPr sz="1500" b="0">
                <a:solidFill>
                  <a:srgbClr val="11283F"/>
                </a:solidFill>
              </a:defRPr>
            </a:lvl2pPr>
            <a:lvl3pPr algn="l">
              <a:defRPr sz="1500" b="0">
                <a:solidFill>
                  <a:srgbClr val="11283F"/>
                </a:solidFill>
              </a:defRPr>
            </a:lvl3pPr>
            <a:lvl4pPr algn="l">
              <a:defRPr sz="1500" b="0">
                <a:solidFill>
                  <a:srgbClr val="11283F"/>
                </a:solidFill>
              </a:defRPr>
            </a:lvl4pPr>
            <a:lvl5pPr algn="l">
              <a:defRPr sz="1500" b="0">
                <a:solidFill>
                  <a:srgbClr val="11283F"/>
                </a:solidFill>
              </a:defRPr>
            </a:lvl5pPr>
            <a:lvl6pPr algn="l">
              <a:defRPr sz="1500" b="0">
                <a:solidFill>
                  <a:srgbClr val="11283F"/>
                </a:solidFill>
              </a:defRPr>
            </a:lvl6pPr>
            <a:lvl7pPr algn="l">
              <a:defRPr sz="1500" b="0">
                <a:solidFill>
                  <a:srgbClr val="11283F"/>
                </a:solidFill>
              </a:defRPr>
            </a:lvl7pPr>
            <a:lvl8pPr algn="l">
              <a:defRPr sz="1500" b="0">
                <a:solidFill>
                  <a:srgbClr val="11283F"/>
                </a:solidFill>
              </a:defRPr>
            </a:lvl8pPr>
            <a:lvl9pPr algn="l">
              <a:defRPr sz="1500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1283F"/>
                </a:solidFill>
              </a:defRPr>
            </a:pPr>
            <a:r>
              <a:rPr sz="1500" b="0">
                <a:solidFill>
                  <a:srgbClr val="11283F"/>
                </a:solidFill>
              </a:rPr>
              <a:t>The magnitude of energy loss is largest near equilibrium, where speed is largest.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8F9652-2736-4B72-AE0E-E4805767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33813"/>
            <a:ext cx="228600" cy="738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8B1E2D"/>
                </a:solidFill>
              </a:defRPr>
            </a:defPPr>
            <a:lvl1pPr algn="l">
              <a:defRPr sz="1650" b="1">
                <a:solidFill>
                  <a:srgbClr val="8B1E2D"/>
                </a:solidFill>
              </a:defRPr>
            </a:lvl1pPr>
            <a:lvl2pPr algn="l">
              <a:defRPr sz="1650" b="1">
                <a:solidFill>
                  <a:srgbClr val="8B1E2D"/>
                </a:solidFill>
              </a:defRPr>
            </a:lvl2pPr>
            <a:lvl3pPr algn="l">
              <a:defRPr sz="1650" b="1">
                <a:solidFill>
                  <a:srgbClr val="8B1E2D"/>
                </a:solidFill>
              </a:defRPr>
            </a:lvl3pPr>
            <a:lvl4pPr algn="l">
              <a:defRPr sz="1650" b="1">
                <a:solidFill>
                  <a:srgbClr val="8B1E2D"/>
                </a:solidFill>
              </a:defRPr>
            </a:lvl4pPr>
            <a:lvl5pPr algn="l">
              <a:defRPr sz="1650" b="1">
                <a:solidFill>
                  <a:srgbClr val="8B1E2D"/>
                </a:solidFill>
              </a:defRPr>
            </a:lvl5pPr>
            <a:lvl6pPr algn="l">
              <a:defRPr sz="1650" b="1">
                <a:solidFill>
                  <a:srgbClr val="8B1E2D"/>
                </a:solidFill>
              </a:defRPr>
            </a:lvl6pPr>
            <a:lvl7pPr algn="l">
              <a:defRPr sz="1650" b="1">
                <a:solidFill>
                  <a:srgbClr val="8B1E2D"/>
                </a:solidFill>
              </a:defRPr>
            </a:lvl7pPr>
            <a:lvl8pPr algn="l">
              <a:defRPr sz="1650" b="1">
                <a:solidFill>
                  <a:srgbClr val="8B1E2D"/>
                </a:solidFill>
              </a:defRPr>
            </a:lvl8pPr>
            <a:lvl9pPr algn="l">
              <a:defRPr sz="1650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8B1E2D"/>
                </a:solidFill>
              </a:defRPr>
            </a:pPr>
            <a:r>
              <a:rPr sz="1650" b="1">
                <a:solidFill>
                  <a:srgbClr val="8B1E2D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557D06-D8AE-4606-84F8-7AF820D1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833813"/>
            <a:ext cx="5448300" cy="738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1283F"/>
                </a:solidFill>
              </a:defRPr>
            </a:defPPr>
            <a:lvl1pPr algn="l">
              <a:defRPr sz="1500" b="0">
                <a:solidFill>
                  <a:srgbClr val="11283F"/>
                </a:solidFill>
              </a:defRPr>
            </a:lvl1pPr>
            <a:lvl2pPr algn="l">
              <a:defRPr sz="1500" b="0">
                <a:solidFill>
                  <a:srgbClr val="11283F"/>
                </a:solidFill>
              </a:defRPr>
            </a:lvl2pPr>
            <a:lvl3pPr algn="l">
              <a:defRPr sz="1500" b="0">
                <a:solidFill>
                  <a:srgbClr val="11283F"/>
                </a:solidFill>
              </a:defRPr>
            </a:lvl3pPr>
            <a:lvl4pPr algn="l">
              <a:defRPr sz="1500" b="0">
                <a:solidFill>
                  <a:srgbClr val="11283F"/>
                </a:solidFill>
              </a:defRPr>
            </a:lvl4pPr>
            <a:lvl5pPr algn="l">
              <a:defRPr sz="1500" b="0">
                <a:solidFill>
                  <a:srgbClr val="11283F"/>
                </a:solidFill>
              </a:defRPr>
            </a:lvl5pPr>
            <a:lvl6pPr algn="l">
              <a:defRPr sz="1500" b="0">
                <a:solidFill>
                  <a:srgbClr val="11283F"/>
                </a:solidFill>
              </a:defRPr>
            </a:lvl6pPr>
            <a:lvl7pPr algn="l">
              <a:defRPr sz="1500" b="0">
                <a:solidFill>
                  <a:srgbClr val="11283F"/>
                </a:solidFill>
              </a:defRPr>
            </a:lvl7pPr>
            <a:lvl8pPr algn="l">
              <a:defRPr sz="1500" b="0">
                <a:solidFill>
                  <a:srgbClr val="11283F"/>
                </a:solidFill>
              </a:defRPr>
            </a:lvl8pPr>
            <a:lvl9pPr algn="l">
              <a:defRPr sz="1500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1283F"/>
                </a:solidFill>
              </a:defRPr>
            </a:pPr>
            <a:r>
              <a:rPr sz="1500" b="0">
                <a:solidFill>
                  <a:srgbClr val="11283F"/>
                </a:solidFill>
              </a:rPr>
              <a:t>The magnetic dampers approximate viscous damping over the operating range.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9C56D5-2264-4D5E-8DC0-F071430C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238750"/>
            <a:ext cx="962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8B1E2D"/>
                </a:solidFill>
              </a:defRPr>
            </a:defPPr>
            <a:lvl1pPr algn="ctr">
              <a:defRPr sz="1500" b="1">
                <a:solidFill>
                  <a:srgbClr val="8B1E2D"/>
                </a:solidFill>
              </a:defRPr>
            </a:lvl1pPr>
            <a:lvl2pPr algn="ctr">
              <a:defRPr sz="1500" b="1">
                <a:solidFill>
                  <a:srgbClr val="8B1E2D"/>
                </a:solidFill>
              </a:defRPr>
            </a:lvl2pPr>
            <a:lvl3pPr algn="ctr">
              <a:defRPr sz="1500" b="1">
                <a:solidFill>
                  <a:srgbClr val="8B1E2D"/>
                </a:solidFill>
              </a:defRPr>
            </a:lvl3pPr>
            <a:lvl4pPr algn="ctr">
              <a:defRPr sz="1500" b="1">
                <a:solidFill>
                  <a:srgbClr val="8B1E2D"/>
                </a:solidFill>
              </a:defRPr>
            </a:lvl4pPr>
            <a:lvl5pPr algn="ctr">
              <a:defRPr sz="1500" b="1">
                <a:solidFill>
                  <a:srgbClr val="8B1E2D"/>
                </a:solidFill>
              </a:defRPr>
            </a:lvl5pPr>
            <a:lvl6pPr algn="ctr">
              <a:defRPr sz="1500" b="1">
                <a:solidFill>
                  <a:srgbClr val="8B1E2D"/>
                </a:solidFill>
              </a:defRPr>
            </a:lvl6pPr>
            <a:lvl7pPr algn="ctr">
              <a:defRPr sz="1500" b="1">
                <a:solidFill>
                  <a:srgbClr val="8B1E2D"/>
                </a:solidFill>
              </a:defRPr>
            </a:lvl7pPr>
            <a:lvl8pPr algn="ctr">
              <a:defRPr sz="1500" b="1">
                <a:solidFill>
                  <a:srgbClr val="8B1E2D"/>
                </a:solidFill>
              </a:defRPr>
            </a:lvl8pPr>
            <a:lvl9pPr algn="ctr">
              <a:defRPr sz="1500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8B1E2D"/>
                </a:solidFill>
              </a:defRPr>
            </a:pPr>
            <a:r>
              <a:rPr sz="1500" b="1">
                <a:solidFill>
                  <a:srgbClr val="8B1E2D"/>
                </a:solidFill>
              </a:rPr>
              <a:t>We model several loss mechanisms with one equivalent coefficient c. The model is useful only if the measured envelope resembles an exponential.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EE7A47-8959-4C12-BAF9-A046A59D9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5B6873"/>
                </a:solidFill>
              </a:defRPr>
            </a:defPPr>
            <a:lvl1pPr algn="r">
              <a:defRPr sz="825" b="0">
                <a:solidFill>
                  <a:srgbClr val="5B6873"/>
                </a:solidFill>
              </a:defRPr>
            </a:lvl1pPr>
            <a:lvl2pPr algn="r">
              <a:defRPr sz="825" b="0">
                <a:solidFill>
                  <a:srgbClr val="5B6873"/>
                </a:solidFill>
              </a:defRPr>
            </a:lvl2pPr>
            <a:lvl3pPr algn="r">
              <a:defRPr sz="825" b="0">
                <a:solidFill>
                  <a:srgbClr val="5B6873"/>
                </a:solidFill>
              </a:defRPr>
            </a:lvl3pPr>
            <a:lvl4pPr algn="r">
              <a:defRPr sz="825" b="0">
                <a:solidFill>
                  <a:srgbClr val="5B6873"/>
                </a:solidFill>
              </a:defRPr>
            </a:lvl4pPr>
            <a:lvl5pPr algn="r">
              <a:defRPr sz="825" b="0">
                <a:solidFill>
                  <a:srgbClr val="5B6873"/>
                </a:solidFill>
              </a:defRPr>
            </a:lvl5pPr>
            <a:lvl6pPr algn="r">
              <a:defRPr sz="825" b="0">
                <a:solidFill>
                  <a:srgbClr val="5B6873"/>
                </a:solidFill>
              </a:defRPr>
            </a:lvl6pPr>
            <a:lvl7pPr algn="r">
              <a:defRPr sz="825" b="0">
                <a:solidFill>
                  <a:srgbClr val="5B6873"/>
                </a:solidFill>
              </a:defRPr>
            </a:lvl7pPr>
            <a:lvl8pPr algn="r">
              <a:defRPr sz="825" b="0">
                <a:solidFill>
                  <a:srgbClr val="5B6873"/>
                </a:solidFill>
              </a:defRPr>
            </a:lvl8pPr>
            <a:lvl9pPr algn="r">
              <a:defRPr sz="825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5B6873"/>
                </a:solidFill>
              </a:defRPr>
            </a:pPr>
            <a:r>
              <a:rPr sz="825" b="0">
                <a:solidFill>
                  <a:srgbClr val="5B6873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229612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E71BB8-2230-4842-9A0C-97FD861E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05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8B1E2D"/>
                </a:solidFill>
              </a:defRPr>
            </a:defPPr>
            <a:lvl1pPr algn="l">
              <a:defRPr sz="1050" b="1">
                <a:solidFill>
                  <a:srgbClr val="8B1E2D"/>
                </a:solidFill>
              </a:defRPr>
            </a:lvl1pPr>
            <a:lvl2pPr algn="l">
              <a:defRPr sz="1050" b="1">
                <a:solidFill>
                  <a:srgbClr val="8B1E2D"/>
                </a:solidFill>
              </a:defRPr>
            </a:lvl2pPr>
            <a:lvl3pPr algn="l">
              <a:defRPr sz="1050" b="1">
                <a:solidFill>
                  <a:srgbClr val="8B1E2D"/>
                </a:solidFill>
              </a:defRPr>
            </a:lvl3pPr>
            <a:lvl4pPr algn="l">
              <a:defRPr sz="1050" b="1">
                <a:solidFill>
                  <a:srgbClr val="8B1E2D"/>
                </a:solidFill>
              </a:defRPr>
            </a:lvl4pPr>
            <a:lvl5pPr algn="l">
              <a:defRPr sz="1050" b="1">
                <a:solidFill>
                  <a:srgbClr val="8B1E2D"/>
                </a:solidFill>
              </a:defRPr>
            </a:lvl5pPr>
            <a:lvl6pPr algn="l">
              <a:defRPr sz="1050" b="1">
                <a:solidFill>
                  <a:srgbClr val="8B1E2D"/>
                </a:solidFill>
              </a:defRPr>
            </a:lvl6pPr>
            <a:lvl7pPr algn="l">
              <a:defRPr sz="1050" b="1">
                <a:solidFill>
                  <a:srgbClr val="8B1E2D"/>
                </a:solidFill>
              </a:defRPr>
            </a:lvl7pPr>
            <a:lvl8pPr algn="l">
              <a:defRPr sz="1050" b="1">
                <a:solidFill>
                  <a:srgbClr val="8B1E2D"/>
                </a:solidFill>
              </a:defRPr>
            </a:lvl8pPr>
            <a:lvl9pPr algn="l">
              <a:defRPr sz="1050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8B1E2D"/>
                </a:solidFill>
              </a:defRPr>
            </a:pPr>
            <a:r>
              <a:rPr sz="1050" b="1">
                <a:solidFill>
                  <a:srgbClr val="8B1E2D"/>
                </a:solidFill>
              </a:rPr>
              <a:t>MIE 402  |  STANDARD 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C5297-E5F5-4C3F-A30B-3665A450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0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0">
                <a:solidFill>
                  <a:srgbClr val="5B6873"/>
                </a:solidFill>
              </a:defRPr>
            </a:defPPr>
            <a:lvl1pPr algn="r">
              <a:defRPr sz="975" b="0">
                <a:solidFill>
                  <a:srgbClr val="5B6873"/>
                </a:solidFill>
              </a:defRPr>
            </a:lvl1pPr>
            <a:lvl2pPr algn="r">
              <a:defRPr sz="975" b="0">
                <a:solidFill>
                  <a:srgbClr val="5B6873"/>
                </a:solidFill>
              </a:defRPr>
            </a:lvl2pPr>
            <a:lvl3pPr algn="r">
              <a:defRPr sz="975" b="0">
                <a:solidFill>
                  <a:srgbClr val="5B6873"/>
                </a:solidFill>
              </a:defRPr>
            </a:lvl3pPr>
            <a:lvl4pPr algn="r">
              <a:defRPr sz="975" b="0">
                <a:solidFill>
                  <a:srgbClr val="5B6873"/>
                </a:solidFill>
              </a:defRPr>
            </a:lvl4pPr>
            <a:lvl5pPr algn="r">
              <a:defRPr sz="975" b="0">
                <a:solidFill>
                  <a:srgbClr val="5B6873"/>
                </a:solidFill>
              </a:defRPr>
            </a:lvl5pPr>
            <a:lvl6pPr algn="r">
              <a:defRPr sz="975" b="0">
                <a:solidFill>
                  <a:srgbClr val="5B6873"/>
                </a:solidFill>
              </a:defRPr>
            </a:lvl6pPr>
            <a:lvl7pPr algn="r">
              <a:defRPr sz="975" b="0">
                <a:solidFill>
                  <a:srgbClr val="5B6873"/>
                </a:solidFill>
              </a:defRPr>
            </a:lvl7pPr>
            <a:lvl8pPr algn="r">
              <a:defRPr sz="975" b="0">
                <a:solidFill>
                  <a:srgbClr val="5B6873"/>
                </a:solidFill>
              </a:defRPr>
            </a:lvl8pPr>
            <a:lvl9pPr algn="r">
              <a:defRPr sz="975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5B6873"/>
                </a:solidFill>
              </a:defRPr>
            </a:pPr>
            <a:r>
              <a:rPr sz="975" b="0">
                <a:solidFill>
                  <a:srgbClr val="5B6873"/>
                </a:solidFill>
              </a:rPr>
              <a:t>20–22 min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509FD2-8694-47A2-B062-77582756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11287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11111"/>
                </a:solidFill>
              </a:defRPr>
            </a:defPPr>
            <a:lvl1pPr algn="l">
              <a:defRPr sz="2325" b="1">
                <a:solidFill>
                  <a:srgbClr val="111111"/>
                </a:solidFill>
              </a:defRPr>
            </a:lvl1pPr>
            <a:lvl2pPr algn="l">
              <a:defRPr sz="2325" b="1">
                <a:solidFill>
                  <a:srgbClr val="111111"/>
                </a:solidFill>
              </a:defRPr>
            </a:lvl2pPr>
            <a:lvl3pPr algn="l">
              <a:defRPr sz="2325" b="1">
                <a:solidFill>
                  <a:srgbClr val="111111"/>
                </a:solidFill>
              </a:defRPr>
            </a:lvl3pPr>
            <a:lvl4pPr algn="l">
              <a:defRPr sz="2325" b="1">
                <a:solidFill>
                  <a:srgbClr val="111111"/>
                </a:solidFill>
              </a:defRPr>
            </a:lvl4pPr>
            <a:lvl5pPr algn="l">
              <a:defRPr sz="2325" b="1">
                <a:solidFill>
                  <a:srgbClr val="111111"/>
                </a:solidFill>
              </a:defRPr>
            </a:lvl5pPr>
            <a:lvl6pPr algn="l">
              <a:defRPr sz="2325" b="1">
                <a:solidFill>
                  <a:srgbClr val="111111"/>
                </a:solidFill>
              </a:defRPr>
            </a:lvl6pPr>
            <a:lvl7pPr algn="l">
              <a:defRPr sz="2325" b="1">
                <a:solidFill>
                  <a:srgbClr val="111111"/>
                </a:solidFill>
              </a:defRPr>
            </a:lvl7pPr>
            <a:lvl8pPr algn="l">
              <a:defRPr sz="2325" b="1">
                <a:solidFill>
                  <a:srgbClr val="111111"/>
                </a:solidFill>
              </a:defRPr>
            </a:lvl8pPr>
            <a:lvl9pPr algn="l">
              <a:defRPr sz="2325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Damping ratio classifies the response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A6A221-8E81-4CD3-9455-3D342FB7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5730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9ED5AC-ED64-410A-8179-A6BFE68A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485900"/>
            <a:ext cx="51054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8F5F0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F9DA31-DF6F-4739-ADDD-D64A1B16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52400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111111"/>
                </a:solidFill>
              </a:defRPr>
            </a:defPPr>
            <a:lvl1pPr algn="ctr">
              <a:defRPr sz="2175" b="0">
                <a:solidFill>
                  <a:srgbClr val="111111"/>
                </a:solidFill>
              </a:defRPr>
            </a:lvl1pPr>
            <a:lvl2pPr algn="ctr">
              <a:defRPr sz="2175" b="0">
                <a:solidFill>
                  <a:srgbClr val="111111"/>
                </a:solidFill>
              </a:defRPr>
            </a:lvl2pPr>
            <a:lvl3pPr algn="ctr">
              <a:defRPr sz="2175" b="0">
                <a:solidFill>
                  <a:srgbClr val="111111"/>
                </a:solidFill>
              </a:defRPr>
            </a:lvl3pPr>
            <a:lvl4pPr algn="ctr">
              <a:defRPr sz="2175" b="0">
                <a:solidFill>
                  <a:srgbClr val="111111"/>
                </a:solidFill>
              </a:defRPr>
            </a:lvl4pPr>
            <a:lvl5pPr algn="ctr">
              <a:defRPr sz="2175" b="0">
                <a:solidFill>
                  <a:srgbClr val="111111"/>
                </a:solidFill>
              </a:defRPr>
            </a:lvl5pPr>
            <a:lvl6pPr algn="ctr">
              <a:defRPr sz="2175" b="0">
                <a:solidFill>
                  <a:srgbClr val="111111"/>
                </a:solidFill>
              </a:defRPr>
            </a:lvl6pPr>
            <a:lvl7pPr algn="ctr">
              <a:defRPr sz="2175" b="0">
                <a:solidFill>
                  <a:srgbClr val="111111"/>
                </a:solidFill>
              </a:defRPr>
            </a:lvl7pPr>
            <a:lvl8pPr algn="ctr">
              <a:defRPr sz="2175" b="0">
                <a:solidFill>
                  <a:srgbClr val="111111"/>
                </a:solidFill>
              </a:defRPr>
            </a:lvl8pPr>
            <a:lvl9pPr algn="ctr">
              <a:defRPr sz="2175" b="0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111111"/>
                </a:solidFill>
              </a:defRPr>
            </a:pPr>
            <a:r>
              <a:rPr sz="2175" b="0">
                <a:solidFill>
                  <a:srgbClr val="111111"/>
                </a:solidFill>
              </a:rPr>
              <a:t>ẍ + 2ζωₙ ẋ + ωₙ² x = 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C5102D-50F6-48B9-8F77-1F43ECA7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438400"/>
            <a:ext cx="39624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8F5F0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8A9E49-F9E4-4B47-8F1D-2075816E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76500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111111"/>
                </a:solidFill>
              </a:defRPr>
            </a:defPPr>
            <a:lvl1pPr algn="ctr">
              <a:defRPr sz="2175" b="0">
                <a:solidFill>
                  <a:srgbClr val="111111"/>
                </a:solidFill>
              </a:defRPr>
            </a:lvl1pPr>
            <a:lvl2pPr algn="ctr">
              <a:defRPr sz="2175" b="0">
                <a:solidFill>
                  <a:srgbClr val="111111"/>
                </a:solidFill>
              </a:defRPr>
            </a:lvl2pPr>
            <a:lvl3pPr algn="ctr">
              <a:defRPr sz="2175" b="0">
                <a:solidFill>
                  <a:srgbClr val="111111"/>
                </a:solidFill>
              </a:defRPr>
            </a:lvl3pPr>
            <a:lvl4pPr algn="ctr">
              <a:defRPr sz="2175" b="0">
                <a:solidFill>
                  <a:srgbClr val="111111"/>
                </a:solidFill>
              </a:defRPr>
            </a:lvl4pPr>
            <a:lvl5pPr algn="ctr">
              <a:defRPr sz="2175" b="0">
                <a:solidFill>
                  <a:srgbClr val="111111"/>
                </a:solidFill>
              </a:defRPr>
            </a:lvl5pPr>
            <a:lvl6pPr algn="ctr">
              <a:defRPr sz="2175" b="0">
                <a:solidFill>
                  <a:srgbClr val="111111"/>
                </a:solidFill>
              </a:defRPr>
            </a:lvl6pPr>
            <a:lvl7pPr algn="ctr">
              <a:defRPr sz="2175" b="0">
                <a:solidFill>
                  <a:srgbClr val="111111"/>
                </a:solidFill>
              </a:defRPr>
            </a:lvl7pPr>
            <a:lvl8pPr algn="ctr">
              <a:defRPr sz="2175" b="0">
                <a:solidFill>
                  <a:srgbClr val="111111"/>
                </a:solidFill>
              </a:defRPr>
            </a:lvl8pPr>
            <a:lvl9pPr algn="ctr">
              <a:defRPr sz="2175" b="0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111111"/>
                </a:solidFill>
              </a:defRPr>
            </a:pPr>
            <a:r>
              <a:rPr sz="2175" b="0">
                <a:solidFill>
                  <a:srgbClr val="111111"/>
                </a:solidFill>
              </a:rPr>
              <a:t>ζ = c / (2√km)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82B0AE-345D-4D73-BF3F-E5F52B33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14750"/>
            <a:ext cx="34290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ECEC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69C1C5-F9E4-45D9-96F2-F1BBB019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7667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8B1E2D"/>
                </a:solidFill>
              </a:defRPr>
            </a:defPPr>
            <a:lvl1pPr algn="ctr">
              <a:defRPr sz="1800" b="1">
                <a:solidFill>
                  <a:srgbClr val="8B1E2D"/>
                </a:solidFill>
              </a:defRPr>
            </a:lvl1pPr>
            <a:lvl2pPr algn="ctr">
              <a:defRPr sz="1800" b="1">
                <a:solidFill>
                  <a:srgbClr val="8B1E2D"/>
                </a:solidFill>
              </a:defRPr>
            </a:lvl2pPr>
            <a:lvl3pPr algn="ctr">
              <a:defRPr sz="1800" b="1">
                <a:solidFill>
                  <a:srgbClr val="8B1E2D"/>
                </a:solidFill>
              </a:defRPr>
            </a:lvl3pPr>
            <a:lvl4pPr algn="ctr">
              <a:defRPr sz="1800" b="1">
                <a:solidFill>
                  <a:srgbClr val="8B1E2D"/>
                </a:solidFill>
              </a:defRPr>
            </a:lvl4pPr>
            <a:lvl5pPr algn="ctr">
              <a:defRPr sz="1800" b="1">
                <a:solidFill>
                  <a:srgbClr val="8B1E2D"/>
                </a:solidFill>
              </a:defRPr>
            </a:lvl5pPr>
            <a:lvl6pPr algn="ctr">
              <a:defRPr sz="1800" b="1">
                <a:solidFill>
                  <a:srgbClr val="8B1E2D"/>
                </a:solidFill>
              </a:defRPr>
            </a:lvl6pPr>
            <a:lvl7pPr algn="ctr">
              <a:defRPr sz="1800" b="1">
                <a:solidFill>
                  <a:srgbClr val="8B1E2D"/>
                </a:solidFill>
              </a:defRPr>
            </a:lvl7pPr>
            <a:lvl8pPr algn="ctr">
              <a:defRPr sz="1800" b="1">
                <a:solidFill>
                  <a:srgbClr val="8B1E2D"/>
                </a:solidFill>
              </a:defRPr>
            </a:lvl8pPr>
            <a:lvl9pPr algn="ctr">
              <a:defRPr sz="1800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8B1E2D"/>
                </a:solidFill>
              </a:defRPr>
            </a:pPr>
            <a:r>
              <a:rPr sz="1800" b="1">
                <a:solidFill>
                  <a:srgbClr val="8B1E2D"/>
                </a:solidFill>
              </a:rPr>
              <a:t>0 &lt; ζ &lt;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C47AFF-57C0-4BEA-8562-4B108373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33875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1283F"/>
                </a:solidFill>
              </a:defRPr>
            </a:defPPr>
            <a:lvl1pPr algn="ctr">
              <a:defRPr sz="1575" b="1">
                <a:solidFill>
                  <a:srgbClr val="11283F"/>
                </a:solidFill>
              </a:defRPr>
            </a:lvl1pPr>
            <a:lvl2pPr algn="ctr">
              <a:defRPr sz="1575" b="1">
                <a:solidFill>
                  <a:srgbClr val="11283F"/>
                </a:solidFill>
              </a:defRPr>
            </a:lvl2pPr>
            <a:lvl3pPr algn="ctr">
              <a:defRPr sz="1575" b="1">
                <a:solidFill>
                  <a:srgbClr val="11283F"/>
                </a:solidFill>
              </a:defRPr>
            </a:lvl3pPr>
            <a:lvl4pPr algn="ctr">
              <a:defRPr sz="1575" b="1">
                <a:solidFill>
                  <a:srgbClr val="11283F"/>
                </a:solidFill>
              </a:defRPr>
            </a:lvl4pPr>
            <a:lvl5pPr algn="ctr">
              <a:defRPr sz="1575" b="1">
                <a:solidFill>
                  <a:srgbClr val="11283F"/>
                </a:solidFill>
              </a:defRPr>
            </a:lvl5pPr>
            <a:lvl6pPr algn="ctr">
              <a:defRPr sz="1575" b="1">
                <a:solidFill>
                  <a:srgbClr val="11283F"/>
                </a:solidFill>
              </a:defRPr>
            </a:lvl6pPr>
            <a:lvl7pPr algn="ctr">
              <a:defRPr sz="1575" b="1">
                <a:solidFill>
                  <a:srgbClr val="11283F"/>
                </a:solidFill>
              </a:defRPr>
            </a:lvl7pPr>
            <a:lvl8pPr algn="ctr">
              <a:defRPr sz="1575" b="1">
                <a:solidFill>
                  <a:srgbClr val="11283F"/>
                </a:solidFill>
              </a:defRPr>
            </a:lvl8pPr>
            <a:lvl9pPr algn="ctr">
              <a:defRPr sz="1575" b="1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1283F"/>
                </a:solidFill>
              </a:defRPr>
            </a:pPr>
            <a:r>
              <a:rPr sz="1575" b="1">
                <a:solidFill>
                  <a:srgbClr val="11283F"/>
                </a:solidFill>
              </a:rPr>
              <a:t>underdamped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5BD200-6D38-45B4-97D0-D36646AB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339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5B6873"/>
                </a:solidFill>
              </a:defRPr>
            </a:defPPr>
            <a:lvl1pPr algn="ctr">
              <a:defRPr sz="1350" b="0">
                <a:solidFill>
                  <a:srgbClr val="5B6873"/>
                </a:solidFill>
              </a:defRPr>
            </a:lvl1pPr>
            <a:lvl2pPr algn="ctr">
              <a:defRPr sz="1350" b="0">
                <a:solidFill>
                  <a:srgbClr val="5B6873"/>
                </a:solidFill>
              </a:defRPr>
            </a:lvl2pPr>
            <a:lvl3pPr algn="ctr">
              <a:defRPr sz="1350" b="0">
                <a:solidFill>
                  <a:srgbClr val="5B6873"/>
                </a:solidFill>
              </a:defRPr>
            </a:lvl3pPr>
            <a:lvl4pPr algn="ctr">
              <a:defRPr sz="1350" b="0">
                <a:solidFill>
                  <a:srgbClr val="5B6873"/>
                </a:solidFill>
              </a:defRPr>
            </a:lvl4pPr>
            <a:lvl5pPr algn="ctr">
              <a:defRPr sz="1350" b="0">
                <a:solidFill>
                  <a:srgbClr val="5B6873"/>
                </a:solidFill>
              </a:defRPr>
            </a:lvl5pPr>
            <a:lvl6pPr algn="ctr">
              <a:defRPr sz="1350" b="0">
                <a:solidFill>
                  <a:srgbClr val="5B6873"/>
                </a:solidFill>
              </a:defRPr>
            </a:lvl6pPr>
            <a:lvl7pPr algn="ctr">
              <a:defRPr sz="1350" b="0">
                <a:solidFill>
                  <a:srgbClr val="5B6873"/>
                </a:solidFill>
              </a:defRPr>
            </a:lvl7pPr>
            <a:lvl8pPr algn="ctr">
              <a:defRPr sz="1350" b="0">
                <a:solidFill>
                  <a:srgbClr val="5B6873"/>
                </a:solidFill>
              </a:defRPr>
            </a:lvl8pPr>
            <a:lvl9pPr algn="ctr">
              <a:defRPr sz="1350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B6873"/>
                </a:solidFill>
              </a:defRPr>
            </a:pPr>
            <a:r>
              <a:rPr sz="1350" b="0">
                <a:solidFill>
                  <a:srgbClr val="5B6873"/>
                </a:solidFill>
              </a:rPr>
              <a:t>oscillates and decays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65615E-03D8-449D-BBE0-6EB1D003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34290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5F0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00E6B2-8469-4670-B077-F47FA669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7667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8B1E2D"/>
                </a:solidFill>
              </a:defRPr>
            </a:defPPr>
            <a:lvl1pPr algn="ctr">
              <a:defRPr sz="1800" b="1">
                <a:solidFill>
                  <a:srgbClr val="8B1E2D"/>
                </a:solidFill>
              </a:defRPr>
            </a:lvl1pPr>
            <a:lvl2pPr algn="ctr">
              <a:defRPr sz="1800" b="1">
                <a:solidFill>
                  <a:srgbClr val="8B1E2D"/>
                </a:solidFill>
              </a:defRPr>
            </a:lvl2pPr>
            <a:lvl3pPr algn="ctr">
              <a:defRPr sz="1800" b="1">
                <a:solidFill>
                  <a:srgbClr val="8B1E2D"/>
                </a:solidFill>
              </a:defRPr>
            </a:lvl3pPr>
            <a:lvl4pPr algn="ctr">
              <a:defRPr sz="1800" b="1">
                <a:solidFill>
                  <a:srgbClr val="8B1E2D"/>
                </a:solidFill>
              </a:defRPr>
            </a:lvl4pPr>
            <a:lvl5pPr algn="ctr">
              <a:defRPr sz="1800" b="1">
                <a:solidFill>
                  <a:srgbClr val="8B1E2D"/>
                </a:solidFill>
              </a:defRPr>
            </a:lvl5pPr>
            <a:lvl6pPr algn="ctr">
              <a:defRPr sz="1800" b="1">
                <a:solidFill>
                  <a:srgbClr val="8B1E2D"/>
                </a:solidFill>
              </a:defRPr>
            </a:lvl6pPr>
            <a:lvl7pPr algn="ctr">
              <a:defRPr sz="1800" b="1">
                <a:solidFill>
                  <a:srgbClr val="8B1E2D"/>
                </a:solidFill>
              </a:defRPr>
            </a:lvl7pPr>
            <a:lvl8pPr algn="ctr">
              <a:defRPr sz="1800" b="1">
                <a:solidFill>
                  <a:srgbClr val="8B1E2D"/>
                </a:solidFill>
              </a:defRPr>
            </a:lvl8pPr>
            <a:lvl9pPr algn="ctr">
              <a:defRPr sz="1800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8B1E2D"/>
                </a:solidFill>
              </a:defRPr>
            </a:pPr>
            <a:r>
              <a:rPr sz="1800" b="1">
                <a:solidFill>
                  <a:srgbClr val="8B1E2D"/>
                </a:solidFill>
              </a:rPr>
              <a:t>ζ =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01A958-C2B1-4C70-9D02-A6E1CD54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33875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1283F"/>
                </a:solidFill>
              </a:defRPr>
            </a:defPPr>
            <a:lvl1pPr algn="ctr">
              <a:defRPr sz="1575" b="1">
                <a:solidFill>
                  <a:srgbClr val="11283F"/>
                </a:solidFill>
              </a:defRPr>
            </a:lvl1pPr>
            <a:lvl2pPr algn="ctr">
              <a:defRPr sz="1575" b="1">
                <a:solidFill>
                  <a:srgbClr val="11283F"/>
                </a:solidFill>
              </a:defRPr>
            </a:lvl2pPr>
            <a:lvl3pPr algn="ctr">
              <a:defRPr sz="1575" b="1">
                <a:solidFill>
                  <a:srgbClr val="11283F"/>
                </a:solidFill>
              </a:defRPr>
            </a:lvl3pPr>
            <a:lvl4pPr algn="ctr">
              <a:defRPr sz="1575" b="1">
                <a:solidFill>
                  <a:srgbClr val="11283F"/>
                </a:solidFill>
              </a:defRPr>
            </a:lvl4pPr>
            <a:lvl5pPr algn="ctr">
              <a:defRPr sz="1575" b="1">
                <a:solidFill>
                  <a:srgbClr val="11283F"/>
                </a:solidFill>
              </a:defRPr>
            </a:lvl5pPr>
            <a:lvl6pPr algn="ctr">
              <a:defRPr sz="1575" b="1">
                <a:solidFill>
                  <a:srgbClr val="11283F"/>
                </a:solidFill>
              </a:defRPr>
            </a:lvl6pPr>
            <a:lvl7pPr algn="ctr">
              <a:defRPr sz="1575" b="1">
                <a:solidFill>
                  <a:srgbClr val="11283F"/>
                </a:solidFill>
              </a:defRPr>
            </a:lvl7pPr>
            <a:lvl8pPr algn="ctr">
              <a:defRPr sz="1575" b="1">
                <a:solidFill>
                  <a:srgbClr val="11283F"/>
                </a:solidFill>
              </a:defRPr>
            </a:lvl8pPr>
            <a:lvl9pPr algn="ctr">
              <a:defRPr sz="1575" b="1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1283F"/>
                </a:solidFill>
              </a:defRPr>
            </a:pPr>
            <a:r>
              <a:rPr sz="1575" b="1">
                <a:solidFill>
                  <a:srgbClr val="11283F"/>
                </a:solidFill>
              </a:rPr>
              <a:t>critical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60D548-9603-4975-B371-025ADAE4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7339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5B6873"/>
                </a:solidFill>
              </a:defRPr>
            </a:defPPr>
            <a:lvl1pPr algn="ctr">
              <a:defRPr sz="1350" b="0">
                <a:solidFill>
                  <a:srgbClr val="5B6873"/>
                </a:solidFill>
              </a:defRPr>
            </a:lvl1pPr>
            <a:lvl2pPr algn="ctr">
              <a:defRPr sz="1350" b="0">
                <a:solidFill>
                  <a:srgbClr val="5B6873"/>
                </a:solidFill>
              </a:defRPr>
            </a:lvl2pPr>
            <a:lvl3pPr algn="ctr">
              <a:defRPr sz="1350" b="0">
                <a:solidFill>
                  <a:srgbClr val="5B6873"/>
                </a:solidFill>
              </a:defRPr>
            </a:lvl3pPr>
            <a:lvl4pPr algn="ctr">
              <a:defRPr sz="1350" b="0">
                <a:solidFill>
                  <a:srgbClr val="5B6873"/>
                </a:solidFill>
              </a:defRPr>
            </a:lvl4pPr>
            <a:lvl5pPr algn="ctr">
              <a:defRPr sz="1350" b="0">
                <a:solidFill>
                  <a:srgbClr val="5B6873"/>
                </a:solidFill>
              </a:defRPr>
            </a:lvl5pPr>
            <a:lvl6pPr algn="ctr">
              <a:defRPr sz="1350" b="0">
                <a:solidFill>
                  <a:srgbClr val="5B6873"/>
                </a:solidFill>
              </a:defRPr>
            </a:lvl6pPr>
            <a:lvl7pPr algn="ctr">
              <a:defRPr sz="1350" b="0">
                <a:solidFill>
                  <a:srgbClr val="5B6873"/>
                </a:solidFill>
              </a:defRPr>
            </a:lvl7pPr>
            <a:lvl8pPr algn="ctr">
              <a:defRPr sz="1350" b="0">
                <a:solidFill>
                  <a:srgbClr val="5B6873"/>
                </a:solidFill>
              </a:defRPr>
            </a:lvl8pPr>
            <a:lvl9pPr algn="ctr">
              <a:defRPr sz="1350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B6873"/>
                </a:solidFill>
              </a:defRPr>
            </a:pPr>
            <a:r>
              <a:rPr sz="1350" b="0">
                <a:solidFill>
                  <a:srgbClr val="5B6873"/>
                </a:solidFill>
              </a:rPr>
              <a:t>fastest nonoscillatory return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034C16-A7C6-46D1-97DA-4061C1B4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714750"/>
            <a:ext cx="34290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5F0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6133C8-2F6E-4E66-BB82-C9FFD7A6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87667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8B1E2D"/>
                </a:solidFill>
              </a:defRPr>
            </a:defPPr>
            <a:lvl1pPr algn="ctr">
              <a:defRPr sz="1800" b="1">
                <a:solidFill>
                  <a:srgbClr val="8B1E2D"/>
                </a:solidFill>
              </a:defRPr>
            </a:lvl1pPr>
            <a:lvl2pPr algn="ctr">
              <a:defRPr sz="1800" b="1">
                <a:solidFill>
                  <a:srgbClr val="8B1E2D"/>
                </a:solidFill>
              </a:defRPr>
            </a:lvl2pPr>
            <a:lvl3pPr algn="ctr">
              <a:defRPr sz="1800" b="1">
                <a:solidFill>
                  <a:srgbClr val="8B1E2D"/>
                </a:solidFill>
              </a:defRPr>
            </a:lvl3pPr>
            <a:lvl4pPr algn="ctr">
              <a:defRPr sz="1800" b="1">
                <a:solidFill>
                  <a:srgbClr val="8B1E2D"/>
                </a:solidFill>
              </a:defRPr>
            </a:lvl4pPr>
            <a:lvl5pPr algn="ctr">
              <a:defRPr sz="1800" b="1">
                <a:solidFill>
                  <a:srgbClr val="8B1E2D"/>
                </a:solidFill>
              </a:defRPr>
            </a:lvl5pPr>
            <a:lvl6pPr algn="ctr">
              <a:defRPr sz="1800" b="1">
                <a:solidFill>
                  <a:srgbClr val="8B1E2D"/>
                </a:solidFill>
              </a:defRPr>
            </a:lvl6pPr>
            <a:lvl7pPr algn="ctr">
              <a:defRPr sz="1800" b="1">
                <a:solidFill>
                  <a:srgbClr val="8B1E2D"/>
                </a:solidFill>
              </a:defRPr>
            </a:lvl7pPr>
            <a:lvl8pPr algn="ctr">
              <a:defRPr sz="1800" b="1">
                <a:solidFill>
                  <a:srgbClr val="8B1E2D"/>
                </a:solidFill>
              </a:defRPr>
            </a:lvl8pPr>
            <a:lvl9pPr algn="ctr">
              <a:defRPr sz="1800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8B1E2D"/>
                </a:solidFill>
              </a:defRPr>
            </a:pPr>
            <a:r>
              <a:rPr sz="1800" b="1">
                <a:solidFill>
                  <a:srgbClr val="8B1E2D"/>
                </a:solidFill>
              </a:rPr>
              <a:t>ζ &gt; 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57999F-EB50-469B-A1E1-B217B618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333875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1283F"/>
                </a:solidFill>
              </a:defRPr>
            </a:defPPr>
            <a:lvl1pPr algn="ctr">
              <a:defRPr sz="1575" b="1">
                <a:solidFill>
                  <a:srgbClr val="11283F"/>
                </a:solidFill>
              </a:defRPr>
            </a:lvl1pPr>
            <a:lvl2pPr algn="ctr">
              <a:defRPr sz="1575" b="1">
                <a:solidFill>
                  <a:srgbClr val="11283F"/>
                </a:solidFill>
              </a:defRPr>
            </a:lvl2pPr>
            <a:lvl3pPr algn="ctr">
              <a:defRPr sz="1575" b="1">
                <a:solidFill>
                  <a:srgbClr val="11283F"/>
                </a:solidFill>
              </a:defRPr>
            </a:lvl3pPr>
            <a:lvl4pPr algn="ctr">
              <a:defRPr sz="1575" b="1">
                <a:solidFill>
                  <a:srgbClr val="11283F"/>
                </a:solidFill>
              </a:defRPr>
            </a:lvl4pPr>
            <a:lvl5pPr algn="ctr">
              <a:defRPr sz="1575" b="1">
                <a:solidFill>
                  <a:srgbClr val="11283F"/>
                </a:solidFill>
              </a:defRPr>
            </a:lvl5pPr>
            <a:lvl6pPr algn="ctr">
              <a:defRPr sz="1575" b="1">
                <a:solidFill>
                  <a:srgbClr val="11283F"/>
                </a:solidFill>
              </a:defRPr>
            </a:lvl6pPr>
            <a:lvl7pPr algn="ctr">
              <a:defRPr sz="1575" b="1">
                <a:solidFill>
                  <a:srgbClr val="11283F"/>
                </a:solidFill>
              </a:defRPr>
            </a:lvl7pPr>
            <a:lvl8pPr algn="ctr">
              <a:defRPr sz="1575" b="1">
                <a:solidFill>
                  <a:srgbClr val="11283F"/>
                </a:solidFill>
              </a:defRPr>
            </a:lvl8pPr>
            <a:lvl9pPr algn="ctr">
              <a:defRPr sz="1575" b="1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1283F"/>
                </a:solidFill>
              </a:defRPr>
            </a:pPr>
            <a:r>
              <a:rPr sz="1575" b="1">
                <a:solidFill>
                  <a:srgbClr val="11283F"/>
                </a:solidFill>
              </a:rPr>
              <a:t>overdamped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EA2845-F06B-4F7B-B009-74AEB47C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339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5B6873"/>
                </a:solidFill>
              </a:defRPr>
            </a:defPPr>
            <a:lvl1pPr algn="ctr">
              <a:defRPr sz="1350" b="0">
                <a:solidFill>
                  <a:srgbClr val="5B6873"/>
                </a:solidFill>
              </a:defRPr>
            </a:lvl1pPr>
            <a:lvl2pPr algn="ctr">
              <a:defRPr sz="1350" b="0">
                <a:solidFill>
                  <a:srgbClr val="5B6873"/>
                </a:solidFill>
              </a:defRPr>
            </a:lvl2pPr>
            <a:lvl3pPr algn="ctr">
              <a:defRPr sz="1350" b="0">
                <a:solidFill>
                  <a:srgbClr val="5B6873"/>
                </a:solidFill>
              </a:defRPr>
            </a:lvl3pPr>
            <a:lvl4pPr algn="ctr">
              <a:defRPr sz="1350" b="0">
                <a:solidFill>
                  <a:srgbClr val="5B6873"/>
                </a:solidFill>
              </a:defRPr>
            </a:lvl4pPr>
            <a:lvl5pPr algn="ctr">
              <a:defRPr sz="1350" b="0">
                <a:solidFill>
                  <a:srgbClr val="5B6873"/>
                </a:solidFill>
              </a:defRPr>
            </a:lvl5pPr>
            <a:lvl6pPr algn="ctr">
              <a:defRPr sz="1350" b="0">
                <a:solidFill>
                  <a:srgbClr val="5B6873"/>
                </a:solidFill>
              </a:defRPr>
            </a:lvl6pPr>
            <a:lvl7pPr algn="ctr">
              <a:defRPr sz="1350" b="0">
                <a:solidFill>
                  <a:srgbClr val="5B6873"/>
                </a:solidFill>
              </a:defRPr>
            </a:lvl7pPr>
            <a:lvl8pPr algn="ctr">
              <a:defRPr sz="1350" b="0">
                <a:solidFill>
                  <a:srgbClr val="5B6873"/>
                </a:solidFill>
              </a:defRPr>
            </a:lvl8pPr>
            <a:lvl9pPr algn="ctr">
              <a:defRPr sz="1350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B6873"/>
                </a:solidFill>
              </a:defRPr>
            </a:pPr>
            <a:r>
              <a:rPr sz="1350" b="0">
                <a:solidFill>
                  <a:srgbClr val="5B6873"/>
                </a:solidFill>
              </a:rPr>
              <a:t>slow nonoscillatory return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13D7D4-155C-40B1-9FB8-1700660E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5B6873"/>
                </a:solidFill>
              </a:defRPr>
            </a:defPPr>
            <a:lvl1pPr algn="r">
              <a:defRPr sz="825" b="0">
                <a:solidFill>
                  <a:srgbClr val="5B6873"/>
                </a:solidFill>
              </a:defRPr>
            </a:lvl1pPr>
            <a:lvl2pPr algn="r">
              <a:defRPr sz="825" b="0">
                <a:solidFill>
                  <a:srgbClr val="5B6873"/>
                </a:solidFill>
              </a:defRPr>
            </a:lvl2pPr>
            <a:lvl3pPr algn="r">
              <a:defRPr sz="825" b="0">
                <a:solidFill>
                  <a:srgbClr val="5B6873"/>
                </a:solidFill>
              </a:defRPr>
            </a:lvl3pPr>
            <a:lvl4pPr algn="r">
              <a:defRPr sz="825" b="0">
                <a:solidFill>
                  <a:srgbClr val="5B6873"/>
                </a:solidFill>
              </a:defRPr>
            </a:lvl4pPr>
            <a:lvl5pPr algn="r">
              <a:defRPr sz="825" b="0">
                <a:solidFill>
                  <a:srgbClr val="5B6873"/>
                </a:solidFill>
              </a:defRPr>
            </a:lvl5pPr>
            <a:lvl6pPr algn="r">
              <a:defRPr sz="825" b="0">
                <a:solidFill>
                  <a:srgbClr val="5B6873"/>
                </a:solidFill>
              </a:defRPr>
            </a:lvl6pPr>
            <a:lvl7pPr algn="r">
              <a:defRPr sz="825" b="0">
                <a:solidFill>
                  <a:srgbClr val="5B6873"/>
                </a:solidFill>
              </a:defRPr>
            </a:lvl7pPr>
            <a:lvl8pPr algn="r">
              <a:defRPr sz="825" b="0">
                <a:solidFill>
                  <a:srgbClr val="5B6873"/>
                </a:solidFill>
              </a:defRPr>
            </a:lvl8pPr>
            <a:lvl9pPr algn="r">
              <a:defRPr sz="825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5B6873"/>
                </a:solidFill>
              </a:defRPr>
            </a:pPr>
            <a:r>
              <a:rPr sz="825" b="0">
                <a:solidFill>
                  <a:srgbClr val="5B6873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269359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9BCB06-06C8-49BE-B539-287FAA41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05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8B1E2D"/>
                </a:solidFill>
              </a:defRPr>
            </a:defPPr>
            <a:lvl1pPr algn="l">
              <a:defRPr sz="1050" b="1">
                <a:solidFill>
                  <a:srgbClr val="8B1E2D"/>
                </a:solidFill>
              </a:defRPr>
            </a:lvl1pPr>
            <a:lvl2pPr algn="l">
              <a:defRPr sz="1050" b="1">
                <a:solidFill>
                  <a:srgbClr val="8B1E2D"/>
                </a:solidFill>
              </a:defRPr>
            </a:lvl2pPr>
            <a:lvl3pPr algn="l">
              <a:defRPr sz="1050" b="1">
                <a:solidFill>
                  <a:srgbClr val="8B1E2D"/>
                </a:solidFill>
              </a:defRPr>
            </a:lvl3pPr>
            <a:lvl4pPr algn="l">
              <a:defRPr sz="1050" b="1">
                <a:solidFill>
                  <a:srgbClr val="8B1E2D"/>
                </a:solidFill>
              </a:defRPr>
            </a:lvl4pPr>
            <a:lvl5pPr algn="l">
              <a:defRPr sz="1050" b="1">
                <a:solidFill>
                  <a:srgbClr val="8B1E2D"/>
                </a:solidFill>
              </a:defRPr>
            </a:lvl5pPr>
            <a:lvl6pPr algn="l">
              <a:defRPr sz="1050" b="1">
                <a:solidFill>
                  <a:srgbClr val="8B1E2D"/>
                </a:solidFill>
              </a:defRPr>
            </a:lvl6pPr>
            <a:lvl7pPr algn="l">
              <a:defRPr sz="1050" b="1">
                <a:solidFill>
                  <a:srgbClr val="8B1E2D"/>
                </a:solidFill>
              </a:defRPr>
            </a:lvl7pPr>
            <a:lvl8pPr algn="l">
              <a:defRPr sz="1050" b="1">
                <a:solidFill>
                  <a:srgbClr val="8B1E2D"/>
                </a:solidFill>
              </a:defRPr>
            </a:lvl8pPr>
            <a:lvl9pPr algn="l">
              <a:defRPr sz="1050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8B1E2D"/>
                </a:solidFill>
              </a:defRPr>
            </a:pPr>
            <a:r>
              <a:rPr sz="1050" b="1">
                <a:solidFill>
                  <a:srgbClr val="8B1E2D"/>
                </a:solidFill>
              </a:rPr>
              <a:t>MIE 402  |  RESPONSE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6EC270-8F52-40DA-B901-17FC6F46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0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0">
                <a:solidFill>
                  <a:srgbClr val="5B6873"/>
                </a:solidFill>
              </a:defRPr>
            </a:defPPr>
            <a:lvl1pPr algn="r">
              <a:defRPr sz="975" b="0">
                <a:solidFill>
                  <a:srgbClr val="5B6873"/>
                </a:solidFill>
              </a:defRPr>
            </a:lvl1pPr>
            <a:lvl2pPr algn="r">
              <a:defRPr sz="975" b="0">
                <a:solidFill>
                  <a:srgbClr val="5B6873"/>
                </a:solidFill>
              </a:defRPr>
            </a:lvl2pPr>
            <a:lvl3pPr algn="r">
              <a:defRPr sz="975" b="0">
                <a:solidFill>
                  <a:srgbClr val="5B6873"/>
                </a:solidFill>
              </a:defRPr>
            </a:lvl3pPr>
            <a:lvl4pPr algn="r">
              <a:defRPr sz="975" b="0">
                <a:solidFill>
                  <a:srgbClr val="5B6873"/>
                </a:solidFill>
              </a:defRPr>
            </a:lvl4pPr>
            <a:lvl5pPr algn="r">
              <a:defRPr sz="975" b="0">
                <a:solidFill>
                  <a:srgbClr val="5B6873"/>
                </a:solidFill>
              </a:defRPr>
            </a:lvl5pPr>
            <a:lvl6pPr algn="r">
              <a:defRPr sz="975" b="0">
                <a:solidFill>
                  <a:srgbClr val="5B6873"/>
                </a:solidFill>
              </a:defRPr>
            </a:lvl6pPr>
            <a:lvl7pPr algn="r">
              <a:defRPr sz="975" b="0">
                <a:solidFill>
                  <a:srgbClr val="5B6873"/>
                </a:solidFill>
              </a:defRPr>
            </a:lvl7pPr>
            <a:lvl8pPr algn="r">
              <a:defRPr sz="975" b="0">
                <a:solidFill>
                  <a:srgbClr val="5B6873"/>
                </a:solidFill>
              </a:defRPr>
            </a:lvl8pPr>
            <a:lvl9pPr algn="r">
              <a:defRPr sz="975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5B6873"/>
                </a:solidFill>
              </a:defRPr>
            </a:pPr>
            <a:r>
              <a:rPr sz="975" b="0">
                <a:solidFill>
                  <a:srgbClr val="5B6873"/>
                </a:solidFill>
              </a:rPr>
              <a:t>22–24 min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B2E8AF-83FB-4EE5-9E3C-46CF78CD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11287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11111"/>
                </a:solidFill>
              </a:defRPr>
            </a:defPPr>
            <a:lvl1pPr algn="l">
              <a:defRPr sz="2325" b="1">
                <a:solidFill>
                  <a:srgbClr val="111111"/>
                </a:solidFill>
              </a:defRPr>
            </a:lvl1pPr>
            <a:lvl2pPr algn="l">
              <a:defRPr sz="2325" b="1">
                <a:solidFill>
                  <a:srgbClr val="111111"/>
                </a:solidFill>
              </a:defRPr>
            </a:lvl2pPr>
            <a:lvl3pPr algn="l">
              <a:defRPr sz="2325" b="1">
                <a:solidFill>
                  <a:srgbClr val="111111"/>
                </a:solidFill>
              </a:defRPr>
            </a:lvl3pPr>
            <a:lvl4pPr algn="l">
              <a:defRPr sz="2325" b="1">
                <a:solidFill>
                  <a:srgbClr val="111111"/>
                </a:solidFill>
              </a:defRPr>
            </a:lvl4pPr>
            <a:lvl5pPr algn="l">
              <a:defRPr sz="2325" b="1">
                <a:solidFill>
                  <a:srgbClr val="111111"/>
                </a:solidFill>
              </a:defRPr>
            </a:lvl5pPr>
            <a:lvl6pPr algn="l">
              <a:defRPr sz="2325" b="1">
                <a:solidFill>
                  <a:srgbClr val="111111"/>
                </a:solidFill>
              </a:defRPr>
            </a:lvl6pPr>
            <a:lvl7pPr algn="l">
              <a:defRPr sz="2325" b="1">
                <a:solidFill>
                  <a:srgbClr val="111111"/>
                </a:solidFill>
              </a:defRPr>
            </a:lvl7pPr>
            <a:lvl8pPr algn="l">
              <a:defRPr sz="2325" b="1">
                <a:solidFill>
                  <a:srgbClr val="111111"/>
                </a:solidFill>
              </a:defRPr>
            </a:lvl8pPr>
            <a:lvl9pPr algn="l">
              <a:defRPr sz="2325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Lab 4 operates in the underdamped regime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5E26FB-0E2F-4C89-83A0-94779B54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5730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ED1FFB-7A28-4738-9ED0-960A58AE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1581150"/>
            <a:ext cx="8248650" cy="88582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8F5F0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926365-1719-4AE5-AD3C-E2996037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619250"/>
            <a:ext cx="8096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325" b="0">
                <a:solidFill>
                  <a:srgbClr val="111111"/>
                </a:solidFill>
              </a:defRPr>
            </a:defPPr>
            <a:lvl1pPr algn="ctr">
              <a:defRPr sz="2325" b="0">
                <a:solidFill>
                  <a:srgbClr val="111111"/>
                </a:solidFill>
              </a:defRPr>
            </a:lvl1pPr>
            <a:lvl2pPr algn="ctr">
              <a:defRPr sz="2325" b="0">
                <a:solidFill>
                  <a:srgbClr val="111111"/>
                </a:solidFill>
              </a:defRPr>
            </a:lvl2pPr>
            <a:lvl3pPr algn="ctr">
              <a:defRPr sz="2325" b="0">
                <a:solidFill>
                  <a:srgbClr val="111111"/>
                </a:solidFill>
              </a:defRPr>
            </a:lvl3pPr>
            <a:lvl4pPr algn="ctr">
              <a:defRPr sz="2325" b="0">
                <a:solidFill>
                  <a:srgbClr val="111111"/>
                </a:solidFill>
              </a:defRPr>
            </a:lvl4pPr>
            <a:lvl5pPr algn="ctr">
              <a:defRPr sz="2325" b="0">
                <a:solidFill>
                  <a:srgbClr val="111111"/>
                </a:solidFill>
              </a:defRPr>
            </a:lvl5pPr>
            <a:lvl6pPr algn="ctr">
              <a:defRPr sz="2325" b="0">
                <a:solidFill>
                  <a:srgbClr val="111111"/>
                </a:solidFill>
              </a:defRPr>
            </a:lvl6pPr>
            <a:lvl7pPr algn="ctr">
              <a:defRPr sz="2325" b="0">
                <a:solidFill>
                  <a:srgbClr val="111111"/>
                </a:solidFill>
              </a:defRPr>
            </a:lvl7pPr>
            <a:lvl8pPr algn="ctr">
              <a:defRPr sz="2325" b="0">
                <a:solidFill>
                  <a:srgbClr val="111111"/>
                </a:solidFill>
              </a:defRPr>
            </a:lvl8pPr>
            <a:lvl9pPr algn="ctr">
              <a:defRPr sz="2325" b="0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111111"/>
                </a:solidFill>
              </a:defRPr>
            </a:pPr>
            <a:r>
              <a:rPr sz="2325" b="0">
                <a:solidFill>
                  <a:srgbClr val="111111"/>
                </a:solidFill>
              </a:rPr>
              <a:t>x(t) = A exp(−ζωₙt) cos(ωd t − φ)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A80798-32DA-48F1-87EF-8D4359B2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19400"/>
            <a:ext cx="49149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8F5F0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60994A-29FD-4746-935B-1879BBE7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575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111111"/>
                </a:solidFill>
              </a:defRPr>
            </a:defPPr>
            <a:lvl1pPr algn="ctr">
              <a:defRPr sz="2175" b="0">
                <a:solidFill>
                  <a:srgbClr val="111111"/>
                </a:solidFill>
              </a:defRPr>
            </a:lvl1pPr>
            <a:lvl2pPr algn="ctr">
              <a:defRPr sz="2175" b="0">
                <a:solidFill>
                  <a:srgbClr val="111111"/>
                </a:solidFill>
              </a:defRPr>
            </a:lvl2pPr>
            <a:lvl3pPr algn="ctr">
              <a:defRPr sz="2175" b="0">
                <a:solidFill>
                  <a:srgbClr val="111111"/>
                </a:solidFill>
              </a:defRPr>
            </a:lvl3pPr>
            <a:lvl4pPr algn="ctr">
              <a:defRPr sz="2175" b="0">
                <a:solidFill>
                  <a:srgbClr val="111111"/>
                </a:solidFill>
              </a:defRPr>
            </a:lvl4pPr>
            <a:lvl5pPr algn="ctr">
              <a:defRPr sz="2175" b="0">
                <a:solidFill>
                  <a:srgbClr val="111111"/>
                </a:solidFill>
              </a:defRPr>
            </a:lvl5pPr>
            <a:lvl6pPr algn="ctr">
              <a:defRPr sz="2175" b="0">
                <a:solidFill>
                  <a:srgbClr val="111111"/>
                </a:solidFill>
              </a:defRPr>
            </a:lvl6pPr>
            <a:lvl7pPr algn="ctr">
              <a:defRPr sz="2175" b="0">
                <a:solidFill>
                  <a:srgbClr val="111111"/>
                </a:solidFill>
              </a:defRPr>
            </a:lvl7pPr>
            <a:lvl8pPr algn="ctr">
              <a:defRPr sz="2175" b="0">
                <a:solidFill>
                  <a:srgbClr val="111111"/>
                </a:solidFill>
              </a:defRPr>
            </a:lvl8pPr>
            <a:lvl9pPr algn="ctr">
              <a:defRPr sz="2175" b="0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111111"/>
                </a:solidFill>
              </a:defRPr>
            </a:pPr>
            <a:r>
              <a:rPr sz="2175" b="0">
                <a:solidFill>
                  <a:srgbClr val="111111"/>
                </a:solidFill>
              </a:rPr>
              <a:t>ωd = ωₙ√(1 − ζ²)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D43182-EECF-4498-B38A-A8942479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905250"/>
            <a:ext cx="228600" cy="452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8B1E2D"/>
                </a:solidFill>
              </a:defRPr>
            </a:defPPr>
            <a:lvl1pPr algn="l">
              <a:defRPr sz="1650" b="1">
                <a:solidFill>
                  <a:srgbClr val="8B1E2D"/>
                </a:solidFill>
              </a:defRPr>
            </a:lvl1pPr>
            <a:lvl2pPr algn="l">
              <a:defRPr sz="1650" b="1">
                <a:solidFill>
                  <a:srgbClr val="8B1E2D"/>
                </a:solidFill>
              </a:defRPr>
            </a:lvl2pPr>
            <a:lvl3pPr algn="l">
              <a:defRPr sz="1650" b="1">
                <a:solidFill>
                  <a:srgbClr val="8B1E2D"/>
                </a:solidFill>
              </a:defRPr>
            </a:lvl3pPr>
            <a:lvl4pPr algn="l">
              <a:defRPr sz="1650" b="1">
                <a:solidFill>
                  <a:srgbClr val="8B1E2D"/>
                </a:solidFill>
              </a:defRPr>
            </a:lvl4pPr>
            <a:lvl5pPr algn="l">
              <a:defRPr sz="1650" b="1">
                <a:solidFill>
                  <a:srgbClr val="8B1E2D"/>
                </a:solidFill>
              </a:defRPr>
            </a:lvl5pPr>
            <a:lvl6pPr algn="l">
              <a:defRPr sz="1650" b="1">
                <a:solidFill>
                  <a:srgbClr val="8B1E2D"/>
                </a:solidFill>
              </a:defRPr>
            </a:lvl6pPr>
            <a:lvl7pPr algn="l">
              <a:defRPr sz="1650" b="1">
                <a:solidFill>
                  <a:srgbClr val="8B1E2D"/>
                </a:solidFill>
              </a:defRPr>
            </a:lvl7pPr>
            <a:lvl8pPr algn="l">
              <a:defRPr sz="1650" b="1">
                <a:solidFill>
                  <a:srgbClr val="8B1E2D"/>
                </a:solidFill>
              </a:defRPr>
            </a:lvl8pPr>
            <a:lvl9pPr algn="l">
              <a:defRPr sz="1650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8B1E2D"/>
                </a:solidFill>
              </a:defRPr>
            </a:pPr>
            <a:r>
              <a:rPr sz="1650" b="1">
                <a:solidFill>
                  <a:srgbClr val="8B1E2D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966B34-01C0-4B7D-987B-2145965B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905250"/>
            <a:ext cx="7353300" cy="452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1283F"/>
                </a:solidFill>
              </a:defRPr>
            </a:defPPr>
            <a:lvl1pPr algn="l">
              <a:defRPr sz="1500" b="0">
                <a:solidFill>
                  <a:srgbClr val="11283F"/>
                </a:solidFill>
              </a:defRPr>
            </a:lvl1pPr>
            <a:lvl2pPr algn="l">
              <a:defRPr sz="1500" b="0">
                <a:solidFill>
                  <a:srgbClr val="11283F"/>
                </a:solidFill>
              </a:defRPr>
            </a:lvl2pPr>
            <a:lvl3pPr algn="l">
              <a:defRPr sz="1500" b="0">
                <a:solidFill>
                  <a:srgbClr val="11283F"/>
                </a:solidFill>
              </a:defRPr>
            </a:lvl3pPr>
            <a:lvl4pPr algn="l">
              <a:defRPr sz="1500" b="0">
                <a:solidFill>
                  <a:srgbClr val="11283F"/>
                </a:solidFill>
              </a:defRPr>
            </a:lvl4pPr>
            <a:lvl5pPr algn="l">
              <a:defRPr sz="1500" b="0">
                <a:solidFill>
                  <a:srgbClr val="11283F"/>
                </a:solidFill>
              </a:defRPr>
            </a:lvl5pPr>
            <a:lvl6pPr algn="l">
              <a:defRPr sz="1500" b="0">
                <a:solidFill>
                  <a:srgbClr val="11283F"/>
                </a:solidFill>
              </a:defRPr>
            </a:lvl6pPr>
            <a:lvl7pPr algn="l">
              <a:defRPr sz="1500" b="0">
                <a:solidFill>
                  <a:srgbClr val="11283F"/>
                </a:solidFill>
              </a:defRPr>
            </a:lvl7pPr>
            <a:lvl8pPr algn="l">
              <a:defRPr sz="1500" b="0">
                <a:solidFill>
                  <a:srgbClr val="11283F"/>
                </a:solidFill>
              </a:defRPr>
            </a:lvl8pPr>
            <a:lvl9pPr algn="l">
              <a:defRPr sz="1500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1283F"/>
                </a:solidFill>
              </a:defRPr>
            </a:pPr>
            <a:r>
              <a:rPr sz="1500" b="0">
                <a:solidFill>
                  <a:srgbClr val="11283F"/>
                </a:solidFill>
              </a:rPr>
              <a:t>A: response amplitude set by the initial conditions [m]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966EEA-9251-4C7E-9C78-7BDD740C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57688"/>
            <a:ext cx="228600" cy="452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8B1E2D"/>
                </a:solidFill>
              </a:defRPr>
            </a:defPPr>
            <a:lvl1pPr algn="l">
              <a:defRPr sz="1650" b="1">
                <a:solidFill>
                  <a:srgbClr val="8B1E2D"/>
                </a:solidFill>
              </a:defRPr>
            </a:lvl1pPr>
            <a:lvl2pPr algn="l">
              <a:defRPr sz="1650" b="1">
                <a:solidFill>
                  <a:srgbClr val="8B1E2D"/>
                </a:solidFill>
              </a:defRPr>
            </a:lvl2pPr>
            <a:lvl3pPr algn="l">
              <a:defRPr sz="1650" b="1">
                <a:solidFill>
                  <a:srgbClr val="8B1E2D"/>
                </a:solidFill>
              </a:defRPr>
            </a:lvl3pPr>
            <a:lvl4pPr algn="l">
              <a:defRPr sz="1650" b="1">
                <a:solidFill>
                  <a:srgbClr val="8B1E2D"/>
                </a:solidFill>
              </a:defRPr>
            </a:lvl4pPr>
            <a:lvl5pPr algn="l">
              <a:defRPr sz="1650" b="1">
                <a:solidFill>
                  <a:srgbClr val="8B1E2D"/>
                </a:solidFill>
              </a:defRPr>
            </a:lvl5pPr>
            <a:lvl6pPr algn="l">
              <a:defRPr sz="1650" b="1">
                <a:solidFill>
                  <a:srgbClr val="8B1E2D"/>
                </a:solidFill>
              </a:defRPr>
            </a:lvl6pPr>
            <a:lvl7pPr algn="l">
              <a:defRPr sz="1650" b="1">
                <a:solidFill>
                  <a:srgbClr val="8B1E2D"/>
                </a:solidFill>
              </a:defRPr>
            </a:lvl7pPr>
            <a:lvl8pPr algn="l">
              <a:defRPr sz="1650" b="1">
                <a:solidFill>
                  <a:srgbClr val="8B1E2D"/>
                </a:solidFill>
              </a:defRPr>
            </a:lvl8pPr>
            <a:lvl9pPr algn="l">
              <a:defRPr sz="1650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8B1E2D"/>
                </a:solidFill>
              </a:defRPr>
            </a:pPr>
            <a:r>
              <a:rPr sz="1650" b="1">
                <a:solidFill>
                  <a:srgbClr val="8B1E2D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28B4E2-6785-4D08-B77E-5C928C4A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357688"/>
            <a:ext cx="7353300" cy="452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1283F"/>
                </a:solidFill>
              </a:defRPr>
            </a:defPPr>
            <a:lvl1pPr algn="l">
              <a:defRPr sz="1500" b="0">
                <a:solidFill>
                  <a:srgbClr val="11283F"/>
                </a:solidFill>
              </a:defRPr>
            </a:lvl1pPr>
            <a:lvl2pPr algn="l">
              <a:defRPr sz="1500" b="0">
                <a:solidFill>
                  <a:srgbClr val="11283F"/>
                </a:solidFill>
              </a:defRPr>
            </a:lvl2pPr>
            <a:lvl3pPr algn="l">
              <a:defRPr sz="1500" b="0">
                <a:solidFill>
                  <a:srgbClr val="11283F"/>
                </a:solidFill>
              </a:defRPr>
            </a:lvl3pPr>
            <a:lvl4pPr algn="l">
              <a:defRPr sz="1500" b="0">
                <a:solidFill>
                  <a:srgbClr val="11283F"/>
                </a:solidFill>
              </a:defRPr>
            </a:lvl4pPr>
            <a:lvl5pPr algn="l">
              <a:defRPr sz="1500" b="0">
                <a:solidFill>
                  <a:srgbClr val="11283F"/>
                </a:solidFill>
              </a:defRPr>
            </a:lvl5pPr>
            <a:lvl6pPr algn="l">
              <a:defRPr sz="1500" b="0">
                <a:solidFill>
                  <a:srgbClr val="11283F"/>
                </a:solidFill>
              </a:defRPr>
            </a:lvl6pPr>
            <a:lvl7pPr algn="l">
              <a:defRPr sz="1500" b="0">
                <a:solidFill>
                  <a:srgbClr val="11283F"/>
                </a:solidFill>
              </a:defRPr>
            </a:lvl7pPr>
            <a:lvl8pPr algn="l">
              <a:defRPr sz="1500" b="0">
                <a:solidFill>
                  <a:srgbClr val="11283F"/>
                </a:solidFill>
              </a:defRPr>
            </a:lvl8pPr>
            <a:lvl9pPr algn="l">
              <a:defRPr sz="1500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1283F"/>
                </a:solidFill>
              </a:defRPr>
            </a:pPr>
            <a:r>
              <a:rPr sz="1500" b="0">
                <a:solidFill>
                  <a:srgbClr val="11283F"/>
                </a:solidFill>
              </a:rPr>
              <a:t>φ: phase set by initial displacement and velocity [rad]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0A297B-8D02-493D-B547-05C155EC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10125"/>
            <a:ext cx="228600" cy="452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8B1E2D"/>
                </a:solidFill>
              </a:defRPr>
            </a:defPPr>
            <a:lvl1pPr algn="l">
              <a:defRPr sz="1650" b="1">
                <a:solidFill>
                  <a:srgbClr val="8B1E2D"/>
                </a:solidFill>
              </a:defRPr>
            </a:lvl1pPr>
            <a:lvl2pPr algn="l">
              <a:defRPr sz="1650" b="1">
                <a:solidFill>
                  <a:srgbClr val="8B1E2D"/>
                </a:solidFill>
              </a:defRPr>
            </a:lvl2pPr>
            <a:lvl3pPr algn="l">
              <a:defRPr sz="1650" b="1">
                <a:solidFill>
                  <a:srgbClr val="8B1E2D"/>
                </a:solidFill>
              </a:defRPr>
            </a:lvl3pPr>
            <a:lvl4pPr algn="l">
              <a:defRPr sz="1650" b="1">
                <a:solidFill>
                  <a:srgbClr val="8B1E2D"/>
                </a:solidFill>
              </a:defRPr>
            </a:lvl4pPr>
            <a:lvl5pPr algn="l">
              <a:defRPr sz="1650" b="1">
                <a:solidFill>
                  <a:srgbClr val="8B1E2D"/>
                </a:solidFill>
              </a:defRPr>
            </a:lvl5pPr>
            <a:lvl6pPr algn="l">
              <a:defRPr sz="1650" b="1">
                <a:solidFill>
                  <a:srgbClr val="8B1E2D"/>
                </a:solidFill>
              </a:defRPr>
            </a:lvl6pPr>
            <a:lvl7pPr algn="l">
              <a:defRPr sz="1650" b="1">
                <a:solidFill>
                  <a:srgbClr val="8B1E2D"/>
                </a:solidFill>
              </a:defRPr>
            </a:lvl7pPr>
            <a:lvl8pPr algn="l">
              <a:defRPr sz="1650" b="1">
                <a:solidFill>
                  <a:srgbClr val="8B1E2D"/>
                </a:solidFill>
              </a:defRPr>
            </a:lvl8pPr>
            <a:lvl9pPr algn="l">
              <a:defRPr sz="1650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8B1E2D"/>
                </a:solidFill>
              </a:defRPr>
            </a:pPr>
            <a:r>
              <a:rPr sz="1650" b="1">
                <a:solidFill>
                  <a:srgbClr val="8B1E2D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918EE-6136-45E4-B607-C7687168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10125"/>
            <a:ext cx="7353300" cy="452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1283F"/>
                </a:solidFill>
              </a:defRPr>
            </a:defPPr>
            <a:lvl1pPr algn="l">
              <a:defRPr sz="1500" b="0">
                <a:solidFill>
                  <a:srgbClr val="11283F"/>
                </a:solidFill>
              </a:defRPr>
            </a:lvl1pPr>
            <a:lvl2pPr algn="l">
              <a:defRPr sz="1500" b="0">
                <a:solidFill>
                  <a:srgbClr val="11283F"/>
                </a:solidFill>
              </a:defRPr>
            </a:lvl2pPr>
            <a:lvl3pPr algn="l">
              <a:defRPr sz="1500" b="0">
                <a:solidFill>
                  <a:srgbClr val="11283F"/>
                </a:solidFill>
              </a:defRPr>
            </a:lvl3pPr>
            <a:lvl4pPr algn="l">
              <a:defRPr sz="1500" b="0">
                <a:solidFill>
                  <a:srgbClr val="11283F"/>
                </a:solidFill>
              </a:defRPr>
            </a:lvl4pPr>
            <a:lvl5pPr algn="l">
              <a:defRPr sz="1500" b="0">
                <a:solidFill>
                  <a:srgbClr val="11283F"/>
                </a:solidFill>
              </a:defRPr>
            </a:lvl5pPr>
            <a:lvl6pPr algn="l">
              <a:defRPr sz="1500" b="0">
                <a:solidFill>
                  <a:srgbClr val="11283F"/>
                </a:solidFill>
              </a:defRPr>
            </a:lvl6pPr>
            <a:lvl7pPr algn="l">
              <a:defRPr sz="1500" b="0">
                <a:solidFill>
                  <a:srgbClr val="11283F"/>
                </a:solidFill>
              </a:defRPr>
            </a:lvl7pPr>
            <a:lvl8pPr algn="l">
              <a:defRPr sz="1500" b="0">
                <a:solidFill>
                  <a:srgbClr val="11283F"/>
                </a:solidFill>
              </a:defRPr>
            </a:lvl8pPr>
            <a:lvl9pPr algn="l">
              <a:defRPr sz="1500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1283F"/>
                </a:solidFill>
              </a:defRPr>
            </a:pPr>
            <a:r>
              <a:rPr sz="1500" b="0">
                <a:solidFill>
                  <a:srgbClr val="11283F"/>
                </a:solidFill>
              </a:rPr>
              <a:t>ωd: damped natural angular frequency [rad/s]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E3AD72-4CBC-403D-94B0-D3D27E5B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62563"/>
            <a:ext cx="228600" cy="452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8B1E2D"/>
                </a:solidFill>
              </a:defRPr>
            </a:defPPr>
            <a:lvl1pPr algn="l">
              <a:defRPr sz="1650" b="1">
                <a:solidFill>
                  <a:srgbClr val="8B1E2D"/>
                </a:solidFill>
              </a:defRPr>
            </a:lvl1pPr>
            <a:lvl2pPr algn="l">
              <a:defRPr sz="1650" b="1">
                <a:solidFill>
                  <a:srgbClr val="8B1E2D"/>
                </a:solidFill>
              </a:defRPr>
            </a:lvl2pPr>
            <a:lvl3pPr algn="l">
              <a:defRPr sz="1650" b="1">
                <a:solidFill>
                  <a:srgbClr val="8B1E2D"/>
                </a:solidFill>
              </a:defRPr>
            </a:lvl3pPr>
            <a:lvl4pPr algn="l">
              <a:defRPr sz="1650" b="1">
                <a:solidFill>
                  <a:srgbClr val="8B1E2D"/>
                </a:solidFill>
              </a:defRPr>
            </a:lvl4pPr>
            <a:lvl5pPr algn="l">
              <a:defRPr sz="1650" b="1">
                <a:solidFill>
                  <a:srgbClr val="8B1E2D"/>
                </a:solidFill>
              </a:defRPr>
            </a:lvl5pPr>
            <a:lvl6pPr algn="l">
              <a:defRPr sz="1650" b="1">
                <a:solidFill>
                  <a:srgbClr val="8B1E2D"/>
                </a:solidFill>
              </a:defRPr>
            </a:lvl6pPr>
            <a:lvl7pPr algn="l">
              <a:defRPr sz="1650" b="1">
                <a:solidFill>
                  <a:srgbClr val="8B1E2D"/>
                </a:solidFill>
              </a:defRPr>
            </a:lvl7pPr>
            <a:lvl8pPr algn="l">
              <a:defRPr sz="1650" b="1">
                <a:solidFill>
                  <a:srgbClr val="8B1E2D"/>
                </a:solidFill>
              </a:defRPr>
            </a:lvl8pPr>
            <a:lvl9pPr algn="l">
              <a:defRPr sz="1650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8B1E2D"/>
                </a:solidFill>
              </a:defRPr>
            </a:pPr>
            <a:r>
              <a:rPr sz="1650" b="1">
                <a:solidFill>
                  <a:srgbClr val="8B1E2D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258BD7-C9A2-4CF4-BFB1-42B5D463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262563"/>
            <a:ext cx="7353300" cy="452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1283F"/>
                </a:solidFill>
              </a:defRPr>
            </a:defPPr>
            <a:lvl1pPr algn="l">
              <a:defRPr sz="1500" b="0">
                <a:solidFill>
                  <a:srgbClr val="11283F"/>
                </a:solidFill>
              </a:defRPr>
            </a:lvl1pPr>
            <a:lvl2pPr algn="l">
              <a:defRPr sz="1500" b="0">
                <a:solidFill>
                  <a:srgbClr val="11283F"/>
                </a:solidFill>
              </a:defRPr>
            </a:lvl2pPr>
            <a:lvl3pPr algn="l">
              <a:defRPr sz="1500" b="0">
                <a:solidFill>
                  <a:srgbClr val="11283F"/>
                </a:solidFill>
              </a:defRPr>
            </a:lvl3pPr>
            <a:lvl4pPr algn="l">
              <a:defRPr sz="1500" b="0">
                <a:solidFill>
                  <a:srgbClr val="11283F"/>
                </a:solidFill>
              </a:defRPr>
            </a:lvl4pPr>
            <a:lvl5pPr algn="l">
              <a:defRPr sz="1500" b="0">
                <a:solidFill>
                  <a:srgbClr val="11283F"/>
                </a:solidFill>
              </a:defRPr>
            </a:lvl5pPr>
            <a:lvl6pPr algn="l">
              <a:defRPr sz="1500" b="0">
                <a:solidFill>
                  <a:srgbClr val="11283F"/>
                </a:solidFill>
              </a:defRPr>
            </a:lvl6pPr>
            <a:lvl7pPr algn="l">
              <a:defRPr sz="1500" b="0">
                <a:solidFill>
                  <a:srgbClr val="11283F"/>
                </a:solidFill>
              </a:defRPr>
            </a:lvl7pPr>
            <a:lvl8pPr algn="l">
              <a:defRPr sz="1500" b="0">
                <a:solidFill>
                  <a:srgbClr val="11283F"/>
                </a:solidFill>
              </a:defRPr>
            </a:lvl8pPr>
            <a:lvl9pPr algn="l">
              <a:defRPr sz="1500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1283F"/>
                </a:solidFill>
              </a:defRPr>
            </a:pPr>
            <a:r>
              <a:rPr sz="1500" b="0">
                <a:solidFill>
                  <a:srgbClr val="11283F"/>
                </a:solidFill>
              </a:rPr>
              <a:t>exp(−ζωₙt): exponential envelope that controls decay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579FB7-18BA-474D-9D4E-006306A9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5B6873"/>
                </a:solidFill>
              </a:defRPr>
            </a:defPPr>
            <a:lvl1pPr algn="r">
              <a:defRPr sz="825" b="0">
                <a:solidFill>
                  <a:srgbClr val="5B6873"/>
                </a:solidFill>
              </a:defRPr>
            </a:lvl1pPr>
            <a:lvl2pPr algn="r">
              <a:defRPr sz="825" b="0">
                <a:solidFill>
                  <a:srgbClr val="5B6873"/>
                </a:solidFill>
              </a:defRPr>
            </a:lvl2pPr>
            <a:lvl3pPr algn="r">
              <a:defRPr sz="825" b="0">
                <a:solidFill>
                  <a:srgbClr val="5B6873"/>
                </a:solidFill>
              </a:defRPr>
            </a:lvl3pPr>
            <a:lvl4pPr algn="r">
              <a:defRPr sz="825" b="0">
                <a:solidFill>
                  <a:srgbClr val="5B6873"/>
                </a:solidFill>
              </a:defRPr>
            </a:lvl4pPr>
            <a:lvl5pPr algn="r">
              <a:defRPr sz="825" b="0">
                <a:solidFill>
                  <a:srgbClr val="5B6873"/>
                </a:solidFill>
              </a:defRPr>
            </a:lvl5pPr>
            <a:lvl6pPr algn="r">
              <a:defRPr sz="825" b="0">
                <a:solidFill>
                  <a:srgbClr val="5B6873"/>
                </a:solidFill>
              </a:defRPr>
            </a:lvl6pPr>
            <a:lvl7pPr algn="r">
              <a:defRPr sz="825" b="0">
                <a:solidFill>
                  <a:srgbClr val="5B6873"/>
                </a:solidFill>
              </a:defRPr>
            </a:lvl7pPr>
            <a:lvl8pPr algn="r">
              <a:defRPr sz="825" b="0">
                <a:solidFill>
                  <a:srgbClr val="5B6873"/>
                </a:solidFill>
              </a:defRPr>
            </a:lvl8pPr>
            <a:lvl9pPr algn="r">
              <a:defRPr sz="825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5B6873"/>
                </a:solidFill>
              </a:defRPr>
            </a:pPr>
            <a:r>
              <a:rPr sz="825" b="0">
                <a:solidFill>
                  <a:srgbClr val="5B6873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0597325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34A236-3DEC-42A7-BBE5-580DB575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05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8B1E2D"/>
                </a:solidFill>
              </a:defRPr>
            </a:defPPr>
            <a:lvl1pPr algn="l">
              <a:defRPr sz="1050" b="1">
                <a:solidFill>
                  <a:srgbClr val="8B1E2D"/>
                </a:solidFill>
              </a:defRPr>
            </a:lvl1pPr>
            <a:lvl2pPr algn="l">
              <a:defRPr sz="1050" b="1">
                <a:solidFill>
                  <a:srgbClr val="8B1E2D"/>
                </a:solidFill>
              </a:defRPr>
            </a:lvl2pPr>
            <a:lvl3pPr algn="l">
              <a:defRPr sz="1050" b="1">
                <a:solidFill>
                  <a:srgbClr val="8B1E2D"/>
                </a:solidFill>
              </a:defRPr>
            </a:lvl3pPr>
            <a:lvl4pPr algn="l">
              <a:defRPr sz="1050" b="1">
                <a:solidFill>
                  <a:srgbClr val="8B1E2D"/>
                </a:solidFill>
              </a:defRPr>
            </a:lvl4pPr>
            <a:lvl5pPr algn="l">
              <a:defRPr sz="1050" b="1">
                <a:solidFill>
                  <a:srgbClr val="8B1E2D"/>
                </a:solidFill>
              </a:defRPr>
            </a:lvl5pPr>
            <a:lvl6pPr algn="l">
              <a:defRPr sz="1050" b="1">
                <a:solidFill>
                  <a:srgbClr val="8B1E2D"/>
                </a:solidFill>
              </a:defRPr>
            </a:lvl6pPr>
            <a:lvl7pPr algn="l">
              <a:defRPr sz="1050" b="1">
                <a:solidFill>
                  <a:srgbClr val="8B1E2D"/>
                </a:solidFill>
              </a:defRPr>
            </a:lvl7pPr>
            <a:lvl8pPr algn="l">
              <a:defRPr sz="1050" b="1">
                <a:solidFill>
                  <a:srgbClr val="8B1E2D"/>
                </a:solidFill>
              </a:defRPr>
            </a:lvl8pPr>
            <a:lvl9pPr algn="l">
              <a:defRPr sz="1050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8B1E2D"/>
                </a:solidFill>
              </a:defRPr>
            </a:pPr>
            <a:r>
              <a:rPr sz="1050" b="1">
                <a:solidFill>
                  <a:srgbClr val="8B1E2D"/>
                </a:solidFill>
              </a:rPr>
              <a:t>MIE 402  |  DECAY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DBB8CF-3F8D-4D23-BA58-7B83110D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0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0">
                <a:solidFill>
                  <a:srgbClr val="5B6873"/>
                </a:solidFill>
              </a:defRPr>
            </a:defPPr>
            <a:lvl1pPr algn="r">
              <a:defRPr sz="975" b="0">
                <a:solidFill>
                  <a:srgbClr val="5B6873"/>
                </a:solidFill>
              </a:defRPr>
            </a:lvl1pPr>
            <a:lvl2pPr algn="r">
              <a:defRPr sz="975" b="0">
                <a:solidFill>
                  <a:srgbClr val="5B6873"/>
                </a:solidFill>
              </a:defRPr>
            </a:lvl2pPr>
            <a:lvl3pPr algn="r">
              <a:defRPr sz="975" b="0">
                <a:solidFill>
                  <a:srgbClr val="5B6873"/>
                </a:solidFill>
              </a:defRPr>
            </a:lvl3pPr>
            <a:lvl4pPr algn="r">
              <a:defRPr sz="975" b="0">
                <a:solidFill>
                  <a:srgbClr val="5B6873"/>
                </a:solidFill>
              </a:defRPr>
            </a:lvl4pPr>
            <a:lvl5pPr algn="r">
              <a:defRPr sz="975" b="0">
                <a:solidFill>
                  <a:srgbClr val="5B6873"/>
                </a:solidFill>
              </a:defRPr>
            </a:lvl5pPr>
            <a:lvl6pPr algn="r">
              <a:defRPr sz="975" b="0">
                <a:solidFill>
                  <a:srgbClr val="5B6873"/>
                </a:solidFill>
              </a:defRPr>
            </a:lvl6pPr>
            <a:lvl7pPr algn="r">
              <a:defRPr sz="975" b="0">
                <a:solidFill>
                  <a:srgbClr val="5B6873"/>
                </a:solidFill>
              </a:defRPr>
            </a:lvl7pPr>
            <a:lvl8pPr algn="r">
              <a:defRPr sz="975" b="0">
                <a:solidFill>
                  <a:srgbClr val="5B6873"/>
                </a:solidFill>
              </a:defRPr>
            </a:lvl8pPr>
            <a:lvl9pPr algn="r">
              <a:defRPr sz="975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5B6873"/>
                </a:solidFill>
              </a:defRPr>
            </a:pPr>
            <a:r>
              <a:rPr sz="975" b="0">
                <a:solidFill>
                  <a:srgbClr val="5B6873"/>
                </a:solidFill>
              </a:rPr>
              <a:t>24–26 min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A55CD-8C4E-47E3-877C-9BED57B7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11287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11111"/>
                </a:solidFill>
              </a:defRPr>
            </a:defPPr>
            <a:lvl1pPr algn="l">
              <a:defRPr sz="2325" b="1">
                <a:solidFill>
                  <a:srgbClr val="111111"/>
                </a:solidFill>
              </a:defRPr>
            </a:lvl1pPr>
            <a:lvl2pPr algn="l">
              <a:defRPr sz="2325" b="1">
                <a:solidFill>
                  <a:srgbClr val="111111"/>
                </a:solidFill>
              </a:defRPr>
            </a:lvl2pPr>
            <a:lvl3pPr algn="l">
              <a:defRPr sz="2325" b="1">
                <a:solidFill>
                  <a:srgbClr val="111111"/>
                </a:solidFill>
              </a:defRPr>
            </a:lvl3pPr>
            <a:lvl4pPr algn="l">
              <a:defRPr sz="2325" b="1">
                <a:solidFill>
                  <a:srgbClr val="111111"/>
                </a:solidFill>
              </a:defRPr>
            </a:lvl4pPr>
            <a:lvl5pPr algn="l">
              <a:defRPr sz="2325" b="1">
                <a:solidFill>
                  <a:srgbClr val="111111"/>
                </a:solidFill>
              </a:defRPr>
            </a:lvl5pPr>
            <a:lvl6pPr algn="l">
              <a:defRPr sz="2325" b="1">
                <a:solidFill>
                  <a:srgbClr val="111111"/>
                </a:solidFill>
              </a:defRPr>
            </a:lvl6pPr>
            <a:lvl7pPr algn="l">
              <a:defRPr sz="2325" b="1">
                <a:solidFill>
                  <a:srgbClr val="111111"/>
                </a:solidFill>
              </a:defRPr>
            </a:lvl7pPr>
            <a:lvl8pPr algn="l">
              <a:defRPr sz="2325" b="1">
                <a:solidFill>
                  <a:srgbClr val="111111"/>
                </a:solidFill>
              </a:defRPr>
            </a:lvl8pPr>
            <a:lvl9pPr algn="l">
              <a:defRPr sz="2325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The peaks trace an exponential envelope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C04AFA-6527-4F08-B01B-067AE521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5730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6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E1CE3BEB-58CD-4913-8369-1012925B022D}"/>
              </a:ext>
            </a:extLst>
          </p:cNvPr>
          <p:cNvGraphicFramePr/>
          <p:nvPr/>
        </p:nvGraphicFramePr>
        <p:xfrm>
          <a:off xmlns:a="http://schemas.openxmlformats.org/drawingml/2006/main" x="619125" y="1619250"/>
          <a:ext xmlns:a="http://schemas.openxmlformats.org/drawingml/2006/main" cx="7239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9f89468633c4d2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76162C-D44B-49E5-B5B0-267DAC45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95525"/>
            <a:ext cx="3295650" cy="695325"/>
          </a:xfrm>
          <a:prstGeom xmlns:a="http://schemas.openxmlformats.org/drawingml/2006/main" prst="roundRect">
            <a:avLst>
              <a:gd name="adj" fmla="val 16438"/>
            </a:avLst>
          </a:prstGeom>
          <a:solidFill xmlns:a="http://schemas.openxmlformats.org/drawingml/2006/main">
            <a:srgbClr val="F8F5F0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EA4ECA-5025-4E97-977F-3272B4F9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0">
                <a:solidFill>
                  <a:srgbClr val="111111"/>
                </a:solidFill>
              </a:defRPr>
            </a:defPPr>
            <a:lvl1pPr algn="ctr">
              <a:defRPr sz="1800" b="0">
                <a:solidFill>
                  <a:srgbClr val="111111"/>
                </a:solidFill>
              </a:defRPr>
            </a:lvl1pPr>
            <a:lvl2pPr algn="ctr">
              <a:defRPr sz="1800" b="0">
                <a:solidFill>
                  <a:srgbClr val="111111"/>
                </a:solidFill>
              </a:defRPr>
            </a:lvl2pPr>
            <a:lvl3pPr algn="ctr">
              <a:defRPr sz="1800" b="0">
                <a:solidFill>
                  <a:srgbClr val="111111"/>
                </a:solidFill>
              </a:defRPr>
            </a:lvl3pPr>
            <a:lvl4pPr algn="ctr">
              <a:defRPr sz="1800" b="0">
                <a:solidFill>
                  <a:srgbClr val="111111"/>
                </a:solidFill>
              </a:defRPr>
            </a:lvl4pPr>
            <a:lvl5pPr algn="ctr">
              <a:defRPr sz="1800" b="0">
                <a:solidFill>
                  <a:srgbClr val="111111"/>
                </a:solidFill>
              </a:defRPr>
            </a:lvl5pPr>
            <a:lvl6pPr algn="ctr">
              <a:defRPr sz="1800" b="0">
                <a:solidFill>
                  <a:srgbClr val="111111"/>
                </a:solidFill>
              </a:defRPr>
            </a:lvl6pPr>
            <a:lvl7pPr algn="ctr">
              <a:defRPr sz="1800" b="0">
                <a:solidFill>
                  <a:srgbClr val="111111"/>
                </a:solidFill>
              </a:defRPr>
            </a:lvl7pPr>
            <a:lvl8pPr algn="ctr">
              <a:defRPr sz="1800" b="0">
                <a:solidFill>
                  <a:srgbClr val="111111"/>
                </a:solidFill>
              </a:defRPr>
            </a:lvl8pPr>
            <a:lvl9pPr algn="ctr">
              <a:defRPr sz="1800" b="0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envelope = ±A exp(−ζωₙt)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D824C0-7424-4AE8-ADAF-49F6DD12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337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1283F"/>
                </a:solidFill>
              </a:defRPr>
            </a:defPPr>
            <a:lvl1pPr algn="ctr">
              <a:defRPr sz="1575" b="1">
                <a:solidFill>
                  <a:srgbClr val="11283F"/>
                </a:solidFill>
              </a:defRPr>
            </a:lvl1pPr>
            <a:lvl2pPr algn="ctr">
              <a:defRPr sz="1575" b="1">
                <a:solidFill>
                  <a:srgbClr val="11283F"/>
                </a:solidFill>
              </a:defRPr>
            </a:lvl2pPr>
            <a:lvl3pPr algn="ctr">
              <a:defRPr sz="1575" b="1">
                <a:solidFill>
                  <a:srgbClr val="11283F"/>
                </a:solidFill>
              </a:defRPr>
            </a:lvl3pPr>
            <a:lvl4pPr algn="ctr">
              <a:defRPr sz="1575" b="1">
                <a:solidFill>
                  <a:srgbClr val="11283F"/>
                </a:solidFill>
              </a:defRPr>
            </a:lvl4pPr>
            <a:lvl5pPr algn="ctr">
              <a:defRPr sz="1575" b="1">
                <a:solidFill>
                  <a:srgbClr val="11283F"/>
                </a:solidFill>
              </a:defRPr>
            </a:lvl5pPr>
            <a:lvl6pPr algn="ctr">
              <a:defRPr sz="1575" b="1">
                <a:solidFill>
                  <a:srgbClr val="11283F"/>
                </a:solidFill>
              </a:defRPr>
            </a:lvl6pPr>
            <a:lvl7pPr algn="ctr">
              <a:defRPr sz="1575" b="1">
                <a:solidFill>
                  <a:srgbClr val="11283F"/>
                </a:solidFill>
              </a:defRPr>
            </a:lvl7pPr>
            <a:lvl8pPr algn="ctr">
              <a:defRPr sz="1575" b="1">
                <a:solidFill>
                  <a:srgbClr val="11283F"/>
                </a:solidFill>
              </a:defRPr>
            </a:lvl8pPr>
            <a:lvl9pPr algn="ctr">
              <a:defRPr sz="1575" b="1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1283F"/>
                </a:solidFill>
              </a:defRPr>
            </a:pPr>
            <a:r>
              <a:rPr sz="1575" b="1">
                <a:solidFill>
                  <a:srgbClr val="11283F"/>
                </a:solidFill>
              </a:rPr>
              <a:t>Peak spacing gives the period.</a:t>
            </a:r>
          </a:p>
          <a:p xmlns:a="http://schemas.openxmlformats.org/drawingml/2006/main">
            <a:pPr algn="ctr">
              <a:defRPr sz="1575" b="1">
                <a:solidFill>
                  <a:srgbClr val="11283F"/>
                </a:solidFill>
              </a:defRPr>
            </a:pPr>
            <a:r>
              <a:rPr sz="1575" b="1">
                <a:solidFill>
                  <a:srgbClr val="11283F"/>
                </a:solidFill>
              </a:rPr>
              <a:t>Peak-height reduction gives damping.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17013A-DC27-4131-B72A-8E79988B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810125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8B1E2D"/>
                </a:solidFill>
              </a:defRPr>
            </a:defPPr>
            <a:lvl1pPr algn="ctr">
              <a:defRPr sz="1350" b="1">
                <a:solidFill>
                  <a:srgbClr val="8B1E2D"/>
                </a:solidFill>
              </a:defRPr>
            </a:lvl1pPr>
            <a:lvl2pPr algn="ctr">
              <a:defRPr sz="1350" b="1">
                <a:solidFill>
                  <a:srgbClr val="8B1E2D"/>
                </a:solidFill>
              </a:defRPr>
            </a:lvl2pPr>
            <a:lvl3pPr algn="ctr">
              <a:defRPr sz="1350" b="1">
                <a:solidFill>
                  <a:srgbClr val="8B1E2D"/>
                </a:solidFill>
              </a:defRPr>
            </a:lvl3pPr>
            <a:lvl4pPr algn="ctr">
              <a:defRPr sz="1350" b="1">
                <a:solidFill>
                  <a:srgbClr val="8B1E2D"/>
                </a:solidFill>
              </a:defRPr>
            </a:lvl4pPr>
            <a:lvl5pPr algn="ctr">
              <a:defRPr sz="1350" b="1">
                <a:solidFill>
                  <a:srgbClr val="8B1E2D"/>
                </a:solidFill>
              </a:defRPr>
            </a:lvl5pPr>
            <a:lvl6pPr algn="ctr">
              <a:defRPr sz="1350" b="1">
                <a:solidFill>
                  <a:srgbClr val="8B1E2D"/>
                </a:solidFill>
              </a:defRPr>
            </a:lvl6pPr>
            <a:lvl7pPr algn="ctr">
              <a:defRPr sz="1350" b="1">
                <a:solidFill>
                  <a:srgbClr val="8B1E2D"/>
                </a:solidFill>
              </a:defRPr>
            </a:lvl7pPr>
            <a:lvl8pPr algn="ctr">
              <a:defRPr sz="1350" b="1">
                <a:solidFill>
                  <a:srgbClr val="8B1E2D"/>
                </a:solidFill>
              </a:defRPr>
            </a:lvl8pPr>
            <a:lvl9pPr algn="ctr">
              <a:defRPr sz="1350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8B1E2D"/>
                </a:solidFill>
              </a:defRPr>
            </a:pPr>
            <a:r>
              <a:rPr sz="1350" b="1">
                <a:solidFill>
                  <a:srgbClr val="8B1E2D"/>
                </a:solidFill>
              </a:rPr>
              <a:t>Use peaks with the same sign, or use absolute peak magnitudes consistently.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2910A2-F637-46B9-B9F7-877673B4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5B6873"/>
                </a:solidFill>
              </a:defRPr>
            </a:defPPr>
            <a:lvl1pPr algn="r">
              <a:defRPr sz="825" b="0">
                <a:solidFill>
                  <a:srgbClr val="5B6873"/>
                </a:solidFill>
              </a:defRPr>
            </a:lvl1pPr>
            <a:lvl2pPr algn="r">
              <a:defRPr sz="825" b="0">
                <a:solidFill>
                  <a:srgbClr val="5B6873"/>
                </a:solidFill>
              </a:defRPr>
            </a:lvl2pPr>
            <a:lvl3pPr algn="r">
              <a:defRPr sz="825" b="0">
                <a:solidFill>
                  <a:srgbClr val="5B6873"/>
                </a:solidFill>
              </a:defRPr>
            </a:lvl3pPr>
            <a:lvl4pPr algn="r">
              <a:defRPr sz="825" b="0">
                <a:solidFill>
                  <a:srgbClr val="5B6873"/>
                </a:solidFill>
              </a:defRPr>
            </a:lvl4pPr>
            <a:lvl5pPr algn="r">
              <a:defRPr sz="825" b="0">
                <a:solidFill>
                  <a:srgbClr val="5B6873"/>
                </a:solidFill>
              </a:defRPr>
            </a:lvl5pPr>
            <a:lvl6pPr algn="r">
              <a:defRPr sz="825" b="0">
                <a:solidFill>
                  <a:srgbClr val="5B6873"/>
                </a:solidFill>
              </a:defRPr>
            </a:lvl6pPr>
            <a:lvl7pPr algn="r">
              <a:defRPr sz="825" b="0">
                <a:solidFill>
                  <a:srgbClr val="5B6873"/>
                </a:solidFill>
              </a:defRPr>
            </a:lvl7pPr>
            <a:lvl8pPr algn="r">
              <a:defRPr sz="825" b="0">
                <a:solidFill>
                  <a:srgbClr val="5B6873"/>
                </a:solidFill>
              </a:defRPr>
            </a:lvl8pPr>
            <a:lvl9pPr algn="r">
              <a:defRPr sz="825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5B6873"/>
                </a:solidFill>
              </a:defRPr>
            </a:pPr>
            <a:r>
              <a:rPr sz="825" b="0">
                <a:solidFill>
                  <a:srgbClr val="5B6873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3165413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7D1DAE-08E1-4AA4-8A9A-222ABE07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05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8B1E2D"/>
                </a:solidFill>
              </a:defRPr>
            </a:defPPr>
            <a:lvl1pPr algn="l">
              <a:defRPr sz="1050" b="1">
                <a:solidFill>
                  <a:srgbClr val="8B1E2D"/>
                </a:solidFill>
              </a:defRPr>
            </a:lvl1pPr>
            <a:lvl2pPr algn="l">
              <a:defRPr sz="1050" b="1">
                <a:solidFill>
                  <a:srgbClr val="8B1E2D"/>
                </a:solidFill>
              </a:defRPr>
            </a:lvl2pPr>
            <a:lvl3pPr algn="l">
              <a:defRPr sz="1050" b="1">
                <a:solidFill>
                  <a:srgbClr val="8B1E2D"/>
                </a:solidFill>
              </a:defRPr>
            </a:lvl3pPr>
            <a:lvl4pPr algn="l">
              <a:defRPr sz="1050" b="1">
                <a:solidFill>
                  <a:srgbClr val="8B1E2D"/>
                </a:solidFill>
              </a:defRPr>
            </a:lvl4pPr>
            <a:lvl5pPr algn="l">
              <a:defRPr sz="1050" b="1">
                <a:solidFill>
                  <a:srgbClr val="8B1E2D"/>
                </a:solidFill>
              </a:defRPr>
            </a:lvl5pPr>
            <a:lvl6pPr algn="l">
              <a:defRPr sz="1050" b="1">
                <a:solidFill>
                  <a:srgbClr val="8B1E2D"/>
                </a:solidFill>
              </a:defRPr>
            </a:lvl6pPr>
            <a:lvl7pPr algn="l">
              <a:defRPr sz="1050" b="1">
                <a:solidFill>
                  <a:srgbClr val="8B1E2D"/>
                </a:solidFill>
              </a:defRPr>
            </a:lvl7pPr>
            <a:lvl8pPr algn="l">
              <a:defRPr sz="1050" b="1">
                <a:solidFill>
                  <a:srgbClr val="8B1E2D"/>
                </a:solidFill>
              </a:defRPr>
            </a:lvl8pPr>
            <a:lvl9pPr algn="l">
              <a:defRPr sz="1050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8B1E2D"/>
                </a:solidFill>
              </a:defRPr>
            </a:pPr>
            <a:r>
              <a:rPr sz="1050" b="1">
                <a:solidFill>
                  <a:srgbClr val="8B1E2D"/>
                </a:solidFill>
              </a:rPr>
              <a:t>MIE 402  |  DAMPING FROM PEAKS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3991F7-DC52-4164-82E4-DEDA7D01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0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0">
                <a:solidFill>
                  <a:srgbClr val="5B6873"/>
                </a:solidFill>
              </a:defRPr>
            </a:defPPr>
            <a:lvl1pPr algn="r">
              <a:defRPr sz="975" b="0">
                <a:solidFill>
                  <a:srgbClr val="5B6873"/>
                </a:solidFill>
              </a:defRPr>
            </a:lvl1pPr>
            <a:lvl2pPr algn="r">
              <a:defRPr sz="975" b="0">
                <a:solidFill>
                  <a:srgbClr val="5B6873"/>
                </a:solidFill>
              </a:defRPr>
            </a:lvl2pPr>
            <a:lvl3pPr algn="r">
              <a:defRPr sz="975" b="0">
                <a:solidFill>
                  <a:srgbClr val="5B6873"/>
                </a:solidFill>
              </a:defRPr>
            </a:lvl3pPr>
            <a:lvl4pPr algn="r">
              <a:defRPr sz="975" b="0">
                <a:solidFill>
                  <a:srgbClr val="5B6873"/>
                </a:solidFill>
              </a:defRPr>
            </a:lvl4pPr>
            <a:lvl5pPr algn="r">
              <a:defRPr sz="975" b="0">
                <a:solidFill>
                  <a:srgbClr val="5B6873"/>
                </a:solidFill>
              </a:defRPr>
            </a:lvl5pPr>
            <a:lvl6pPr algn="r">
              <a:defRPr sz="975" b="0">
                <a:solidFill>
                  <a:srgbClr val="5B6873"/>
                </a:solidFill>
              </a:defRPr>
            </a:lvl6pPr>
            <a:lvl7pPr algn="r">
              <a:defRPr sz="975" b="0">
                <a:solidFill>
                  <a:srgbClr val="5B6873"/>
                </a:solidFill>
              </a:defRPr>
            </a:lvl7pPr>
            <a:lvl8pPr algn="r">
              <a:defRPr sz="975" b="0">
                <a:solidFill>
                  <a:srgbClr val="5B6873"/>
                </a:solidFill>
              </a:defRPr>
            </a:lvl8pPr>
            <a:lvl9pPr algn="r">
              <a:defRPr sz="975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5B6873"/>
                </a:solidFill>
              </a:defRPr>
            </a:pPr>
            <a:r>
              <a:rPr sz="975" b="0">
                <a:solidFill>
                  <a:srgbClr val="5B6873"/>
                </a:solidFill>
              </a:rPr>
              <a:t>26–28 min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051C0A-D64D-4968-B3EE-D1326584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11287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11111"/>
                </a:solidFill>
              </a:defRPr>
            </a:defPPr>
            <a:lvl1pPr algn="l">
              <a:defRPr sz="2325" b="1">
                <a:solidFill>
                  <a:srgbClr val="111111"/>
                </a:solidFill>
              </a:defRPr>
            </a:lvl1pPr>
            <a:lvl2pPr algn="l">
              <a:defRPr sz="2325" b="1">
                <a:solidFill>
                  <a:srgbClr val="111111"/>
                </a:solidFill>
              </a:defRPr>
            </a:lvl2pPr>
            <a:lvl3pPr algn="l">
              <a:defRPr sz="2325" b="1">
                <a:solidFill>
                  <a:srgbClr val="111111"/>
                </a:solidFill>
              </a:defRPr>
            </a:lvl3pPr>
            <a:lvl4pPr algn="l">
              <a:defRPr sz="2325" b="1">
                <a:solidFill>
                  <a:srgbClr val="111111"/>
                </a:solidFill>
              </a:defRPr>
            </a:lvl4pPr>
            <a:lvl5pPr algn="l">
              <a:defRPr sz="2325" b="1">
                <a:solidFill>
                  <a:srgbClr val="111111"/>
                </a:solidFill>
              </a:defRPr>
            </a:lvl5pPr>
            <a:lvl6pPr algn="l">
              <a:defRPr sz="2325" b="1">
                <a:solidFill>
                  <a:srgbClr val="111111"/>
                </a:solidFill>
              </a:defRPr>
            </a:lvl6pPr>
            <a:lvl7pPr algn="l">
              <a:defRPr sz="2325" b="1">
                <a:solidFill>
                  <a:srgbClr val="111111"/>
                </a:solidFill>
              </a:defRPr>
            </a:lvl7pPr>
            <a:lvl8pPr algn="l">
              <a:defRPr sz="2325" b="1">
                <a:solidFill>
                  <a:srgbClr val="111111"/>
                </a:solidFill>
              </a:defRPr>
            </a:lvl8pPr>
            <a:lvl9pPr algn="l">
              <a:defRPr sz="2325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Logarithmic decrement turns decay into a ratio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74ED7-3ED2-4082-8EB8-EF311636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5730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F0A093-6C16-45E0-B63D-EA865FBC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581150"/>
            <a:ext cx="7677150" cy="790575"/>
          </a:xfrm>
          <a:prstGeom xmlns:a="http://schemas.openxmlformats.org/drawingml/2006/main" prst="roundRect">
            <a:avLst>
              <a:gd name="adj" fmla="val 14458"/>
            </a:avLst>
          </a:prstGeom>
          <a:solidFill xmlns:a="http://schemas.openxmlformats.org/drawingml/2006/main">
            <a:srgbClr val="F8F5F0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354E5C-8662-47F5-91FD-70F0CC9F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619250"/>
            <a:ext cx="7524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0">
                <a:solidFill>
                  <a:srgbClr val="111111"/>
                </a:solidFill>
              </a:defRPr>
            </a:defPPr>
            <a:lvl1pPr algn="ctr">
              <a:defRPr sz="2250" b="0">
                <a:solidFill>
                  <a:srgbClr val="111111"/>
                </a:solidFill>
              </a:defRPr>
            </a:lvl1pPr>
            <a:lvl2pPr algn="ctr">
              <a:defRPr sz="2250" b="0">
                <a:solidFill>
                  <a:srgbClr val="111111"/>
                </a:solidFill>
              </a:defRPr>
            </a:lvl2pPr>
            <a:lvl3pPr algn="ctr">
              <a:defRPr sz="2250" b="0">
                <a:solidFill>
                  <a:srgbClr val="111111"/>
                </a:solidFill>
              </a:defRPr>
            </a:lvl3pPr>
            <a:lvl4pPr algn="ctr">
              <a:defRPr sz="2250" b="0">
                <a:solidFill>
                  <a:srgbClr val="111111"/>
                </a:solidFill>
              </a:defRPr>
            </a:lvl4pPr>
            <a:lvl5pPr algn="ctr">
              <a:defRPr sz="2250" b="0">
                <a:solidFill>
                  <a:srgbClr val="111111"/>
                </a:solidFill>
              </a:defRPr>
            </a:lvl5pPr>
            <a:lvl6pPr algn="ctr">
              <a:defRPr sz="2250" b="0">
                <a:solidFill>
                  <a:srgbClr val="111111"/>
                </a:solidFill>
              </a:defRPr>
            </a:lvl6pPr>
            <a:lvl7pPr algn="ctr">
              <a:defRPr sz="2250" b="0">
                <a:solidFill>
                  <a:srgbClr val="111111"/>
                </a:solidFill>
              </a:defRPr>
            </a:lvl7pPr>
            <a:lvl8pPr algn="ctr">
              <a:defRPr sz="2250" b="0">
                <a:solidFill>
                  <a:srgbClr val="111111"/>
                </a:solidFill>
              </a:defRPr>
            </a:lvl8pPr>
            <a:lvl9pPr algn="ctr">
              <a:defRPr sz="2250" b="0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111111"/>
                </a:solidFill>
              </a:defRPr>
            </a:pPr>
            <a:r>
              <a:rPr sz="2250" b="0">
                <a:solidFill>
                  <a:srgbClr val="111111"/>
                </a:solidFill>
              </a:rPr>
              <a:t>δ = (1/N) ln(|xᵢ| / |xᵢ₊ₙ|)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9B044A-EFC9-4962-8FCA-3239E9B5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819400"/>
            <a:ext cx="53911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8F5F0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B0693D-4665-4CE8-8FAF-FDBA8F25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57500"/>
            <a:ext cx="523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111111"/>
                </a:solidFill>
              </a:defRPr>
            </a:defPPr>
            <a:lvl1pPr algn="ctr">
              <a:defRPr sz="2175" b="0">
                <a:solidFill>
                  <a:srgbClr val="111111"/>
                </a:solidFill>
              </a:defRPr>
            </a:lvl1pPr>
            <a:lvl2pPr algn="ctr">
              <a:defRPr sz="2175" b="0">
                <a:solidFill>
                  <a:srgbClr val="111111"/>
                </a:solidFill>
              </a:defRPr>
            </a:lvl2pPr>
            <a:lvl3pPr algn="ctr">
              <a:defRPr sz="2175" b="0">
                <a:solidFill>
                  <a:srgbClr val="111111"/>
                </a:solidFill>
              </a:defRPr>
            </a:lvl3pPr>
            <a:lvl4pPr algn="ctr">
              <a:defRPr sz="2175" b="0">
                <a:solidFill>
                  <a:srgbClr val="111111"/>
                </a:solidFill>
              </a:defRPr>
            </a:lvl4pPr>
            <a:lvl5pPr algn="ctr">
              <a:defRPr sz="2175" b="0">
                <a:solidFill>
                  <a:srgbClr val="111111"/>
                </a:solidFill>
              </a:defRPr>
            </a:lvl5pPr>
            <a:lvl6pPr algn="ctr">
              <a:defRPr sz="2175" b="0">
                <a:solidFill>
                  <a:srgbClr val="111111"/>
                </a:solidFill>
              </a:defRPr>
            </a:lvl6pPr>
            <a:lvl7pPr algn="ctr">
              <a:defRPr sz="2175" b="0">
                <a:solidFill>
                  <a:srgbClr val="111111"/>
                </a:solidFill>
              </a:defRPr>
            </a:lvl7pPr>
            <a:lvl8pPr algn="ctr">
              <a:defRPr sz="2175" b="0">
                <a:solidFill>
                  <a:srgbClr val="111111"/>
                </a:solidFill>
              </a:defRPr>
            </a:lvl8pPr>
            <a:lvl9pPr algn="ctr">
              <a:defRPr sz="2175" b="0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111111"/>
                </a:solidFill>
              </a:defRPr>
            </a:pPr>
            <a:r>
              <a:rPr sz="2175" b="0">
                <a:solidFill>
                  <a:srgbClr val="111111"/>
                </a:solidFill>
              </a:rPr>
              <a:t>ζ = δ / √(4π² + δ²)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3D5D6C-C683-4F4B-B86D-864CFDC2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05250"/>
            <a:ext cx="228600" cy="452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8B1E2D"/>
                </a:solidFill>
              </a:defRPr>
            </a:defPPr>
            <a:lvl1pPr algn="l">
              <a:defRPr sz="1575" b="1">
                <a:solidFill>
                  <a:srgbClr val="8B1E2D"/>
                </a:solidFill>
              </a:defRPr>
            </a:lvl1pPr>
            <a:lvl2pPr algn="l">
              <a:defRPr sz="1575" b="1">
                <a:solidFill>
                  <a:srgbClr val="8B1E2D"/>
                </a:solidFill>
              </a:defRPr>
            </a:lvl2pPr>
            <a:lvl3pPr algn="l">
              <a:defRPr sz="1575" b="1">
                <a:solidFill>
                  <a:srgbClr val="8B1E2D"/>
                </a:solidFill>
              </a:defRPr>
            </a:lvl3pPr>
            <a:lvl4pPr algn="l">
              <a:defRPr sz="1575" b="1">
                <a:solidFill>
                  <a:srgbClr val="8B1E2D"/>
                </a:solidFill>
              </a:defRPr>
            </a:lvl4pPr>
            <a:lvl5pPr algn="l">
              <a:defRPr sz="1575" b="1">
                <a:solidFill>
                  <a:srgbClr val="8B1E2D"/>
                </a:solidFill>
              </a:defRPr>
            </a:lvl5pPr>
            <a:lvl6pPr algn="l">
              <a:defRPr sz="1575" b="1">
                <a:solidFill>
                  <a:srgbClr val="8B1E2D"/>
                </a:solidFill>
              </a:defRPr>
            </a:lvl6pPr>
            <a:lvl7pPr algn="l">
              <a:defRPr sz="1575" b="1">
                <a:solidFill>
                  <a:srgbClr val="8B1E2D"/>
                </a:solidFill>
              </a:defRPr>
            </a:lvl7pPr>
            <a:lvl8pPr algn="l">
              <a:defRPr sz="1575" b="1">
                <a:solidFill>
                  <a:srgbClr val="8B1E2D"/>
                </a:solidFill>
              </a:defRPr>
            </a:lvl8pPr>
            <a:lvl9pPr algn="l">
              <a:defRPr sz="1575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8B1E2D"/>
                </a:solidFill>
              </a:defRPr>
            </a:pPr>
            <a:r>
              <a:rPr sz="1575" b="1">
                <a:solidFill>
                  <a:srgbClr val="8B1E2D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9F2544-5407-4C14-99B8-A4E8591D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905250"/>
            <a:ext cx="7829550" cy="452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1283F"/>
                </a:solidFill>
              </a:defRPr>
            </a:defPPr>
            <a:lvl1pPr algn="l">
              <a:defRPr sz="1425" b="0">
                <a:solidFill>
                  <a:srgbClr val="11283F"/>
                </a:solidFill>
              </a:defRPr>
            </a:lvl1pPr>
            <a:lvl2pPr algn="l">
              <a:defRPr sz="1425" b="0">
                <a:solidFill>
                  <a:srgbClr val="11283F"/>
                </a:solidFill>
              </a:defRPr>
            </a:lvl2pPr>
            <a:lvl3pPr algn="l">
              <a:defRPr sz="1425" b="0">
                <a:solidFill>
                  <a:srgbClr val="11283F"/>
                </a:solidFill>
              </a:defRPr>
            </a:lvl3pPr>
            <a:lvl4pPr algn="l">
              <a:defRPr sz="1425" b="0">
                <a:solidFill>
                  <a:srgbClr val="11283F"/>
                </a:solidFill>
              </a:defRPr>
            </a:lvl4pPr>
            <a:lvl5pPr algn="l">
              <a:defRPr sz="1425" b="0">
                <a:solidFill>
                  <a:srgbClr val="11283F"/>
                </a:solidFill>
              </a:defRPr>
            </a:lvl5pPr>
            <a:lvl6pPr algn="l">
              <a:defRPr sz="1425" b="0">
                <a:solidFill>
                  <a:srgbClr val="11283F"/>
                </a:solidFill>
              </a:defRPr>
            </a:lvl6pPr>
            <a:lvl7pPr algn="l">
              <a:defRPr sz="1425" b="0">
                <a:solidFill>
                  <a:srgbClr val="11283F"/>
                </a:solidFill>
              </a:defRPr>
            </a:lvl7pPr>
            <a:lvl8pPr algn="l">
              <a:defRPr sz="1425" b="0">
                <a:solidFill>
                  <a:srgbClr val="11283F"/>
                </a:solidFill>
              </a:defRPr>
            </a:lvl8pPr>
            <a:lvl9pPr algn="l">
              <a:defRPr sz="1425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1283F"/>
                </a:solidFill>
              </a:defRPr>
            </a:pPr>
            <a:r>
              <a:rPr sz="1425" b="0">
                <a:solidFill>
                  <a:srgbClr val="11283F"/>
                </a:solidFill>
              </a:rPr>
              <a:t>x_i and x_(i+N) are peak amplitudes of the same sign.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1B3709-BEE1-4E8B-8516-2EBD6405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357688"/>
            <a:ext cx="228600" cy="452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8B1E2D"/>
                </a:solidFill>
              </a:defRPr>
            </a:defPPr>
            <a:lvl1pPr algn="l">
              <a:defRPr sz="1575" b="1">
                <a:solidFill>
                  <a:srgbClr val="8B1E2D"/>
                </a:solidFill>
              </a:defRPr>
            </a:lvl1pPr>
            <a:lvl2pPr algn="l">
              <a:defRPr sz="1575" b="1">
                <a:solidFill>
                  <a:srgbClr val="8B1E2D"/>
                </a:solidFill>
              </a:defRPr>
            </a:lvl2pPr>
            <a:lvl3pPr algn="l">
              <a:defRPr sz="1575" b="1">
                <a:solidFill>
                  <a:srgbClr val="8B1E2D"/>
                </a:solidFill>
              </a:defRPr>
            </a:lvl3pPr>
            <a:lvl4pPr algn="l">
              <a:defRPr sz="1575" b="1">
                <a:solidFill>
                  <a:srgbClr val="8B1E2D"/>
                </a:solidFill>
              </a:defRPr>
            </a:lvl4pPr>
            <a:lvl5pPr algn="l">
              <a:defRPr sz="1575" b="1">
                <a:solidFill>
                  <a:srgbClr val="8B1E2D"/>
                </a:solidFill>
              </a:defRPr>
            </a:lvl5pPr>
            <a:lvl6pPr algn="l">
              <a:defRPr sz="1575" b="1">
                <a:solidFill>
                  <a:srgbClr val="8B1E2D"/>
                </a:solidFill>
              </a:defRPr>
            </a:lvl6pPr>
            <a:lvl7pPr algn="l">
              <a:defRPr sz="1575" b="1">
                <a:solidFill>
                  <a:srgbClr val="8B1E2D"/>
                </a:solidFill>
              </a:defRPr>
            </a:lvl7pPr>
            <a:lvl8pPr algn="l">
              <a:defRPr sz="1575" b="1">
                <a:solidFill>
                  <a:srgbClr val="8B1E2D"/>
                </a:solidFill>
              </a:defRPr>
            </a:lvl8pPr>
            <a:lvl9pPr algn="l">
              <a:defRPr sz="1575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8B1E2D"/>
                </a:solidFill>
              </a:defRPr>
            </a:pPr>
            <a:r>
              <a:rPr sz="1575" b="1">
                <a:solidFill>
                  <a:srgbClr val="8B1E2D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CF49D5-2150-433D-A5F4-685615F3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357688"/>
            <a:ext cx="7829550" cy="452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1283F"/>
                </a:solidFill>
              </a:defRPr>
            </a:defPPr>
            <a:lvl1pPr algn="l">
              <a:defRPr sz="1425" b="0">
                <a:solidFill>
                  <a:srgbClr val="11283F"/>
                </a:solidFill>
              </a:defRPr>
            </a:lvl1pPr>
            <a:lvl2pPr algn="l">
              <a:defRPr sz="1425" b="0">
                <a:solidFill>
                  <a:srgbClr val="11283F"/>
                </a:solidFill>
              </a:defRPr>
            </a:lvl2pPr>
            <a:lvl3pPr algn="l">
              <a:defRPr sz="1425" b="0">
                <a:solidFill>
                  <a:srgbClr val="11283F"/>
                </a:solidFill>
              </a:defRPr>
            </a:lvl3pPr>
            <a:lvl4pPr algn="l">
              <a:defRPr sz="1425" b="0">
                <a:solidFill>
                  <a:srgbClr val="11283F"/>
                </a:solidFill>
              </a:defRPr>
            </a:lvl4pPr>
            <a:lvl5pPr algn="l">
              <a:defRPr sz="1425" b="0">
                <a:solidFill>
                  <a:srgbClr val="11283F"/>
                </a:solidFill>
              </a:defRPr>
            </a:lvl5pPr>
            <a:lvl6pPr algn="l">
              <a:defRPr sz="1425" b="0">
                <a:solidFill>
                  <a:srgbClr val="11283F"/>
                </a:solidFill>
              </a:defRPr>
            </a:lvl6pPr>
            <a:lvl7pPr algn="l">
              <a:defRPr sz="1425" b="0">
                <a:solidFill>
                  <a:srgbClr val="11283F"/>
                </a:solidFill>
              </a:defRPr>
            </a:lvl7pPr>
            <a:lvl8pPr algn="l">
              <a:defRPr sz="1425" b="0">
                <a:solidFill>
                  <a:srgbClr val="11283F"/>
                </a:solidFill>
              </a:defRPr>
            </a:lvl8pPr>
            <a:lvl9pPr algn="l">
              <a:defRPr sz="1425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1283F"/>
                </a:solidFill>
              </a:defRPr>
            </a:pPr>
            <a:r>
              <a:rPr sz="1425" b="0">
                <a:solidFill>
                  <a:srgbClr val="11283F"/>
                </a:solidFill>
              </a:rPr>
              <a:t>N is the number of complete cycles between the selected peaks.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CD1BD7-B142-4E33-92B9-9309B228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10125"/>
            <a:ext cx="228600" cy="452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8B1E2D"/>
                </a:solidFill>
              </a:defRPr>
            </a:defPPr>
            <a:lvl1pPr algn="l">
              <a:defRPr sz="1575" b="1">
                <a:solidFill>
                  <a:srgbClr val="8B1E2D"/>
                </a:solidFill>
              </a:defRPr>
            </a:lvl1pPr>
            <a:lvl2pPr algn="l">
              <a:defRPr sz="1575" b="1">
                <a:solidFill>
                  <a:srgbClr val="8B1E2D"/>
                </a:solidFill>
              </a:defRPr>
            </a:lvl2pPr>
            <a:lvl3pPr algn="l">
              <a:defRPr sz="1575" b="1">
                <a:solidFill>
                  <a:srgbClr val="8B1E2D"/>
                </a:solidFill>
              </a:defRPr>
            </a:lvl3pPr>
            <a:lvl4pPr algn="l">
              <a:defRPr sz="1575" b="1">
                <a:solidFill>
                  <a:srgbClr val="8B1E2D"/>
                </a:solidFill>
              </a:defRPr>
            </a:lvl4pPr>
            <a:lvl5pPr algn="l">
              <a:defRPr sz="1575" b="1">
                <a:solidFill>
                  <a:srgbClr val="8B1E2D"/>
                </a:solidFill>
              </a:defRPr>
            </a:lvl5pPr>
            <a:lvl6pPr algn="l">
              <a:defRPr sz="1575" b="1">
                <a:solidFill>
                  <a:srgbClr val="8B1E2D"/>
                </a:solidFill>
              </a:defRPr>
            </a:lvl6pPr>
            <a:lvl7pPr algn="l">
              <a:defRPr sz="1575" b="1">
                <a:solidFill>
                  <a:srgbClr val="8B1E2D"/>
                </a:solidFill>
              </a:defRPr>
            </a:lvl7pPr>
            <a:lvl8pPr algn="l">
              <a:defRPr sz="1575" b="1">
                <a:solidFill>
                  <a:srgbClr val="8B1E2D"/>
                </a:solidFill>
              </a:defRPr>
            </a:lvl8pPr>
            <a:lvl9pPr algn="l">
              <a:defRPr sz="1575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8B1E2D"/>
                </a:solidFill>
              </a:defRPr>
            </a:pPr>
            <a:r>
              <a:rPr sz="1575" b="1">
                <a:solidFill>
                  <a:srgbClr val="8B1E2D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F8932D-8C6D-478E-8A3E-14397BF3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810125"/>
            <a:ext cx="7829550" cy="452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1283F"/>
                </a:solidFill>
              </a:defRPr>
            </a:defPPr>
            <a:lvl1pPr algn="l">
              <a:defRPr sz="1425" b="0">
                <a:solidFill>
                  <a:srgbClr val="11283F"/>
                </a:solidFill>
              </a:defRPr>
            </a:lvl1pPr>
            <a:lvl2pPr algn="l">
              <a:defRPr sz="1425" b="0">
                <a:solidFill>
                  <a:srgbClr val="11283F"/>
                </a:solidFill>
              </a:defRPr>
            </a:lvl2pPr>
            <a:lvl3pPr algn="l">
              <a:defRPr sz="1425" b="0">
                <a:solidFill>
                  <a:srgbClr val="11283F"/>
                </a:solidFill>
              </a:defRPr>
            </a:lvl3pPr>
            <a:lvl4pPr algn="l">
              <a:defRPr sz="1425" b="0">
                <a:solidFill>
                  <a:srgbClr val="11283F"/>
                </a:solidFill>
              </a:defRPr>
            </a:lvl4pPr>
            <a:lvl5pPr algn="l">
              <a:defRPr sz="1425" b="0">
                <a:solidFill>
                  <a:srgbClr val="11283F"/>
                </a:solidFill>
              </a:defRPr>
            </a:lvl5pPr>
            <a:lvl6pPr algn="l">
              <a:defRPr sz="1425" b="0">
                <a:solidFill>
                  <a:srgbClr val="11283F"/>
                </a:solidFill>
              </a:defRPr>
            </a:lvl6pPr>
            <a:lvl7pPr algn="l">
              <a:defRPr sz="1425" b="0">
                <a:solidFill>
                  <a:srgbClr val="11283F"/>
                </a:solidFill>
              </a:defRPr>
            </a:lvl7pPr>
            <a:lvl8pPr algn="l">
              <a:defRPr sz="1425" b="0">
                <a:solidFill>
                  <a:srgbClr val="11283F"/>
                </a:solidFill>
              </a:defRPr>
            </a:lvl8pPr>
            <a:lvl9pPr algn="l">
              <a:defRPr sz="1425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1283F"/>
                </a:solidFill>
              </a:defRPr>
            </a:pPr>
            <a:r>
              <a:rPr sz="1425" b="0">
                <a:solidFill>
                  <a:srgbClr val="11283F"/>
                </a:solidFill>
              </a:rPr>
              <a:t>Using several cycles reduces sensitivity to cursor placement and noise.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9177A6-E22A-44E8-A55B-6CF17774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62563"/>
            <a:ext cx="228600" cy="452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8B1E2D"/>
                </a:solidFill>
              </a:defRPr>
            </a:defPPr>
            <a:lvl1pPr algn="l">
              <a:defRPr sz="1575" b="1">
                <a:solidFill>
                  <a:srgbClr val="8B1E2D"/>
                </a:solidFill>
              </a:defRPr>
            </a:lvl1pPr>
            <a:lvl2pPr algn="l">
              <a:defRPr sz="1575" b="1">
                <a:solidFill>
                  <a:srgbClr val="8B1E2D"/>
                </a:solidFill>
              </a:defRPr>
            </a:lvl2pPr>
            <a:lvl3pPr algn="l">
              <a:defRPr sz="1575" b="1">
                <a:solidFill>
                  <a:srgbClr val="8B1E2D"/>
                </a:solidFill>
              </a:defRPr>
            </a:lvl3pPr>
            <a:lvl4pPr algn="l">
              <a:defRPr sz="1575" b="1">
                <a:solidFill>
                  <a:srgbClr val="8B1E2D"/>
                </a:solidFill>
              </a:defRPr>
            </a:lvl4pPr>
            <a:lvl5pPr algn="l">
              <a:defRPr sz="1575" b="1">
                <a:solidFill>
                  <a:srgbClr val="8B1E2D"/>
                </a:solidFill>
              </a:defRPr>
            </a:lvl5pPr>
            <a:lvl6pPr algn="l">
              <a:defRPr sz="1575" b="1">
                <a:solidFill>
                  <a:srgbClr val="8B1E2D"/>
                </a:solidFill>
              </a:defRPr>
            </a:lvl6pPr>
            <a:lvl7pPr algn="l">
              <a:defRPr sz="1575" b="1">
                <a:solidFill>
                  <a:srgbClr val="8B1E2D"/>
                </a:solidFill>
              </a:defRPr>
            </a:lvl7pPr>
            <a:lvl8pPr algn="l">
              <a:defRPr sz="1575" b="1">
                <a:solidFill>
                  <a:srgbClr val="8B1E2D"/>
                </a:solidFill>
              </a:defRPr>
            </a:lvl8pPr>
            <a:lvl9pPr algn="l">
              <a:defRPr sz="1575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8B1E2D"/>
                </a:solidFill>
              </a:defRPr>
            </a:pPr>
            <a:r>
              <a:rPr sz="1575" b="1">
                <a:solidFill>
                  <a:srgbClr val="8B1E2D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A3E67F-E1E0-43E9-9861-2CA804C9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262563"/>
            <a:ext cx="7829550" cy="452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1283F"/>
                </a:solidFill>
              </a:defRPr>
            </a:defPPr>
            <a:lvl1pPr algn="l">
              <a:defRPr sz="1425" b="0">
                <a:solidFill>
                  <a:srgbClr val="11283F"/>
                </a:solidFill>
              </a:defRPr>
            </a:lvl1pPr>
            <a:lvl2pPr algn="l">
              <a:defRPr sz="1425" b="0">
                <a:solidFill>
                  <a:srgbClr val="11283F"/>
                </a:solidFill>
              </a:defRPr>
            </a:lvl2pPr>
            <a:lvl3pPr algn="l">
              <a:defRPr sz="1425" b="0">
                <a:solidFill>
                  <a:srgbClr val="11283F"/>
                </a:solidFill>
              </a:defRPr>
            </a:lvl3pPr>
            <a:lvl4pPr algn="l">
              <a:defRPr sz="1425" b="0">
                <a:solidFill>
                  <a:srgbClr val="11283F"/>
                </a:solidFill>
              </a:defRPr>
            </a:lvl4pPr>
            <a:lvl5pPr algn="l">
              <a:defRPr sz="1425" b="0">
                <a:solidFill>
                  <a:srgbClr val="11283F"/>
                </a:solidFill>
              </a:defRPr>
            </a:lvl5pPr>
            <a:lvl6pPr algn="l">
              <a:defRPr sz="1425" b="0">
                <a:solidFill>
                  <a:srgbClr val="11283F"/>
                </a:solidFill>
              </a:defRPr>
            </a:lvl6pPr>
            <a:lvl7pPr algn="l">
              <a:defRPr sz="1425" b="0">
                <a:solidFill>
                  <a:srgbClr val="11283F"/>
                </a:solidFill>
              </a:defRPr>
            </a:lvl7pPr>
            <a:lvl8pPr algn="l">
              <a:defRPr sz="1425" b="0">
                <a:solidFill>
                  <a:srgbClr val="11283F"/>
                </a:solidFill>
              </a:defRPr>
            </a:lvl8pPr>
            <a:lvl9pPr algn="l">
              <a:defRPr sz="1425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1283F"/>
                </a:solidFill>
              </a:defRPr>
            </a:pPr>
            <a:r>
              <a:rPr sz="1425" b="0">
                <a:solidFill>
                  <a:srgbClr val="11283F"/>
                </a:solidFill>
              </a:rPr>
              <a:t>A line fit to ln|peak| versus time provides a stronger check.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768A43-EA8E-4BC7-8354-BFF8CB1E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5B6873"/>
                </a:solidFill>
              </a:defRPr>
            </a:defPPr>
            <a:lvl1pPr algn="r">
              <a:defRPr sz="825" b="0">
                <a:solidFill>
                  <a:srgbClr val="5B6873"/>
                </a:solidFill>
              </a:defRPr>
            </a:lvl1pPr>
            <a:lvl2pPr algn="r">
              <a:defRPr sz="825" b="0">
                <a:solidFill>
                  <a:srgbClr val="5B6873"/>
                </a:solidFill>
              </a:defRPr>
            </a:lvl2pPr>
            <a:lvl3pPr algn="r">
              <a:defRPr sz="825" b="0">
                <a:solidFill>
                  <a:srgbClr val="5B6873"/>
                </a:solidFill>
              </a:defRPr>
            </a:lvl3pPr>
            <a:lvl4pPr algn="r">
              <a:defRPr sz="825" b="0">
                <a:solidFill>
                  <a:srgbClr val="5B6873"/>
                </a:solidFill>
              </a:defRPr>
            </a:lvl4pPr>
            <a:lvl5pPr algn="r">
              <a:defRPr sz="825" b="0">
                <a:solidFill>
                  <a:srgbClr val="5B6873"/>
                </a:solidFill>
              </a:defRPr>
            </a:lvl5pPr>
            <a:lvl6pPr algn="r">
              <a:defRPr sz="825" b="0">
                <a:solidFill>
                  <a:srgbClr val="5B6873"/>
                </a:solidFill>
              </a:defRPr>
            </a:lvl6pPr>
            <a:lvl7pPr algn="r">
              <a:defRPr sz="825" b="0">
                <a:solidFill>
                  <a:srgbClr val="5B6873"/>
                </a:solidFill>
              </a:defRPr>
            </a:lvl7pPr>
            <a:lvl8pPr algn="r">
              <a:defRPr sz="825" b="0">
                <a:solidFill>
                  <a:srgbClr val="5B6873"/>
                </a:solidFill>
              </a:defRPr>
            </a:lvl8pPr>
            <a:lvl9pPr algn="r">
              <a:defRPr sz="825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5B6873"/>
                </a:solidFill>
              </a:defRPr>
            </a:pPr>
            <a:r>
              <a:rPr sz="825" b="0">
                <a:solidFill>
                  <a:srgbClr val="5B6873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9052238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2E84B1-35C5-42C5-A64C-59426B17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05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8B1E2D"/>
                </a:solidFill>
              </a:defRPr>
            </a:defPPr>
            <a:lvl1pPr algn="l">
              <a:defRPr sz="1050" b="1">
                <a:solidFill>
                  <a:srgbClr val="8B1E2D"/>
                </a:solidFill>
              </a:defRPr>
            </a:lvl1pPr>
            <a:lvl2pPr algn="l">
              <a:defRPr sz="1050" b="1">
                <a:solidFill>
                  <a:srgbClr val="8B1E2D"/>
                </a:solidFill>
              </a:defRPr>
            </a:lvl2pPr>
            <a:lvl3pPr algn="l">
              <a:defRPr sz="1050" b="1">
                <a:solidFill>
                  <a:srgbClr val="8B1E2D"/>
                </a:solidFill>
              </a:defRPr>
            </a:lvl3pPr>
            <a:lvl4pPr algn="l">
              <a:defRPr sz="1050" b="1">
                <a:solidFill>
                  <a:srgbClr val="8B1E2D"/>
                </a:solidFill>
              </a:defRPr>
            </a:lvl4pPr>
            <a:lvl5pPr algn="l">
              <a:defRPr sz="1050" b="1">
                <a:solidFill>
                  <a:srgbClr val="8B1E2D"/>
                </a:solidFill>
              </a:defRPr>
            </a:lvl5pPr>
            <a:lvl6pPr algn="l">
              <a:defRPr sz="1050" b="1">
                <a:solidFill>
                  <a:srgbClr val="8B1E2D"/>
                </a:solidFill>
              </a:defRPr>
            </a:lvl6pPr>
            <a:lvl7pPr algn="l">
              <a:defRPr sz="1050" b="1">
                <a:solidFill>
                  <a:srgbClr val="8B1E2D"/>
                </a:solidFill>
              </a:defRPr>
            </a:lvl7pPr>
            <a:lvl8pPr algn="l">
              <a:defRPr sz="1050" b="1">
                <a:solidFill>
                  <a:srgbClr val="8B1E2D"/>
                </a:solidFill>
              </a:defRPr>
            </a:lvl8pPr>
            <a:lvl9pPr algn="l">
              <a:defRPr sz="1050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8B1E2D"/>
                </a:solidFill>
              </a:defRPr>
            </a:pPr>
            <a:r>
              <a:rPr sz="1050" b="1">
                <a:solidFill>
                  <a:srgbClr val="8B1E2D"/>
                </a:solidFill>
              </a:rPr>
              <a:t>MIE 402  |  FREQUENCY FROM TIME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494BB6-5DF1-4AD1-B401-9B4DD140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0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0">
                <a:solidFill>
                  <a:srgbClr val="5B6873"/>
                </a:solidFill>
              </a:defRPr>
            </a:defPPr>
            <a:lvl1pPr algn="r">
              <a:defRPr sz="975" b="0">
                <a:solidFill>
                  <a:srgbClr val="5B6873"/>
                </a:solidFill>
              </a:defRPr>
            </a:lvl1pPr>
            <a:lvl2pPr algn="r">
              <a:defRPr sz="975" b="0">
                <a:solidFill>
                  <a:srgbClr val="5B6873"/>
                </a:solidFill>
              </a:defRPr>
            </a:lvl2pPr>
            <a:lvl3pPr algn="r">
              <a:defRPr sz="975" b="0">
                <a:solidFill>
                  <a:srgbClr val="5B6873"/>
                </a:solidFill>
              </a:defRPr>
            </a:lvl3pPr>
            <a:lvl4pPr algn="r">
              <a:defRPr sz="975" b="0">
                <a:solidFill>
                  <a:srgbClr val="5B6873"/>
                </a:solidFill>
              </a:defRPr>
            </a:lvl4pPr>
            <a:lvl5pPr algn="r">
              <a:defRPr sz="975" b="0">
                <a:solidFill>
                  <a:srgbClr val="5B6873"/>
                </a:solidFill>
              </a:defRPr>
            </a:lvl5pPr>
            <a:lvl6pPr algn="r">
              <a:defRPr sz="975" b="0">
                <a:solidFill>
                  <a:srgbClr val="5B6873"/>
                </a:solidFill>
              </a:defRPr>
            </a:lvl6pPr>
            <a:lvl7pPr algn="r">
              <a:defRPr sz="975" b="0">
                <a:solidFill>
                  <a:srgbClr val="5B6873"/>
                </a:solidFill>
              </a:defRPr>
            </a:lvl7pPr>
            <a:lvl8pPr algn="r">
              <a:defRPr sz="975" b="0">
                <a:solidFill>
                  <a:srgbClr val="5B6873"/>
                </a:solidFill>
              </a:defRPr>
            </a:lvl8pPr>
            <a:lvl9pPr algn="r">
              <a:defRPr sz="975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5B6873"/>
                </a:solidFill>
              </a:defRPr>
            </a:pPr>
            <a:r>
              <a:rPr sz="975" b="0">
                <a:solidFill>
                  <a:srgbClr val="5B6873"/>
                </a:solidFill>
              </a:rPr>
              <a:t>28–30 min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BCBEA8-696B-4D1D-BF1D-7502452D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11287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11111"/>
                </a:solidFill>
              </a:defRPr>
            </a:defPPr>
            <a:lvl1pPr algn="l">
              <a:defRPr sz="2325" b="1">
                <a:solidFill>
                  <a:srgbClr val="111111"/>
                </a:solidFill>
              </a:defRPr>
            </a:lvl1pPr>
            <a:lvl2pPr algn="l">
              <a:defRPr sz="2325" b="1">
                <a:solidFill>
                  <a:srgbClr val="111111"/>
                </a:solidFill>
              </a:defRPr>
            </a:lvl2pPr>
            <a:lvl3pPr algn="l">
              <a:defRPr sz="2325" b="1">
                <a:solidFill>
                  <a:srgbClr val="111111"/>
                </a:solidFill>
              </a:defRPr>
            </a:lvl3pPr>
            <a:lvl4pPr algn="l">
              <a:defRPr sz="2325" b="1">
                <a:solidFill>
                  <a:srgbClr val="111111"/>
                </a:solidFill>
              </a:defRPr>
            </a:lvl4pPr>
            <a:lvl5pPr algn="l">
              <a:defRPr sz="2325" b="1">
                <a:solidFill>
                  <a:srgbClr val="111111"/>
                </a:solidFill>
              </a:defRPr>
            </a:lvl5pPr>
            <a:lvl6pPr algn="l">
              <a:defRPr sz="2325" b="1">
                <a:solidFill>
                  <a:srgbClr val="111111"/>
                </a:solidFill>
              </a:defRPr>
            </a:lvl6pPr>
            <a:lvl7pPr algn="l">
              <a:defRPr sz="2325" b="1">
                <a:solidFill>
                  <a:srgbClr val="111111"/>
                </a:solidFill>
              </a:defRPr>
            </a:lvl7pPr>
            <a:lvl8pPr algn="l">
              <a:defRPr sz="2325" b="1">
                <a:solidFill>
                  <a:srgbClr val="111111"/>
                </a:solidFill>
              </a:defRPr>
            </a:lvl8pPr>
            <a:lvl9pPr algn="l">
              <a:defRPr sz="2325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Peak timing gives damped and undamped frequency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FCBC61-683D-4AF6-900D-61C2FA96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5730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3878D1-418F-4EEC-963D-16E89BF3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676400"/>
            <a:ext cx="46291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8F5F0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2FBA6-D33F-4573-AA35-8A196537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1450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0">
                <a:solidFill>
                  <a:srgbClr val="111111"/>
                </a:solidFill>
              </a:defRPr>
            </a:defPPr>
            <a:lvl1pPr algn="ctr">
              <a:defRPr sz="2025" b="0">
                <a:solidFill>
                  <a:srgbClr val="111111"/>
                </a:solidFill>
              </a:defRPr>
            </a:lvl1pPr>
            <a:lvl2pPr algn="ctr">
              <a:defRPr sz="2025" b="0">
                <a:solidFill>
                  <a:srgbClr val="111111"/>
                </a:solidFill>
              </a:defRPr>
            </a:lvl2pPr>
            <a:lvl3pPr algn="ctr">
              <a:defRPr sz="2025" b="0">
                <a:solidFill>
                  <a:srgbClr val="111111"/>
                </a:solidFill>
              </a:defRPr>
            </a:lvl3pPr>
            <a:lvl4pPr algn="ctr">
              <a:defRPr sz="2025" b="0">
                <a:solidFill>
                  <a:srgbClr val="111111"/>
                </a:solidFill>
              </a:defRPr>
            </a:lvl4pPr>
            <a:lvl5pPr algn="ctr">
              <a:defRPr sz="2025" b="0">
                <a:solidFill>
                  <a:srgbClr val="111111"/>
                </a:solidFill>
              </a:defRPr>
            </a:lvl5pPr>
            <a:lvl6pPr algn="ctr">
              <a:defRPr sz="2025" b="0">
                <a:solidFill>
                  <a:srgbClr val="111111"/>
                </a:solidFill>
              </a:defRPr>
            </a:lvl6pPr>
            <a:lvl7pPr algn="ctr">
              <a:defRPr sz="2025" b="0">
                <a:solidFill>
                  <a:srgbClr val="111111"/>
                </a:solidFill>
              </a:defRPr>
            </a:lvl7pPr>
            <a:lvl8pPr algn="ctr">
              <a:defRPr sz="2025" b="0">
                <a:solidFill>
                  <a:srgbClr val="111111"/>
                </a:solidFill>
              </a:defRPr>
            </a:lvl8pPr>
            <a:lvl9pPr algn="ctr">
              <a:defRPr sz="2025" b="0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Td = (tᵢ₊ₙ − tᵢ)/N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844F5E-93A6-459F-A2AC-FF13B829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76400"/>
            <a:ext cx="41529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8F5F0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6FBC90-6010-4E26-A8A0-D5EFA8B3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111111"/>
                </a:solidFill>
              </a:defRPr>
            </a:defPPr>
            <a:lvl1pPr algn="ctr">
              <a:defRPr sz="2175" b="0">
                <a:solidFill>
                  <a:srgbClr val="111111"/>
                </a:solidFill>
              </a:defRPr>
            </a:lvl1pPr>
            <a:lvl2pPr algn="ctr">
              <a:defRPr sz="2175" b="0">
                <a:solidFill>
                  <a:srgbClr val="111111"/>
                </a:solidFill>
              </a:defRPr>
            </a:lvl2pPr>
            <a:lvl3pPr algn="ctr">
              <a:defRPr sz="2175" b="0">
                <a:solidFill>
                  <a:srgbClr val="111111"/>
                </a:solidFill>
              </a:defRPr>
            </a:lvl3pPr>
            <a:lvl4pPr algn="ctr">
              <a:defRPr sz="2175" b="0">
                <a:solidFill>
                  <a:srgbClr val="111111"/>
                </a:solidFill>
              </a:defRPr>
            </a:lvl4pPr>
            <a:lvl5pPr algn="ctr">
              <a:defRPr sz="2175" b="0">
                <a:solidFill>
                  <a:srgbClr val="111111"/>
                </a:solidFill>
              </a:defRPr>
            </a:lvl5pPr>
            <a:lvl6pPr algn="ctr">
              <a:defRPr sz="2175" b="0">
                <a:solidFill>
                  <a:srgbClr val="111111"/>
                </a:solidFill>
              </a:defRPr>
            </a:lvl6pPr>
            <a:lvl7pPr algn="ctr">
              <a:defRPr sz="2175" b="0">
                <a:solidFill>
                  <a:srgbClr val="111111"/>
                </a:solidFill>
              </a:defRPr>
            </a:lvl7pPr>
            <a:lvl8pPr algn="ctr">
              <a:defRPr sz="2175" b="0">
                <a:solidFill>
                  <a:srgbClr val="111111"/>
                </a:solidFill>
              </a:defRPr>
            </a:lvl8pPr>
            <a:lvl9pPr algn="ctr">
              <a:defRPr sz="2175" b="0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111111"/>
                </a:solidFill>
              </a:defRPr>
            </a:pPr>
            <a:r>
              <a:rPr sz="2175" b="0">
                <a:solidFill>
                  <a:srgbClr val="111111"/>
                </a:solidFill>
              </a:rPr>
              <a:t>fd = 1/Td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D1B380-A927-4BC5-A673-030E5D2C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962275"/>
            <a:ext cx="46291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8F5F0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36F946-97FF-4F62-831F-CC2A69B0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00375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111111"/>
                </a:solidFill>
              </a:defRPr>
            </a:defPPr>
            <a:lvl1pPr algn="ctr">
              <a:defRPr sz="2175" b="0">
                <a:solidFill>
                  <a:srgbClr val="111111"/>
                </a:solidFill>
              </a:defRPr>
            </a:lvl1pPr>
            <a:lvl2pPr algn="ctr">
              <a:defRPr sz="2175" b="0">
                <a:solidFill>
                  <a:srgbClr val="111111"/>
                </a:solidFill>
              </a:defRPr>
            </a:lvl2pPr>
            <a:lvl3pPr algn="ctr">
              <a:defRPr sz="2175" b="0">
                <a:solidFill>
                  <a:srgbClr val="111111"/>
                </a:solidFill>
              </a:defRPr>
            </a:lvl3pPr>
            <a:lvl4pPr algn="ctr">
              <a:defRPr sz="2175" b="0">
                <a:solidFill>
                  <a:srgbClr val="111111"/>
                </a:solidFill>
              </a:defRPr>
            </a:lvl4pPr>
            <a:lvl5pPr algn="ctr">
              <a:defRPr sz="2175" b="0">
                <a:solidFill>
                  <a:srgbClr val="111111"/>
                </a:solidFill>
              </a:defRPr>
            </a:lvl5pPr>
            <a:lvl6pPr algn="ctr">
              <a:defRPr sz="2175" b="0">
                <a:solidFill>
                  <a:srgbClr val="111111"/>
                </a:solidFill>
              </a:defRPr>
            </a:lvl6pPr>
            <a:lvl7pPr algn="ctr">
              <a:defRPr sz="2175" b="0">
                <a:solidFill>
                  <a:srgbClr val="111111"/>
                </a:solidFill>
              </a:defRPr>
            </a:lvl7pPr>
            <a:lvl8pPr algn="ctr">
              <a:defRPr sz="2175" b="0">
                <a:solidFill>
                  <a:srgbClr val="111111"/>
                </a:solidFill>
              </a:defRPr>
            </a:lvl8pPr>
            <a:lvl9pPr algn="ctr">
              <a:defRPr sz="2175" b="0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111111"/>
                </a:solidFill>
              </a:defRPr>
            </a:pPr>
            <a:r>
              <a:rPr sz="2175" b="0">
                <a:solidFill>
                  <a:srgbClr val="111111"/>
                </a:solidFill>
              </a:rPr>
              <a:t>ωd = 2πfd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8DF78E-18EF-4681-840B-366F104F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41529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8F5F0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EECF21-91BB-4680-A788-5C874A02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00375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0">
                <a:solidFill>
                  <a:srgbClr val="111111"/>
                </a:solidFill>
              </a:defRPr>
            </a:defPPr>
            <a:lvl1pPr algn="ctr">
              <a:defRPr sz="2025" b="0">
                <a:solidFill>
                  <a:srgbClr val="111111"/>
                </a:solidFill>
              </a:defRPr>
            </a:lvl1pPr>
            <a:lvl2pPr algn="ctr">
              <a:defRPr sz="2025" b="0">
                <a:solidFill>
                  <a:srgbClr val="111111"/>
                </a:solidFill>
              </a:defRPr>
            </a:lvl2pPr>
            <a:lvl3pPr algn="ctr">
              <a:defRPr sz="2025" b="0">
                <a:solidFill>
                  <a:srgbClr val="111111"/>
                </a:solidFill>
              </a:defRPr>
            </a:lvl3pPr>
            <a:lvl4pPr algn="ctr">
              <a:defRPr sz="2025" b="0">
                <a:solidFill>
                  <a:srgbClr val="111111"/>
                </a:solidFill>
              </a:defRPr>
            </a:lvl4pPr>
            <a:lvl5pPr algn="ctr">
              <a:defRPr sz="2025" b="0">
                <a:solidFill>
                  <a:srgbClr val="111111"/>
                </a:solidFill>
              </a:defRPr>
            </a:lvl5pPr>
            <a:lvl6pPr algn="ctr">
              <a:defRPr sz="2025" b="0">
                <a:solidFill>
                  <a:srgbClr val="111111"/>
                </a:solidFill>
              </a:defRPr>
            </a:lvl6pPr>
            <a:lvl7pPr algn="ctr">
              <a:defRPr sz="2025" b="0">
                <a:solidFill>
                  <a:srgbClr val="111111"/>
                </a:solidFill>
              </a:defRPr>
            </a:lvl7pPr>
            <a:lvl8pPr algn="ctr">
              <a:defRPr sz="2025" b="0">
                <a:solidFill>
                  <a:srgbClr val="111111"/>
                </a:solidFill>
              </a:defRPr>
            </a:lvl8pPr>
            <a:lvl9pPr algn="ctr">
              <a:defRPr sz="2025" b="0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ωₙ = ωd / √(1 − ζ²)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6B4467-2710-4580-8CAB-654B42E9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9625"/>
            <a:ext cx="933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8B1E2D"/>
                </a:solidFill>
              </a:defRPr>
            </a:defPPr>
            <a:lvl1pPr algn="ctr">
              <a:defRPr sz="1575" b="1">
                <a:solidFill>
                  <a:srgbClr val="8B1E2D"/>
                </a:solidFill>
              </a:defRPr>
            </a:lvl1pPr>
            <a:lvl2pPr algn="ctr">
              <a:defRPr sz="1575" b="1">
                <a:solidFill>
                  <a:srgbClr val="8B1E2D"/>
                </a:solidFill>
              </a:defRPr>
            </a:lvl2pPr>
            <a:lvl3pPr algn="ctr">
              <a:defRPr sz="1575" b="1">
                <a:solidFill>
                  <a:srgbClr val="8B1E2D"/>
                </a:solidFill>
              </a:defRPr>
            </a:lvl3pPr>
            <a:lvl4pPr algn="ctr">
              <a:defRPr sz="1575" b="1">
                <a:solidFill>
                  <a:srgbClr val="8B1E2D"/>
                </a:solidFill>
              </a:defRPr>
            </a:lvl4pPr>
            <a:lvl5pPr algn="ctr">
              <a:defRPr sz="1575" b="1">
                <a:solidFill>
                  <a:srgbClr val="8B1E2D"/>
                </a:solidFill>
              </a:defRPr>
            </a:lvl5pPr>
            <a:lvl6pPr algn="ctr">
              <a:defRPr sz="1575" b="1">
                <a:solidFill>
                  <a:srgbClr val="8B1E2D"/>
                </a:solidFill>
              </a:defRPr>
            </a:lvl6pPr>
            <a:lvl7pPr algn="ctr">
              <a:defRPr sz="1575" b="1">
                <a:solidFill>
                  <a:srgbClr val="8B1E2D"/>
                </a:solidFill>
              </a:defRPr>
            </a:lvl7pPr>
            <a:lvl8pPr algn="ctr">
              <a:defRPr sz="1575" b="1">
                <a:solidFill>
                  <a:srgbClr val="8B1E2D"/>
                </a:solidFill>
              </a:defRPr>
            </a:lvl8pPr>
            <a:lvl9pPr algn="ctr">
              <a:defRPr sz="1575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8B1E2D"/>
                </a:solidFill>
              </a:defRPr>
            </a:pPr>
            <a:r>
              <a:rPr sz="1575" b="1">
                <a:solidFill>
                  <a:srgbClr val="8B1E2D"/>
                </a:solidFill>
              </a:rPr>
              <a:t>For light damping, f_d and fₙ are close, but they are not identical. Report which one you measured and which one you calculated.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1761DC-3354-4957-ADEB-544FF856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5B6873"/>
                </a:solidFill>
              </a:defRPr>
            </a:defPPr>
            <a:lvl1pPr algn="r">
              <a:defRPr sz="825" b="0">
                <a:solidFill>
                  <a:srgbClr val="5B6873"/>
                </a:solidFill>
              </a:defRPr>
            </a:lvl1pPr>
            <a:lvl2pPr algn="r">
              <a:defRPr sz="825" b="0">
                <a:solidFill>
                  <a:srgbClr val="5B6873"/>
                </a:solidFill>
              </a:defRPr>
            </a:lvl2pPr>
            <a:lvl3pPr algn="r">
              <a:defRPr sz="825" b="0">
                <a:solidFill>
                  <a:srgbClr val="5B6873"/>
                </a:solidFill>
              </a:defRPr>
            </a:lvl3pPr>
            <a:lvl4pPr algn="r">
              <a:defRPr sz="825" b="0">
                <a:solidFill>
                  <a:srgbClr val="5B6873"/>
                </a:solidFill>
              </a:defRPr>
            </a:lvl4pPr>
            <a:lvl5pPr algn="r">
              <a:defRPr sz="825" b="0">
                <a:solidFill>
                  <a:srgbClr val="5B6873"/>
                </a:solidFill>
              </a:defRPr>
            </a:lvl5pPr>
            <a:lvl6pPr algn="r">
              <a:defRPr sz="825" b="0">
                <a:solidFill>
                  <a:srgbClr val="5B6873"/>
                </a:solidFill>
              </a:defRPr>
            </a:lvl6pPr>
            <a:lvl7pPr algn="r">
              <a:defRPr sz="825" b="0">
                <a:solidFill>
                  <a:srgbClr val="5B6873"/>
                </a:solidFill>
              </a:defRPr>
            </a:lvl7pPr>
            <a:lvl8pPr algn="r">
              <a:defRPr sz="825" b="0">
                <a:solidFill>
                  <a:srgbClr val="5B6873"/>
                </a:solidFill>
              </a:defRPr>
            </a:lvl8pPr>
            <a:lvl9pPr algn="r">
              <a:defRPr sz="825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5B6873"/>
                </a:solidFill>
              </a:defRPr>
            </a:pPr>
            <a:r>
              <a:rPr sz="825" b="0">
                <a:solidFill>
                  <a:srgbClr val="5B6873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71583087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2F04FC-C150-48F5-8991-4DD1B2EA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05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8B1E2D"/>
                </a:solidFill>
              </a:defRPr>
            </a:defPPr>
            <a:lvl1pPr algn="l">
              <a:defRPr sz="1050" b="1">
                <a:solidFill>
                  <a:srgbClr val="8B1E2D"/>
                </a:solidFill>
              </a:defRPr>
            </a:lvl1pPr>
            <a:lvl2pPr algn="l">
              <a:defRPr sz="1050" b="1">
                <a:solidFill>
                  <a:srgbClr val="8B1E2D"/>
                </a:solidFill>
              </a:defRPr>
            </a:lvl2pPr>
            <a:lvl3pPr algn="l">
              <a:defRPr sz="1050" b="1">
                <a:solidFill>
                  <a:srgbClr val="8B1E2D"/>
                </a:solidFill>
              </a:defRPr>
            </a:lvl3pPr>
            <a:lvl4pPr algn="l">
              <a:defRPr sz="1050" b="1">
                <a:solidFill>
                  <a:srgbClr val="8B1E2D"/>
                </a:solidFill>
              </a:defRPr>
            </a:lvl4pPr>
            <a:lvl5pPr algn="l">
              <a:defRPr sz="1050" b="1">
                <a:solidFill>
                  <a:srgbClr val="8B1E2D"/>
                </a:solidFill>
              </a:defRPr>
            </a:lvl5pPr>
            <a:lvl6pPr algn="l">
              <a:defRPr sz="1050" b="1">
                <a:solidFill>
                  <a:srgbClr val="8B1E2D"/>
                </a:solidFill>
              </a:defRPr>
            </a:lvl6pPr>
            <a:lvl7pPr algn="l">
              <a:defRPr sz="1050" b="1">
                <a:solidFill>
                  <a:srgbClr val="8B1E2D"/>
                </a:solidFill>
              </a:defRPr>
            </a:lvl7pPr>
            <a:lvl8pPr algn="l">
              <a:defRPr sz="1050" b="1">
                <a:solidFill>
                  <a:srgbClr val="8B1E2D"/>
                </a:solidFill>
              </a:defRPr>
            </a:lvl8pPr>
            <a:lvl9pPr algn="l">
              <a:defRPr sz="1050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8B1E2D"/>
                </a:solidFill>
              </a:defRPr>
            </a:pPr>
            <a:r>
              <a:rPr sz="1050" b="1">
                <a:solidFill>
                  <a:srgbClr val="8B1E2D"/>
                </a:solidFill>
              </a:rPr>
              <a:t>MIE 402  |  FREQUENCY DOMAIN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8C33D1-448D-4870-AFE1-BB66A557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0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0">
                <a:solidFill>
                  <a:srgbClr val="5B6873"/>
                </a:solidFill>
              </a:defRPr>
            </a:defPPr>
            <a:lvl1pPr algn="r">
              <a:defRPr sz="975" b="0">
                <a:solidFill>
                  <a:srgbClr val="5B6873"/>
                </a:solidFill>
              </a:defRPr>
            </a:lvl1pPr>
            <a:lvl2pPr algn="r">
              <a:defRPr sz="975" b="0">
                <a:solidFill>
                  <a:srgbClr val="5B6873"/>
                </a:solidFill>
              </a:defRPr>
            </a:lvl2pPr>
            <a:lvl3pPr algn="r">
              <a:defRPr sz="975" b="0">
                <a:solidFill>
                  <a:srgbClr val="5B6873"/>
                </a:solidFill>
              </a:defRPr>
            </a:lvl3pPr>
            <a:lvl4pPr algn="r">
              <a:defRPr sz="975" b="0">
                <a:solidFill>
                  <a:srgbClr val="5B6873"/>
                </a:solidFill>
              </a:defRPr>
            </a:lvl4pPr>
            <a:lvl5pPr algn="r">
              <a:defRPr sz="975" b="0">
                <a:solidFill>
                  <a:srgbClr val="5B6873"/>
                </a:solidFill>
              </a:defRPr>
            </a:lvl5pPr>
            <a:lvl6pPr algn="r">
              <a:defRPr sz="975" b="0">
                <a:solidFill>
                  <a:srgbClr val="5B6873"/>
                </a:solidFill>
              </a:defRPr>
            </a:lvl6pPr>
            <a:lvl7pPr algn="r">
              <a:defRPr sz="975" b="0">
                <a:solidFill>
                  <a:srgbClr val="5B6873"/>
                </a:solidFill>
              </a:defRPr>
            </a:lvl7pPr>
            <a:lvl8pPr algn="r">
              <a:defRPr sz="975" b="0">
                <a:solidFill>
                  <a:srgbClr val="5B6873"/>
                </a:solidFill>
              </a:defRPr>
            </a:lvl8pPr>
            <a:lvl9pPr algn="r">
              <a:defRPr sz="975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5B6873"/>
                </a:solidFill>
              </a:defRPr>
            </a:pPr>
            <a:r>
              <a:rPr sz="975" b="0">
                <a:solidFill>
                  <a:srgbClr val="5B6873"/>
                </a:solidFill>
              </a:rPr>
              <a:t>30–32 min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757191-3D50-4057-97C4-3159DFBB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11287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11111"/>
                </a:solidFill>
              </a:defRPr>
            </a:defPPr>
            <a:lvl1pPr algn="l">
              <a:defRPr sz="2325" b="1">
                <a:solidFill>
                  <a:srgbClr val="111111"/>
                </a:solidFill>
              </a:defRPr>
            </a:lvl1pPr>
            <a:lvl2pPr algn="l">
              <a:defRPr sz="2325" b="1">
                <a:solidFill>
                  <a:srgbClr val="111111"/>
                </a:solidFill>
              </a:defRPr>
            </a:lvl2pPr>
            <a:lvl3pPr algn="l">
              <a:defRPr sz="2325" b="1">
                <a:solidFill>
                  <a:srgbClr val="111111"/>
                </a:solidFill>
              </a:defRPr>
            </a:lvl3pPr>
            <a:lvl4pPr algn="l">
              <a:defRPr sz="2325" b="1">
                <a:solidFill>
                  <a:srgbClr val="111111"/>
                </a:solidFill>
              </a:defRPr>
            </a:lvl4pPr>
            <a:lvl5pPr algn="l">
              <a:defRPr sz="2325" b="1">
                <a:solidFill>
                  <a:srgbClr val="111111"/>
                </a:solidFill>
              </a:defRPr>
            </a:lvl5pPr>
            <a:lvl6pPr algn="l">
              <a:defRPr sz="2325" b="1">
                <a:solidFill>
                  <a:srgbClr val="111111"/>
                </a:solidFill>
              </a:defRPr>
            </a:lvl6pPr>
            <a:lvl7pPr algn="l">
              <a:defRPr sz="2325" b="1">
                <a:solidFill>
                  <a:srgbClr val="111111"/>
                </a:solidFill>
              </a:defRPr>
            </a:lvl7pPr>
            <a:lvl8pPr algn="l">
              <a:defRPr sz="2325" b="1">
                <a:solidFill>
                  <a:srgbClr val="111111"/>
                </a:solidFill>
              </a:defRPr>
            </a:lvl8pPr>
            <a:lvl9pPr algn="l">
              <a:defRPr sz="2325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The FFT finds the frequency that best matches the record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F8C40C-CB98-4B44-8B63-57D4ED6C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5730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6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173E0AC1-AD37-4691-AC03-6038F491673A}"/>
              </a:ext>
            </a:extLst>
          </p:cNvPr>
          <p:cNvGraphicFramePr/>
          <p:nvPr/>
        </p:nvGraphicFramePr>
        <p:xfrm>
          <a:off xmlns:a="http://schemas.openxmlformats.org/drawingml/2006/main" x="619125" y="1714500"/>
          <a:ext xmlns:a="http://schemas.openxmlformats.org/drawingml/2006/main" cx="66675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692f54e444b4cb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69DB5B-70DE-4707-9DCB-FA694D38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1907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8B1E2D"/>
                </a:solidFill>
              </a:defRPr>
            </a:defPPr>
            <a:lvl1pPr algn="ctr">
              <a:defRPr sz="1725" b="1">
                <a:solidFill>
                  <a:srgbClr val="8B1E2D"/>
                </a:solidFill>
              </a:defRPr>
            </a:lvl1pPr>
            <a:lvl2pPr algn="ctr">
              <a:defRPr sz="1725" b="1">
                <a:solidFill>
                  <a:srgbClr val="8B1E2D"/>
                </a:solidFill>
              </a:defRPr>
            </a:lvl2pPr>
            <a:lvl3pPr algn="ctr">
              <a:defRPr sz="1725" b="1">
                <a:solidFill>
                  <a:srgbClr val="8B1E2D"/>
                </a:solidFill>
              </a:defRPr>
            </a:lvl3pPr>
            <a:lvl4pPr algn="ctr">
              <a:defRPr sz="1725" b="1">
                <a:solidFill>
                  <a:srgbClr val="8B1E2D"/>
                </a:solidFill>
              </a:defRPr>
            </a:lvl4pPr>
            <a:lvl5pPr algn="ctr">
              <a:defRPr sz="1725" b="1">
                <a:solidFill>
                  <a:srgbClr val="8B1E2D"/>
                </a:solidFill>
              </a:defRPr>
            </a:lvl5pPr>
            <a:lvl6pPr algn="ctr">
              <a:defRPr sz="1725" b="1">
                <a:solidFill>
                  <a:srgbClr val="8B1E2D"/>
                </a:solidFill>
              </a:defRPr>
            </a:lvl6pPr>
            <a:lvl7pPr algn="ctr">
              <a:defRPr sz="1725" b="1">
                <a:solidFill>
                  <a:srgbClr val="8B1E2D"/>
                </a:solidFill>
              </a:defRPr>
            </a:lvl7pPr>
            <a:lvl8pPr algn="ctr">
              <a:defRPr sz="1725" b="1">
                <a:solidFill>
                  <a:srgbClr val="8B1E2D"/>
                </a:solidFill>
              </a:defRPr>
            </a:lvl8pPr>
            <a:lvl9pPr algn="ctr">
              <a:defRPr sz="1725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8B1E2D"/>
                </a:solidFill>
              </a:defRPr>
            </a:pPr>
            <a:r>
              <a:rPr sz="1725" b="1">
                <a:solidFill>
                  <a:srgbClr val="8B1E2D"/>
                </a:solidFill>
              </a:rPr>
              <a:t>largest spectral peak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D485B3-47F6-45AD-B752-4DE5D043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71775"/>
            <a:ext cx="24384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8F5F0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ADF553-D5CD-4A43-8CF3-CDB701A8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9875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0">
                <a:solidFill>
                  <a:srgbClr val="111111"/>
                </a:solidFill>
              </a:defRPr>
            </a:defPPr>
            <a:lvl1pPr algn="ctr">
              <a:defRPr sz="2100" b="0">
                <a:solidFill>
                  <a:srgbClr val="111111"/>
                </a:solidFill>
              </a:defRPr>
            </a:lvl1pPr>
            <a:lvl2pPr algn="ctr">
              <a:defRPr sz="2100" b="0">
                <a:solidFill>
                  <a:srgbClr val="111111"/>
                </a:solidFill>
              </a:defRPr>
            </a:lvl2pPr>
            <a:lvl3pPr algn="ctr">
              <a:defRPr sz="2100" b="0">
                <a:solidFill>
                  <a:srgbClr val="111111"/>
                </a:solidFill>
              </a:defRPr>
            </a:lvl3pPr>
            <a:lvl4pPr algn="ctr">
              <a:defRPr sz="2100" b="0">
                <a:solidFill>
                  <a:srgbClr val="111111"/>
                </a:solidFill>
              </a:defRPr>
            </a:lvl4pPr>
            <a:lvl5pPr algn="ctr">
              <a:defRPr sz="2100" b="0">
                <a:solidFill>
                  <a:srgbClr val="111111"/>
                </a:solidFill>
              </a:defRPr>
            </a:lvl5pPr>
            <a:lvl6pPr algn="ctr">
              <a:defRPr sz="2100" b="0">
                <a:solidFill>
                  <a:srgbClr val="111111"/>
                </a:solidFill>
              </a:defRPr>
            </a:lvl6pPr>
            <a:lvl7pPr algn="ctr">
              <a:defRPr sz="2100" b="0">
                <a:solidFill>
                  <a:srgbClr val="111111"/>
                </a:solidFill>
              </a:defRPr>
            </a:lvl7pPr>
            <a:lvl8pPr algn="ctr">
              <a:defRPr sz="2100" b="0">
                <a:solidFill>
                  <a:srgbClr val="111111"/>
                </a:solidFill>
              </a:defRPr>
            </a:lvl8pPr>
            <a:lvl9pPr algn="ctr">
              <a:defRPr sz="2100" b="0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111111"/>
                </a:solidFill>
              </a:defRPr>
            </a:pPr>
            <a:r>
              <a:rPr sz="2100" b="0">
                <a:solidFill>
                  <a:srgbClr val="111111"/>
                </a:solidFill>
              </a:rPr>
              <a:t>fₚₑₐₖ ≈ fd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895F1C-8A3F-46FD-8FD3-101D319D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14750"/>
            <a:ext cx="3381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>
                <a:solidFill>
                  <a:srgbClr val="11283F"/>
                </a:solidFill>
              </a:defRPr>
            </a:defPPr>
            <a:lvl1pPr algn="ctr">
              <a:defRPr sz="1500" b="0">
                <a:solidFill>
                  <a:srgbClr val="11283F"/>
                </a:solidFill>
              </a:defRPr>
            </a:lvl1pPr>
            <a:lvl2pPr algn="ctr">
              <a:defRPr sz="1500" b="0">
                <a:solidFill>
                  <a:srgbClr val="11283F"/>
                </a:solidFill>
              </a:defRPr>
            </a:lvl2pPr>
            <a:lvl3pPr algn="ctr">
              <a:defRPr sz="1500" b="0">
                <a:solidFill>
                  <a:srgbClr val="11283F"/>
                </a:solidFill>
              </a:defRPr>
            </a:lvl3pPr>
            <a:lvl4pPr algn="ctr">
              <a:defRPr sz="1500" b="0">
                <a:solidFill>
                  <a:srgbClr val="11283F"/>
                </a:solidFill>
              </a:defRPr>
            </a:lvl4pPr>
            <a:lvl5pPr algn="ctr">
              <a:defRPr sz="1500" b="0">
                <a:solidFill>
                  <a:srgbClr val="11283F"/>
                </a:solidFill>
              </a:defRPr>
            </a:lvl5pPr>
            <a:lvl6pPr algn="ctr">
              <a:defRPr sz="1500" b="0">
                <a:solidFill>
                  <a:srgbClr val="11283F"/>
                </a:solidFill>
              </a:defRPr>
            </a:lvl6pPr>
            <a:lvl7pPr algn="ctr">
              <a:defRPr sz="1500" b="0">
                <a:solidFill>
                  <a:srgbClr val="11283F"/>
                </a:solidFill>
              </a:defRPr>
            </a:lvl7pPr>
            <a:lvl8pPr algn="ctr">
              <a:defRPr sz="1500" b="0">
                <a:solidFill>
                  <a:srgbClr val="11283F"/>
                </a:solidFill>
              </a:defRPr>
            </a:lvl8pPr>
            <a:lvl9pPr algn="ctr">
              <a:defRPr sz="1500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1283F"/>
                </a:solidFill>
              </a:defRPr>
            </a:pPr>
            <a:r>
              <a:rPr sz="1500" b="0">
                <a:solidFill>
                  <a:srgbClr val="11283F"/>
                </a:solidFill>
              </a:rPr>
              <a:t>The cart repeats most strongly at its damped natural frequency, so the correlation with that sinusoid becomes largest.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10FC2A-0F2E-4328-9B00-E5B9B237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5B6873"/>
                </a:solidFill>
              </a:defRPr>
            </a:defPPr>
            <a:lvl1pPr algn="r">
              <a:defRPr sz="825" b="0">
                <a:solidFill>
                  <a:srgbClr val="5B6873"/>
                </a:solidFill>
              </a:defRPr>
            </a:lvl1pPr>
            <a:lvl2pPr algn="r">
              <a:defRPr sz="825" b="0">
                <a:solidFill>
                  <a:srgbClr val="5B6873"/>
                </a:solidFill>
              </a:defRPr>
            </a:lvl2pPr>
            <a:lvl3pPr algn="r">
              <a:defRPr sz="825" b="0">
                <a:solidFill>
                  <a:srgbClr val="5B6873"/>
                </a:solidFill>
              </a:defRPr>
            </a:lvl3pPr>
            <a:lvl4pPr algn="r">
              <a:defRPr sz="825" b="0">
                <a:solidFill>
                  <a:srgbClr val="5B6873"/>
                </a:solidFill>
              </a:defRPr>
            </a:lvl4pPr>
            <a:lvl5pPr algn="r">
              <a:defRPr sz="825" b="0">
                <a:solidFill>
                  <a:srgbClr val="5B6873"/>
                </a:solidFill>
              </a:defRPr>
            </a:lvl5pPr>
            <a:lvl6pPr algn="r">
              <a:defRPr sz="825" b="0">
                <a:solidFill>
                  <a:srgbClr val="5B6873"/>
                </a:solidFill>
              </a:defRPr>
            </a:lvl6pPr>
            <a:lvl7pPr algn="r">
              <a:defRPr sz="825" b="0">
                <a:solidFill>
                  <a:srgbClr val="5B6873"/>
                </a:solidFill>
              </a:defRPr>
            </a:lvl7pPr>
            <a:lvl8pPr algn="r">
              <a:defRPr sz="825" b="0">
                <a:solidFill>
                  <a:srgbClr val="5B6873"/>
                </a:solidFill>
              </a:defRPr>
            </a:lvl8pPr>
            <a:lvl9pPr algn="r">
              <a:defRPr sz="825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5B6873"/>
                </a:solidFill>
              </a:defRPr>
            </a:pPr>
            <a:r>
              <a:rPr sz="825" b="0">
                <a:solidFill>
                  <a:srgbClr val="5B6873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38497497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C4FDC6-303C-407C-874E-DAA7376F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05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8B1E2D"/>
                </a:solidFill>
              </a:defRPr>
            </a:defPPr>
            <a:lvl1pPr algn="l">
              <a:defRPr sz="1050" b="1">
                <a:solidFill>
                  <a:srgbClr val="8B1E2D"/>
                </a:solidFill>
              </a:defRPr>
            </a:lvl1pPr>
            <a:lvl2pPr algn="l">
              <a:defRPr sz="1050" b="1">
                <a:solidFill>
                  <a:srgbClr val="8B1E2D"/>
                </a:solidFill>
              </a:defRPr>
            </a:lvl2pPr>
            <a:lvl3pPr algn="l">
              <a:defRPr sz="1050" b="1">
                <a:solidFill>
                  <a:srgbClr val="8B1E2D"/>
                </a:solidFill>
              </a:defRPr>
            </a:lvl3pPr>
            <a:lvl4pPr algn="l">
              <a:defRPr sz="1050" b="1">
                <a:solidFill>
                  <a:srgbClr val="8B1E2D"/>
                </a:solidFill>
              </a:defRPr>
            </a:lvl4pPr>
            <a:lvl5pPr algn="l">
              <a:defRPr sz="1050" b="1">
                <a:solidFill>
                  <a:srgbClr val="8B1E2D"/>
                </a:solidFill>
              </a:defRPr>
            </a:lvl5pPr>
            <a:lvl6pPr algn="l">
              <a:defRPr sz="1050" b="1">
                <a:solidFill>
                  <a:srgbClr val="8B1E2D"/>
                </a:solidFill>
              </a:defRPr>
            </a:lvl6pPr>
            <a:lvl7pPr algn="l">
              <a:defRPr sz="1050" b="1">
                <a:solidFill>
                  <a:srgbClr val="8B1E2D"/>
                </a:solidFill>
              </a:defRPr>
            </a:lvl7pPr>
            <a:lvl8pPr algn="l">
              <a:defRPr sz="1050" b="1">
                <a:solidFill>
                  <a:srgbClr val="8B1E2D"/>
                </a:solidFill>
              </a:defRPr>
            </a:lvl8pPr>
            <a:lvl9pPr algn="l">
              <a:defRPr sz="1050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8B1E2D"/>
                </a:solidFill>
              </a:defRPr>
            </a:pPr>
            <a:r>
              <a:rPr sz="1050" b="1">
                <a:solidFill>
                  <a:srgbClr val="8B1E2D"/>
                </a:solidFill>
              </a:rPr>
              <a:t>MIE 402  |  CROSS-CHECK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BF0EA5-6448-4659-BA48-824F018D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0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0">
                <a:solidFill>
                  <a:srgbClr val="5B6873"/>
                </a:solidFill>
              </a:defRPr>
            </a:defPPr>
            <a:lvl1pPr algn="r">
              <a:defRPr sz="975" b="0">
                <a:solidFill>
                  <a:srgbClr val="5B6873"/>
                </a:solidFill>
              </a:defRPr>
            </a:lvl1pPr>
            <a:lvl2pPr algn="r">
              <a:defRPr sz="975" b="0">
                <a:solidFill>
                  <a:srgbClr val="5B6873"/>
                </a:solidFill>
              </a:defRPr>
            </a:lvl2pPr>
            <a:lvl3pPr algn="r">
              <a:defRPr sz="975" b="0">
                <a:solidFill>
                  <a:srgbClr val="5B6873"/>
                </a:solidFill>
              </a:defRPr>
            </a:lvl3pPr>
            <a:lvl4pPr algn="r">
              <a:defRPr sz="975" b="0">
                <a:solidFill>
                  <a:srgbClr val="5B6873"/>
                </a:solidFill>
              </a:defRPr>
            </a:lvl4pPr>
            <a:lvl5pPr algn="r">
              <a:defRPr sz="975" b="0">
                <a:solidFill>
                  <a:srgbClr val="5B6873"/>
                </a:solidFill>
              </a:defRPr>
            </a:lvl5pPr>
            <a:lvl6pPr algn="r">
              <a:defRPr sz="975" b="0">
                <a:solidFill>
                  <a:srgbClr val="5B6873"/>
                </a:solidFill>
              </a:defRPr>
            </a:lvl6pPr>
            <a:lvl7pPr algn="r">
              <a:defRPr sz="975" b="0">
                <a:solidFill>
                  <a:srgbClr val="5B6873"/>
                </a:solidFill>
              </a:defRPr>
            </a:lvl7pPr>
            <a:lvl8pPr algn="r">
              <a:defRPr sz="975" b="0">
                <a:solidFill>
                  <a:srgbClr val="5B6873"/>
                </a:solidFill>
              </a:defRPr>
            </a:lvl8pPr>
            <a:lvl9pPr algn="r">
              <a:defRPr sz="975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5B6873"/>
                </a:solidFill>
              </a:defRPr>
            </a:pPr>
            <a:r>
              <a:rPr sz="975" b="0">
                <a:solidFill>
                  <a:srgbClr val="5B6873"/>
                </a:solidFill>
              </a:rPr>
              <a:t>32–33.5 min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31B05F-3ED4-49FE-B36B-1EC1C9FB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11287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11111"/>
                </a:solidFill>
              </a:defRPr>
            </a:defPPr>
            <a:lvl1pPr algn="l">
              <a:defRPr sz="2325" b="1">
                <a:solidFill>
                  <a:srgbClr val="111111"/>
                </a:solidFill>
              </a:defRPr>
            </a:lvl1pPr>
            <a:lvl2pPr algn="l">
              <a:defRPr sz="2325" b="1">
                <a:solidFill>
                  <a:srgbClr val="111111"/>
                </a:solidFill>
              </a:defRPr>
            </a:lvl2pPr>
            <a:lvl3pPr algn="l">
              <a:defRPr sz="2325" b="1">
                <a:solidFill>
                  <a:srgbClr val="111111"/>
                </a:solidFill>
              </a:defRPr>
            </a:lvl3pPr>
            <a:lvl4pPr algn="l">
              <a:defRPr sz="2325" b="1">
                <a:solidFill>
                  <a:srgbClr val="111111"/>
                </a:solidFill>
              </a:defRPr>
            </a:lvl4pPr>
            <a:lvl5pPr algn="l">
              <a:defRPr sz="2325" b="1">
                <a:solidFill>
                  <a:srgbClr val="111111"/>
                </a:solidFill>
              </a:defRPr>
            </a:lvl5pPr>
            <a:lvl6pPr algn="l">
              <a:defRPr sz="2325" b="1">
                <a:solidFill>
                  <a:srgbClr val="111111"/>
                </a:solidFill>
              </a:defRPr>
            </a:lvl6pPr>
            <a:lvl7pPr algn="l">
              <a:defRPr sz="2325" b="1">
                <a:solidFill>
                  <a:srgbClr val="111111"/>
                </a:solidFill>
              </a:defRPr>
            </a:lvl7pPr>
            <a:lvl8pPr algn="l">
              <a:defRPr sz="2325" b="1">
                <a:solidFill>
                  <a:srgbClr val="111111"/>
                </a:solidFill>
              </a:defRPr>
            </a:lvl8pPr>
            <a:lvl9pPr algn="l">
              <a:defRPr sz="2325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Time-domain and FFT estimates must agree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2AF913-5756-43F0-BF1E-1988E3E8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5730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86D615-40D5-41D9-B798-2DCAF4EB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3333750" cy="2524125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F8F5F0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3CD963-A62D-4E63-8678-164581C4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4787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8B1E2D"/>
                </a:solidFill>
              </a:defRPr>
            </a:defPPr>
            <a:lvl1pPr algn="ctr">
              <a:defRPr sz="1725" b="1">
                <a:solidFill>
                  <a:srgbClr val="8B1E2D"/>
                </a:solidFill>
              </a:defRPr>
            </a:lvl1pPr>
            <a:lvl2pPr algn="ctr">
              <a:defRPr sz="1725" b="1">
                <a:solidFill>
                  <a:srgbClr val="8B1E2D"/>
                </a:solidFill>
              </a:defRPr>
            </a:lvl2pPr>
            <a:lvl3pPr algn="ctr">
              <a:defRPr sz="1725" b="1">
                <a:solidFill>
                  <a:srgbClr val="8B1E2D"/>
                </a:solidFill>
              </a:defRPr>
            </a:lvl3pPr>
            <a:lvl4pPr algn="ctr">
              <a:defRPr sz="1725" b="1">
                <a:solidFill>
                  <a:srgbClr val="8B1E2D"/>
                </a:solidFill>
              </a:defRPr>
            </a:lvl4pPr>
            <a:lvl5pPr algn="ctr">
              <a:defRPr sz="1725" b="1">
                <a:solidFill>
                  <a:srgbClr val="8B1E2D"/>
                </a:solidFill>
              </a:defRPr>
            </a:lvl5pPr>
            <a:lvl6pPr algn="ctr">
              <a:defRPr sz="1725" b="1">
                <a:solidFill>
                  <a:srgbClr val="8B1E2D"/>
                </a:solidFill>
              </a:defRPr>
            </a:lvl6pPr>
            <a:lvl7pPr algn="ctr">
              <a:defRPr sz="1725" b="1">
                <a:solidFill>
                  <a:srgbClr val="8B1E2D"/>
                </a:solidFill>
              </a:defRPr>
            </a:lvl7pPr>
            <a:lvl8pPr algn="ctr">
              <a:defRPr sz="1725" b="1">
                <a:solidFill>
                  <a:srgbClr val="8B1E2D"/>
                </a:solidFill>
              </a:defRPr>
            </a:lvl8pPr>
            <a:lvl9pPr algn="ctr">
              <a:defRPr sz="1725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8B1E2D"/>
                </a:solidFill>
              </a:defRPr>
            </a:pPr>
            <a:r>
              <a:rPr sz="1725" b="1">
                <a:solidFill>
                  <a:srgbClr val="8B1E2D"/>
                </a:solidFill>
              </a:rPr>
              <a:t>peak spacing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D41484-EB4C-4927-9A57-3C84027E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6700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11283F"/>
                </a:solidFill>
              </a:defRPr>
            </a:defPPr>
            <a:lvl1pPr algn="ctr">
              <a:defRPr sz="2100" b="1">
                <a:solidFill>
                  <a:srgbClr val="11283F"/>
                </a:solidFill>
              </a:defRPr>
            </a:lvl1pPr>
            <a:lvl2pPr algn="ctr">
              <a:defRPr sz="2100" b="1">
                <a:solidFill>
                  <a:srgbClr val="11283F"/>
                </a:solidFill>
              </a:defRPr>
            </a:lvl2pPr>
            <a:lvl3pPr algn="ctr">
              <a:defRPr sz="2100" b="1">
                <a:solidFill>
                  <a:srgbClr val="11283F"/>
                </a:solidFill>
              </a:defRPr>
            </a:lvl3pPr>
            <a:lvl4pPr algn="ctr">
              <a:defRPr sz="2100" b="1">
                <a:solidFill>
                  <a:srgbClr val="11283F"/>
                </a:solidFill>
              </a:defRPr>
            </a:lvl4pPr>
            <a:lvl5pPr algn="ctr">
              <a:defRPr sz="2100" b="1">
                <a:solidFill>
                  <a:srgbClr val="11283F"/>
                </a:solidFill>
              </a:defRPr>
            </a:lvl5pPr>
            <a:lvl6pPr algn="ctr">
              <a:defRPr sz="2100" b="1">
                <a:solidFill>
                  <a:srgbClr val="11283F"/>
                </a:solidFill>
              </a:defRPr>
            </a:lvl6pPr>
            <a:lvl7pPr algn="ctr">
              <a:defRPr sz="2100" b="1">
                <a:solidFill>
                  <a:srgbClr val="11283F"/>
                </a:solidFill>
              </a:defRPr>
            </a:lvl7pPr>
            <a:lvl8pPr algn="ctr">
              <a:defRPr sz="2100" b="1">
                <a:solidFill>
                  <a:srgbClr val="11283F"/>
                </a:solidFill>
              </a:defRPr>
            </a:lvl8pPr>
            <a:lvl9pPr algn="ctr">
              <a:defRPr sz="2100" b="1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1283F"/>
                </a:solidFill>
              </a:defRPr>
            </a:pPr>
            <a:r>
              <a:rPr sz="2100" b="1">
                <a:solidFill>
                  <a:srgbClr val="11283F"/>
                </a:solidFill>
              </a:rPr>
              <a:t>f_d,time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661657-40FE-40A3-BD57-3ED6280A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0">
                <a:solidFill>
                  <a:srgbClr val="5B6873"/>
                </a:solidFill>
              </a:defRPr>
            </a:defPPr>
            <a:lvl1pPr algn="ctr">
              <a:defRPr sz="1425" b="0">
                <a:solidFill>
                  <a:srgbClr val="5B6873"/>
                </a:solidFill>
              </a:defRPr>
            </a:lvl1pPr>
            <a:lvl2pPr algn="ctr">
              <a:defRPr sz="1425" b="0">
                <a:solidFill>
                  <a:srgbClr val="5B6873"/>
                </a:solidFill>
              </a:defRPr>
            </a:lvl2pPr>
            <a:lvl3pPr algn="ctr">
              <a:defRPr sz="1425" b="0">
                <a:solidFill>
                  <a:srgbClr val="5B6873"/>
                </a:solidFill>
              </a:defRPr>
            </a:lvl3pPr>
            <a:lvl4pPr algn="ctr">
              <a:defRPr sz="1425" b="0">
                <a:solidFill>
                  <a:srgbClr val="5B6873"/>
                </a:solidFill>
              </a:defRPr>
            </a:lvl4pPr>
            <a:lvl5pPr algn="ctr">
              <a:defRPr sz="1425" b="0">
                <a:solidFill>
                  <a:srgbClr val="5B6873"/>
                </a:solidFill>
              </a:defRPr>
            </a:lvl5pPr>
            <a:lvl6pPr algn="ctr">
              <a:defRPr sz="1425" b="0">
                <a:solidFill>
                  <a:srgbClr val="5B6873"/>
                </a:solidFill>
              </a:defRPr>
            </a:lvl6pPr>
            <a:lvl7pPr algn="ctr">
              <a:defRPr sz="1425" b="0">
                <a:solidFill>
                  <a:srgbClr val="5B6873"/>
                </a:solidFill>
              </a:defRPr>
            </a:lvl7pPr>
            <a:lvl8pPr algn="ctr">
              <a:defRPr sz="1425" b="0">
                <a:solidFill>
                  <a:srgbClr val="5B6873"/>
                </a:solidFill>
              </a:defRPr>
            </a:lvl8pPr>
            <a:lvl9pPr algn="ctr">
              <a:defRPr sz="1425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5B6873"/>
                </a:solidFill>
              </a:defRPr>
            </a:pPr>
            <a:r>
              <a:rPr sz="1425" b="0">
                <a:solidFill>
                  <a:srgbClr val="5B6873"/>
                </a:solidFill>
              </a:rPr>
              <a:t>direct and intuitive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D908FC-C2EA-4808-9134-DD1ECD8E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3333750" cy="2524125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F8F5F0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E482BE-E9CA-4B5D-98A6-DFA2151E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4787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8B1E2D"/>
                </a:solidFill>
              </a:defRPr>
            </a:defPPr>
            <a:lvl1pPr algn="ctr">
              <a:defRPr sz="1725" b="1">
                <a:solidFill>
                  <a:srgbClr val="8B1E2D"/>
                </a:solidFill>
              </a:defRPr>
            </a:lvl1pPr>
            <a:lvl2pPr algn="ctr">
              <a:defRPr sz="1725" b="1">
                <a:solidFill>
                  <a:srgbClr val="8B1E2D"/>
                </a:solidFill>
              </a:defRPr>
            </a:lvl2pPr>
            <a:lvl3pPr algn="ctr">
              <a:defRPr sz="1725" b="1">
                <a:solidFill>
                  <a:srgbClr val="8B1E2D"/>
                </a:solidFill>
              </a:defRPr>
            </a:lvl3pPr>
            <a:lvl4pPr algn="ctr">
              <a:defRPr sz="1725" b="1">
                <a:solidFill>
                  <a:srgbClr val="8B1E2D"/>
                </a:solidFill>
              </a:defRPr>
            </a:lvl4pPr>
            <a:lvl5pPr algn="ctr">
              <a:defRPr sz="1725" b="1">
                <a:solidFill>
                  <a:srgbClr val="8B1E2D"/>
                </a:solidFill>
              </a:defRPr>
            </a:lvl5pPr>
            <a:lvl6pPr algn="ctr">
              <a:defRPr sz="1725" b="1">
                <a:solidFill>
                  <a:srgbClr val="8B1E2D"/>
                </a:solidFill>
              </a:defRPr>
            </a:lvl6pPr>
            <a:lvl7pPr algn="ctr">
              <a:defRPr sz="1725" b="1">
                <a:solidFill>
                  <a:srgbClr val="8B1E2D"/>
                </a:solidFill>
              </a:defRPr>
            </a:lvl7pPr>
            <a:lvl8pPr algn="ctr">
              <a:defRPr sz="1725" b="1">
                <a:solidFill>
                  <a:srgbClr val="8B1E2D"/>
                </a:solidFill>
              </a:defRPr>
            </a:lvl8pPr>
            <a:lvl9pPr algn="ctr">
              <a:defRPr sz="1725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8B1E2D"/>
                </a:solidFill>
              </a:defRPr>
            </a:pPr>
            <a:r>
              <a:rPr sz="1725" b="1">
                <a:solidFill>
                  <a:srgbClr val="8B1E2D"/>
                </a:solidFill>
              </a:rPr>
              <a:t>FFT peak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E64A9D-49C3-4929-BF17-45120131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6700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11283F"/>
                </a:solidFill>
              </a:defRPr>
            </a:defPPr>
            <a:lvl1pPr algn="ctr">
              <a:defRPr sz="2100" b="1">
                <a:solidFill>
                  <a:srgbClr val="11283F"/>
                </a:solidFill>
              </a:defRPr>
            </a:lvl1pPr>
            <a:lvl2pPr algn="ctr">
              <a:defRPr sz="2100" b="1">
                <a:solidFill>
                  <a:srgbClr val="11283F"/>
                </a:solidFill>
              </a:defRPr>
            </a:lvl2pPr>
            <a:lvl3pPr algn="ctr">
              <a:defRPr sz="2100" b="1">
                <a:solidFill>
                  <a:srgbClr val="11283F"/>
                </a:solidFill>
              </a:defRPr>
            </a:lvl3pPr>
            <a:lvl4pPr algn="ctr">
              <a:defRPr sz="2100" b="1">
                <a:solidFill>
                  <a:srgbClr val="11283F"/>
                </a:solidFill>
              </a:defRPr>
            </a:lvl4pPr>
            <a:lvl5pPr algn="ctr">
              <a:defRPr sz="2100" b="1">
                <a:solidFill>
                  <a:srgbClr val="11283F"/>
                </a:solidFill>
              </a:defRPr>
            </a:lvl5pPr>
            <a:lvl6pPr algn="ctr">
              <a:defRPr sz="2100" b="1">
                <a:solidFill>
                  <a:srgbClr val="11283F"/>
                </a:solidFill>
              </a:defRPr>
            </a:lvl6pPr>
            <a:lvl7pPr algn="ctr">
              <a:defRPr sz="2100" b="1">
                <a:solidFill>
                  <a:srgbClr val="11283F"/>
                </a:solidFill>
              </a:defRPr>
            </a:lvl7pPr>
            <a:lvl8pPr algn="ctr">
              <a:defRPr sz="2100" b="1">
                <a:solidFill>
                  <a:srgbClr val="11283F"/>
                </a:solidFill>
              </a:defRPr>
            </a:lvl8pPr>
            <a:lvl9pPr algn="ctr">
              <a:defRPr sz="2100" b="1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1283F"/>
                </a:solidFill>
              </a:defRPr>
            </a:pPr>
            <a:r>
              <a:rPr sz="2100" b="1">
                <a:solidFill>
                  <a:srgbClr val="11283F"/>
                </a:solidFill>
              </a:rPr>
              <a:t>f_peak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F4FA11-D452-48B6-BDE1-960FEC8F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337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0">
                <a:solidFill>
                  <a:srgbClr val="5B6873"/>
                </a:solidFill>
              </a:defRPr>
            </a:defPPr>
            <a:lvl1pPr algn="ctr">
              <a:defRPr sz="1425" b="0">
                <a:solidFill>
                  <a:srgbClr val="5B6873"/>
                </a:solidFill>
              </a:defRPr>
            </a:lvl1pPr>
            <a:lvl2pPr algn="ctr">
              <a:defRPr sz="1425" b="0">
                <a:solidFill>
                  <a:srgbClr val="5B6873"/>
                </a:solidFill>
              </a:defRPr>
            </a:lvl2pPr>
            <a:lvl3pPr algn="ctr">
              <a:defRPr sz="1425" b="0">
                <a:solidFill>
                  <a:srgbClr val="5B6873"/>
                </a:solidFill>
              </a:defRPr>
            </a:lvl3pPr>
            <a:lvl4pPr algn="ctr">
              <a:defRPr sz="1425" b="0">
                <a:solidFill>
                  <a:srgbClr val="5B6873"/>
                </a:solidFill>
              </a:defRPr>
            </a:lvl4pPr>
            <a:lvl5pPr algn="ctr">
              <a:defRPr sz="1425" b="0">
                <a:solidFill>
                  <a:srgbClr val="5B6873"/>
                </a:solidFill>
              </a:defRPr>
            </a:lvl5pPr>
            <a:lvl6pPr algn="ctr">
              <a:defRPr sz="1425" b="0">
                <a:solidFill>
                  <a:srgbClr val="5B6873"/>
                </a:solidFill>
              </a:defRPr>
            </a:lvl6pPr>
            <a:lvl7pPr algn="ctr">
              <a:defRPr sz="1425" b="0">
                <a:solidFill>
                  <a:srgbClr val="5B6873"/>
                </a:solidFill>
              </a:defRPr>
            </a:lvl7pPr>
            <a:lvl8pPr algn="ctr">
              <a:defRPr sz="1425" b="0">
                <a:solidFill>
                  <a:srgbClr val="5B6873"/>
                </a:solidFill>
              </a:defRPr>
            </a:lvl8pPr>
            <a:lvl9pPr algn="ctr">
              <a:defRPr sz="1425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5B6873"/>
                </a:solidFill>
              </a:defRPr>
            </a:pPr>
            <a:r>
              <a:rPr sz="1425" b="0">
                <a:solidFill>
                  <a:srgbClr val="5B6873"/>
                </a:solidFill>
              </a:rPr>
              <a:t>fast visual check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6AF97B-C8C1-4384-A429-04187F4C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809750"/>
            <a:ext cx="3333750" cy="2524125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F9ECEC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BC127C-6F48-478A-93A1-FB2E1772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4787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8B1E2D"/>
                </a:solidFill>
              </a:defRPr>
            </a:defPPr>
            <a:lvl1pPr algn="ctr">
              <a:defRPr sz="1725" b="1">
                <a:solidFill>
                  <a:srgbClr val="8B1E2D"/>
                </a:solidFill>
              </a:defRPr>
            </a:lvl1pPr>
            <a:lvl2pPr algn="ctr">
              <a:defRPr sz="1725" b="1">
                <a:solidFill>
                  <a:srgbClr val="8B1E2D"/>
                </a:solidFill>
              </a:defRPr>
            </a:lvl2pPr>
            <a:lvl3pPr algn="ctr">
              <a:defRPr sz="1725" b="1">
                <a:solidFill>
                  <a:srgbClr val="8B1E2D"/>
                </a:solidFill>
              </a:defRPr>
            </a:lvl3pPr>
            <a:lvl4pPr algn="ctr">
              <a:defRPr sz="1725" b="1">
                <a:solidFill>
                  <a:srgbClr val="8B1E2D"/>
                </a:solidFill>
              </a:defRPr>
            </a:lvl4pPr>
            <a:lvl5pPr algn="ctr">
              <a:defRPr sz="1725" b="1">
                <a:solidFill>
                  <a:srgbClr val="8B1E2D"/>
                </a:solidFill>
              </a:defRPr>
            </a:lvl5pPr>
            <a:lvl6pPr algn="ctr">
              <a:defRPr sz="1725" b="1">
                <a:solidFill>
                  <a:srgbClr val="8B1E2D"/>
                </a:solidFill>
              </a:defRPr>
            </a:lvl6pPr>
            <a:lvl7pPr algn="ctr">
              <a:defRPr sz="1725" b="1">
                <a:solidFill>
                  <a:srgbClr val="8B1E2D"/>
                </a:solidFill>
              </a:defRPr>
            </a:lvl7pPr>
            <a:lvl8pPr algn="ctr">
              <a:defRPr sz="1725" b="1">
                <a:solidFill>
                  <a:srgbClr val="8B1E2D"/>
                </a:solidFill>
              </a:defRPr>
            </a:lvl8pPr>
            <a:lvl9pPr algn="ctr">
              <a:defRPr sz="1725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8B1E2D"/>
                </a:solidFill>
              </a:defRPr>
            </a:pPr>
            <a:r>
              <a:rPr sz="1725" b="1">
                <a:solidFill>
                  <a:srgbClr val="8B1E2D"/>
                </a:solidFill>
              </a:rPr>
              <a:t>model fit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3B259A-3515-41CE-AEBC-7ACDF59D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6700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11283F"/>
                </a:solidFill>
              </a:defRPr>
            </a:defPPr>
            <a:lvl1pPr algn="ctr">
              <a:defRPr sz="2100" b="1">
                <a:solidFill>
                  <a:srgbClr val="11283F"/>
                </a:solidFill>
              </a:defRPr>
            </a:lvl1pPr>
            <a:lvl2pPr algn="ctr">
              <a:defRPr sz="2100" b="1">
                <a:solidFill>
                  <a:srgbClr val="11283F"/>
                </a:solidFill>
              </a:defRPr>
            </a:lvl2pPr>
            <a:lvl3pPr algn="ctr">
              <a:defRPr sz="2100" b="1">
                <a:solidFill>
                  <a:srgbClr val="11283F"/>
                </a:solidFill>
              </a:defRPr>
            </a:lvl3pPr>
            <a:lvl4pPr algn="ctr">
              <a:defRPr sz="2100" b="1">
                <a:solidFill>
                  <a:srgbClr val="11283F"/>
                </a:solidFill>
              </a:defRPr>
            </a:lvl4pPr>
            <a:lvl5pPr algn="ctr">
              <a:defRPr sz="2100" b="1">
                <a:solidFill>
                  <a:srgbClr val="11283F"/>
                </a:solidFill>
              </a:defRPr>
            </a:lvl5pPr>
            <a:lvl6pPr algn="ctr">
              <a:defRPr sz="2100" b="1">
                <a:solidFill>
                  <a:srgbClr val="11283F"/>
                </a:solidFill>
              </a:defRPr>
            </a:lvl6pPr>
            <a:lvl7pPr algn="ctr">
              <a:defRPr sz="2100" b="1">
                <a:solidFill>
                  <a:srgbClr val="11283F"/>
                </a:solidFill>
              </a:defRPr>
            </a:lvl7pPr>
            <a:lvl8pPr algn="ctr">
              <a:defRPr sz="2100" b="1">
                <a:solidFill>
                  <a:srgbClr val="11283F"/>
                </a:solidFill>
              </a:defRPr>
            </a:lvl8pPr>
            <a:lvl9pPr algn="ctr">
              <a:defRPr sz="2100" b="1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1283F"/>
                </a:solidFill>
              </a:defRPr>
            </a:pPr>
            <a:r>
              <a:rPr sz="2100" b="1">
                <a:solidFill>
                  <a:srgbClr val="11283F"/>
                </a:solidFill>
              </a:rPr>
              <a:t>f_d, 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96D8EC-72F2-42DE-8959-0F87E553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337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0">
                <a:solidFill>
                  <a:srgbClr val="5B6873"/>
                </a:solidFill>
              </a:defRPr>
            </a:defPPr>
            <a:lvl1pPr algn="ctr">
              <a:defRPr sz="1425" b="0">
                <a:solidFill>
                  <a:srgbClr val="5B6873"/>
                </a:solidFill>
              </a:defRPr>
            </a:lvl1pPr>
            <a:lvl2pPr algn="ctr">
              <a:defRPr sz="1425" b="0">
                <a:solidFill>
                  <a:srgbClr val="5B6873"/>
                </a:solidFill>
              </a:defRPr>
            </a:lvl2pPr>
            <a:lvl3pPr algn="ctr">
              <a:defRPr sz="1425" b="0">
                <a:solidFill>
                  <a:srgbClr val="5B6873"/>
                </a:solidFill>
              </a:defRPr>
            </a:lvl3pPr>
            <a:lvl4pPr algn="ctr">
              <a:defRPr sz="1425" b="0">
                <a:solidFill>
                  <a:srgbClr val="5B6873"/>
                </a:solidFill>
              </a:defRPr>
            </a:lvl4pPr>
            <a:lvl5pPr algn="ctr">
              <a:defRPr sz="1425" b="0">
                <a:solidFill>
                  <a:srgbClr val="5B6873"/>
                </a:solidFill>
              </a:defRPr>
            </a:lvl5pPr>
            <a:lvl6pPr algn="ctr">
              <a:defRPr sz="1425" b="0">
                <a:solidFill>
                  <a:srgbClr val="5B6873"/>
                </a:solidFill>
              </a:defRPr>
            </a:lvl6pPr>
            <a:lvl7pPr algn="ctr">
              <a:defRPr sz="1425" b="0">
                <a:solidFill>
                  <a:srgbClr val="5B6873"/>
                </a:solidFill>
              </a:defRPr>
            </a:lvl7pPr>
            <a:lvl8pPr algn="ctr">
              <a:defRPr sz="1425" b="0">
                <a:solidFill>
                  <a:srgbClr val="5B6873"/>
                </a:solidFill>
              </a:defRPr>
            </a:lvl8pPr>
            <a:lvl9pPr algn="ctr">
              <a:defRPr sz="1425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5B6873"/>
                </a:solidFill>
              </a:defRPr>
            </a:pPr>
            <a:r>
              <a:rPr sz="1425" b="0">
                <a:solidFill>
                  <a:srgbClr val="5B6873"/>
                </a:solidFill>
              </a:rPr>
              <a:t>uses the entire record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67BDA9-F4BC-4F17-A038-AD18EE22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482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8B1E2D"/>
                </a:solidFill>
              </a:defRPr>
            </a:defPPr>
            <a:lvl1pPr algn="ctr">
              <a:defRPr sz="1575" b="1">
                <a:solidFill>
                  <a:srgbClr val="8B1E2D"/>
                </a:solidFill>
              </a:defRPr>
            </a:lvl1pPr>
            <a:lvl2pPr algn="ctr">
              <a:defRPr sz="1575" b="1">
                <a:solidFill>
                  <a:srgbClr val="8B1E2D"/>
                </a:solidFill>
              </a:defRPr>
            </a:lvl2pPr>
            <a:lvl3pPr algn="ctr">
              <a:defRPr sz="1575" b="1">
                <a:solidFill>
                  <a:srgbClr val="8B1E2D"/>
                </a:solidFill>
              </a:defRPr>
            </a:lvl3pPr>
            <a:lvl4pPr algn="ctr">
              <a:defRPr sz="1575" b="1">
                <a:solidFill>
                  <a:srgbClr val="8B1E2D"/>
                </a:solidFill>
              </a:defRPr>
            </a:lvl4pPr>
            <a:lvl5pPr algn="ctr">
              <a:defRPr sz="1575" b="1">
                <a:solidFill>
                  <a:srgbClr val="8B1E2D"/>
                </a:solidFill>
              </a:defRPr>
            </a:lvl5pPr>
            <a:lvl6pPr algn="ctr">
              <a:defRPr sz="1575" b="1">
                <a:solidFill>
                  <a:srgbClr val="8B1E2D"/>
                </a:solidFill>
              </a:defRPr>
            </a:lvl6pPr>
            <a:lvl7pPr algn="ctr">
              <a:defRPr sz="1575" b="1">
                <a:solidFill>
                  <a:srgbClr val="8B1E2D"/>
                </a:solidFill>
              </a:defRPr>
            </a:lvl7pPr>
            <a:lvl8pPr algn="ctr">
              <a:defRPr sz="1575" b="1">
                <a:solidFill>
                  <a:srgbClr val="8B1E2D"/>
                </a:solidFill>
              </a:defRPr>
            </a:lvl8pPr>
            <a:lvl9pPr algn="ctr">
              <a:defRPr sz="1575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8B1E2D"/>
                </a:solidFill>
              </a:defRPr>
            </a:pPr>
            <a:r>
              <a:rPr sz="1575" b="1">
                <a:solidFill>
                  <a:srgbClr val="8B1E2D"/>
                </a:solidFill>
              </a:rPr>
              <a:t>If the estimates disagree, inspect sampling, drift, peak selection, units, and whether the record contains more than one motion.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8FA40C-468F-4E88-A713-F29BF560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5B6873"/>
                </a:solidFill>
              </a:defRPr>
            </a:defPPr>
            <a:lvl1pPr algn="r">
              <a:defRPr sz="825" b="0">
                <a:solidFill>
                  <a:srgbClr val="5B6873"/>
                </a:solidFill>
              </a:defRPr>
            </a:lvl1pPr>
            <a:lvl2pPr algn="r">
              <a:defRPr sz="825" b="0">
                <a:solidFill>
                  <a:srgbClr val="5B6873"/>
                </a:solidFill>
              </a:defRPr>
            </a:lvl2pPr>
            <a:lvl3pPr algn="r">
              <a:defRPr sz="825" b="0">
                <a:solidFill>
                  <a:srgbClr val="5B6873"/>
                </a:solidFill>
              </a:defRPr>
            </a:lvl3pPr>
            <a:lvl4pPr algn="r">
              <a:defRPr sz="825" b="0">
                <a:solidFill>
                  <a:srgbClr val="5B6873"/>
                </a:solidFill>
              </a:defRPr>
            </a:lvl4pPr>
            <a:lvl5pPr algn="r">
              <a:defRPr sz="825" b="0">
                <a:solidFill>
                  <a:srgbClr val="5B6873"/>
                </a:solidFill>
              </a:defRPr>
            </a:lvl5pPr>
            <a:lvl6pPr algn="r">
              <a:defRPr sz="825" b="0">
                <a:solidFill>
                  <a:srgbClr val="5B6873"/>
                </a:solidFill>
              </a:defRPr>
            </a:lvl6pPr>
            <a:lvl7pPr algn="r">
              <a:defRPr sz="825" b="0">
                <a:solidFill>
                  <a:srgbClr val="5B6873"/>
                </a:solidFill>
              </a:defRPr>
            </a:lvl7pPr>
            <a:lvl8pPr algn="r">
              <a:defRPr sz="825" b="0">
                <a:solidFill>
                  <a:srgbClr val="5B6873"/>
                </a:solidFill>
              </a:defRPr>
            </a:lvl8pPr>
            <a:lvl9pPr algn="r">
              <a:defRPr sz="825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5B6873"/>
                </a:solidFill>
              </a:defRPr>
            </a:pPr>
            <a:r>
              <a:rPr sz="825" b="0">
                <a:solidFill>
                  <a:srgbClr val="5B6873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76503492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B30654-9487-4D49-96B2-449F0709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05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8B1E2D"/>
                </a:solidFill>
              </a:defRPr>
            </a:defPPr>
            <a:lvl1pPr algn="l">
              <a:defRPr sz="1050" b="1">
                <a:solidFill>
                  <a:srgbClr val="8B1E2D"/>
                </a:solidFill>
              </a:defRPr>
            </a:lvl1pPr>
            <a:lvl2pPr algn="l">
              <a:defRPr sz="1050" b="1">
                <a:solidFill>
                  <a:srgbClr val="8B1E2D"/>
                </a:solidFill>
              </a:defRPr>
            </a:lvl2pPr>
            <a:lvl3pPr algn="l">
              <a:defRPr sz="1050" b="1">
                <a:solidFill>
                  <a:srgbClr val="8B1E2D"/>
                </a:solidFill>
              </a:defRPr>
            </a:lvl3pPr>
            <a:lvl4pPr algn="l">
              <a:defRPr sz="1050" b="1">
                <a:solidFill>
                  <a:srgbClr val="8B1E2D"/>
                </a:solidFill>
              </a:defRPr>
            </a:lvl4pPr>
            <a:lvl5pPr algn="l">
              <a:defRPr sz="1050" b="1">
                <a:solidFill>
                  <a:srgbClr val="8B1E2D"/>
                </a:solidFill>
              </a:defRPr>
            </a:lvl5pPr>
            <a:lvl6pPr algn="l">
              <a:defRPr sz="1050" b="1">
                <a:solidFill>
                  <a:srgbClr val="8B1E2D"/>
                </a:solidFill>
              </a:defRPr>
            </a:lvl6pPr>
            <a:lvl7pPr algn="l">
              <a:defRPr sz="1050" b="1">
                <a:solidFill>
                  <a:srgbClr val="8B1E2D"/>
                </a:solidFill>
              </a:defRPr>
            </a:lvl7pPr>
            <a:lvl8pPr algn="l">
              <a:defRPr sz="1050" b="1">
                <a:solidFill>
                  <a:srgbClr val="8B1E2D"/>
                </a:solidFill>
              </a:defRPr>
            </a:lvl8pPr>
            <a:lvl9pPr algn="l">
              <a:defRPr sz="1050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8B1E2D"/>
                </a:solidFill>
              </a:defRPr>
            </a:pPr>
            <a:r>
              <a:rPr sz="1050" b="1">
                <a:solidFill>
                  <a:srgbClr val="8B1E2D"/>
                </a:solidFill>
              </a:rPr>
              <a:t>MIE 402  |  SPRING CALIBRATION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C8126B-7F7F-409E-85EF-D1F2453E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0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0">
                <a:solidFill>
                  <a:srgbClr val="5B6873"/>
                </a:solidFill>
              </a:defRPr>
            </a:defPPr>
            <a:lvl1pPr algn="r">
              <a:defRPr sz="975" b="0">
                <a:solidFill>
                  <a:srgbClr val="5B6873"/>
                </a:solidFill>
              </a:defRPr>
            </a:lvl1pPr>
            <a:lvl2pPr algn="r">
              <a:defRPr sz="975" b="0">
                <a:solidFill>
                  <a:srgbClr val="5B6873"/>
                </a:solidFill>
              </a:defRPr>
            </a:lvl2pPr>
            <a:lvl3pPr algn="r">
              <a:defRPr sz="975" b="0">
                <a:solidFill>
                  <a:srgbClr val="5B6873"/>
                </a:solidFill>
              </a:defRPr>
            </a:lvl3pPr>
            <a:lvl4pPr algn="r">
              <a:defRPr sz="975" b="0">
                <a:solidFill>
                  <a:srgbClr val="5B6873"/>
                </a:solidFill>
              </a:defRPr>
            </a:lvl4pPr>
            <a:lvl5pPr algn="r">
              <a:defRPr sz="975" b="0">
                <a:solidFill>
                  <a:srgbClr val="5B6873"/>
                </a:solidFill>
              </a:defRPr>
            </a:lvl5pPr>
            <a:lvl6pPr algn="r">
              <a:defRPr sz="975" b="0">
                <a:solidFill>
                  <a:srgbClr val="5B6873"/>
                </a:solidFill>
              </a:defRPr>
            </a:lvl6pPr>
            <a:lvl7pPr algn="r">
              <a:defRPr sz="975" b="0">
                <a:solidFill>
                  <a:srgbClr val="5B6873"/>
                </a:solidFill>
              </a:defRPr>
            </a:lvl7pPr>
            <a:lvl8pPr algn="r">
              <a:defRPr sz="975" b="0">
                <a:solidFill>
                  <a:srgbClr val="5B6873"/>
                </a:solidFill>
              </a:defRPr>
            </a:lvl8pPr>
            <a:lvl9pPr algn="r">
              <a:defRPr sz="975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5B6873"/>
                </a:solidFill>
              </a:defRPr>
            </a:pPr>
            <a:r>
              <a:rPr sz="975" b="0">
                <a:solidFill>
                  <a:srgbClr val="5B6873"/>
                </a:solidFill>
              </a:rPr>
              <a:t>33.5–36 min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C5B18D-71A3-492A-AE3C-7EED83B6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11287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11111"/>
                </a:solidFill>
              </a:defRPr>
            </a:defPPr>
            <a:lvl1pPr algn="l">
              <a:defRPr sz="2325" b="1">
                <a:solidFill>
                  <a:srgbClr val="111111"/>
                </a:solidFill>
              </a:defRPr>
            </a:lvl1pPr>
            <a:lvl2pPr algn="l">
              <a:defRPr sz="2325" b="1">
                <a:solidFill>
                  <a:srgbClr val="111111"/>
                </a:solidFill>
              </a:defRPr>
            </a:lvl2pPr>
            <a:lvl3pPr algn="l">
              <a:defRPr sz="2325" b="1">
                <a:solidFill>
                  <a:srgbClr val="111111"/>
                </a:solidFill>
              </a:defRPr>
            </a:lvl3pPr>
            <a:lvl4pPr algn="l">
              <a:defRPr sz="2325" b="1">
                <a:solidFill>
                  <a:srgbClr val="111111"/>
                </a:solidFill>
              </a:defRPr>
            </a:lvl4pPr>
            <a:lvl5pPr algn="l">
              <a:defRPr sz="2325" b="1">
                <a:solidFill>
                  <a:srgbClr val="111111"/>
                </a:solidFill>
              </a:defRPr>
            </a:lvl5pPr>
            <a:lvl6pPr algn="l">
              <a:defRPr sz="2325" b="1">
                <a:solidFill>
                  <a:srgbClr val="111111"/>
                </a:solidFill>
              </a:defRPr>
            </a:lvl6pPr>
            <a:lvl7pPr algn="l">
              <a:defRPr sz="2325" b="1">
                <a:solidFill>
                  <a:srgbClr val="111111"/>
                </a:solidFill>
              </a:defRPr>
            </a:lvl7pPr>
            <a:lvl8pPr algn="l">
              <a:defRPr sz="2325" b="1">
                <a:solidFill>
                  <a:srgbClr val="111111"/>
                </a:solidFill>
              </a:defRPr>
            </a:lvl8pPr>
            <a:lvl9pPr algn="l">
              <a:defRPr sz="2325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Spring stiffness comes from a separate free-vibration test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C72AEA-EA01-4C79-8FC0-0BDEAB4D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5730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44A0A8-46F4-48E8-8063-5486721683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94058e1cbd412d"/>
          <a:stretch xmlns:a="http://schemas.openxmlformats.org/drawingml/2006/main"/>
        </p:blipFill>
        <p:spPr>
          <a:xfrm xmlns:a="http://schemas.openxmlformats.org/drawingml/2006/main">
            <a:off x="523875" y="1845020"/>
            <a:ext cx="6572250" cy="326320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DC806E-0EA2-460A-98DA-195B35A8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724025"/>
            <a:ext cx="37719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8F5F0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FA02AD-B070-49BE-9DBB-7630727F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111111"/>
                </a:solidFill>
              </a:defRPr>
            </a:defPPr>
            <a:lvl1pPr algn="ctr">
              <a:defRPr sz="2175" b="0">
                <a:solidFill>
                  <a:srgbClr val="111111"/>
                </a:solidFill>
              </a:defRPr>
            </a:lvl1pPr>
            <a:lvl2pPr algn="ctr">
              <a:defRPr sz="2175" b="0">
                <a:solidFill>
                  <a:srgbClr val="111111"/>
                </a:solidFill>
              </a:defRPr>
            </a:lvl2pPr>
            <a:lvl3pPr algn="ctr">
              <a:defRPr sz="2175" b="0">
                <a:solidFill>
                  <a:srgbClr val="111111"/>
                </a:solidFill>
              </a:defRPr>
            </a:lvl3pPr>
            <a:lvl4pPr algn="ctr">
              <a:defRPr sz="2175" b="0">
                <a:solidFill>
                  <a:srgbClr val="111111"/>
                </a:solidFill>
              </a:defRPr>
            </a:lvl4pPr>
            <a:lvl5pPr algn="ctr">
              <a:defRPr sz="2175" b="0">
                <a:solidFill>
                  <a:srgbClr val="111111"/>
                </a:solidFill>
              </a:defRPr>
            </a:lvl5pPr>
            <a:lvl6pPr algn="ctr">
              <a:defRPr sz="2175" b="0">
                <a:solidFill>
                  <a:srgbClr val="111111"/>
                </a:solidFill>
              </a:defRPr>
            </a:lvl6pPr>
            <a:lvl7pPr algn="ctr">
              <a:defRPr sz="2175" b="0">
                <a:solidFill>
                  <a:srgbClr val="111111"/>
                </a:solidFill>
              </a:defRPr>
            </a:lvl7pPr>
            <a:lvl8pPr algn="ctr">
              <a:defRPr sz="2175" b="0">
                <a:solidFill>
                  <a:srgbClr val="111111"/>
                </a:solidFill>
              </a:defRPr>
            </a:lvl8pPr>
            <a:lvl9pPr algn="ctr">
              <a:defRPr sz="2175" b="0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111111"/>
                </a:solidFill>
              </a:defRPr>
            </a:pPr>
            <a:r>
              <a:rPr sz="2175" b="0">
                <a:solidFill>
                  <a:srgbClr val="111111"/>
                </a:solidFill>
              </a:rPr>
              <a:t>k ≈ mₕ (2π fₛ)²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B4B58E-479C-40F7-A7E3-CE7AEEC9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1283F"/>
                </a:solidFill>
              </a:defRPr>
            </a:defPPr>
            <a:lvl1pPr algn="l">
              <a:defRPr sz="1650" b="1">
                <a:solidFill>
                  <a:srgbClr val="11283F"/>
                </a:solidFill>
              </a:defRPr>
            </a:lvl1pPr>
            <a:lvl2pPr algn="l">
              <a:defRPr sz="1650" b="1">
                <a:solidFill>
                  <a:srgbClr val="11283F"/>
                </a:solidFill>
              </a:defRPr>
            </a:lvl2pPr>
            <a:lvl3pPr algn="l">
              <a:defRPr sz="1650" b="1">
                <a:solidFill>
                  <a:srgbClr val="11283F"/>
                </a:solidFill>
              </a:defRPr>
            </a:lvl3pPr>
            <a:lvl4pPr algn="l">
              <a:defRPr sz="1650" b="1">
                <a:solidFill>
                  <a:srgbClr val="11283F"/>
                </a:solidFill>
              </a:defRPr>
            </a:lvl4pPr>
            <a:lvl5pPr algn="l">
              <a:defRPr sz="1650" b="1">
                <a:solidFill>
                  <a:srgbClr val="11283F"/>
                </a:solidFill>
              </a:defRPr>
            </a:lvl5pPr>
            <a:lvl6pPr algn="l">
              <a:defRPr sz="1650" b="1">
                <a:solidFill>
                  <a:srgbClr val="11283F"/>
                </a:solidFill>
              </a:defRPr>
            </a:lvl6pPr>
            <a:lvl7pPr algn="l">
              <a:defRPr sz="1650" b="1">
                <a:solidFill>
                  <a:srgbClr val="11283F"/>
                </a:solidFill>
              </a:defRPr>
            </a:lvl7pPr>
            <a:lvl8pPr algn="l">
              <a:defRPr sz="1650" b="1">
                <a:solidFill>
                  <a:srgbClr val="11283F"/>
                </a:solidFill>
              </a:defRPr>
            </a:lvl8pPr>
            <a:lvl9pPr algn="l">
              <a:defRPr sz="1650" b="1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1283F"/>
                </a:solidFill>
              </a:defRPr>
            </a:pPr>
            <a:r>
              <a:rPr sz="1650" b="1">
                <a:solidFill>
                  <a:srgbClr val="11283F"/>
                </a:solidFill>
              </a:rPr>
              <a:t>What the fit reports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EE6639-C4DE-456C-BC51-4DA9270F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43250"/>
            <a:ext cx="228600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8B1E2D"/>
                </a:solidFill>
              </a:defRPr>
            </a:defPPr>
            <a:lvl1pPr algn="l">
              <a:defRPr sz="1500" b="1">
                <a:solidFill>
                  <a:srgbClr val="8B1E2D"/>
                </a:solidFill>
              </a:defRPr>
            </a:lvl1pPr>
            <a:lvl2pPr algn="l">
              <a:defRPr sz="1500" b="1">
                <a:solidFill>
                  <a:srgbClr val="8B1E2D"/>
                </a:solidFill>
              </a:defRPr>
            </a:lvl2pPr>
            <a:lvl3pPr algn="l">
              <a:defRPr sz="1500" b="1">
                <a:solidFill>
                  <a:srgbClr val="8B1E2D"/>
                </a:solidFill>
              </a:defRPr>
            </a:lvl3pPr>
            <a:lvl4pPr algn="l">
              <a:defRPr sz="1500" b="1">
                <a:solidFill>
                  <a:srgbClr val="8B1E2D"/>
                </a:solidFill>
              </a:defRPr>
            </a:lvl4pPr>
            <a:lvl5pPr algn="l">
              <a:defRPr sz="1500" b="1">
                <a:solidFill>
                  <a:srgbClr val="8B1E2D"/>
                </a:solidFill>
              </a:defRPr>
            </a:lvl5pPr>
            <a:lvl6pPr algn="l">
              <a:defRPr sz="1500" b="1">
                <a:solidFill>
                  <a:srgbClr val="8B1E2D"/>
                </a:solidFill>
              </a:defRPr>
            </a:lvl6pPr>
            <a:lvl7pPr algn="l">
              <a:defRPr sz="1500" b="1">
                <a:solidFill>
                  <a:srgbClr val="8B1E2D"/>
                </a:solidFill>
              </a:defRPr>
            </a:lvl7pPr>
            <a:lvl8pPr algn="l">
              <a:defRPr sz="1500" b="1">
                <a:solidFill>
                  <a:srgbClr val="8B1E2D"/>
                </a:solidFill>
              </a:defRPr>
            </a:lvl8pPr>
            <a:lvl9pPr algn="l">
              <a:defRPr sz="1500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8B1E2D"/>
                </a:solidFill>
              </a:defRPr>
            </a:pPr>
            <a:r>
              <a:rPr sz="1500" b="1">
                <a:solidFill>
                  <a:srgbClr val="8B1E2D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8FEEE0-8CB3-4C7E-B646-0F33A30A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43250"/>
            <a:ext cx="3257550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1283F"/>
                </a:solidFill>
              </a:defRPr>
            </a:defPPr>
            <a:lvl1pPr algn="l">
              <a:defRPr sz="1350" b="0">
                <a:solidFill>
                  <a:srgbClr val="11283F"/>
                </a:solidFill>
              </a:defRPr>
            </a:lvl1pPr>
            <a:lvl2pPr algn="l">
              <a:defRPr sz="1350" b="0">
                <a:solidFill>
                  <a:srgbClr val="11283F"/>
                </a:solidFill>
              </a:defRPr>
            </a:lvl2pPr>
            <a:lvl3pPr algn="l">
              <a:defRPr sz="1350" b="0">
                <a:solidFill>
                  <a:srgbClr val="11283F"/>
                </a:solidFill>
              </a:defRPr>
            </a:lvl3pPr>
            <a:lvl4pPr algn="l">
              <a:defRPr sz="1350" b="0">
                <a:solidFill>
                  <a:srgbClr val="11283F"/>
                </a:solidFill>
              </a:defRPr>
            </a:lvl4pPr>
            <a:lvl5pPr algn="l">
              <a:defRPr sz="1350" b="0">
                <a:solidFill>
                  <a:srgbClr val="11283F"/>
                </a:solidFill>
              </a:defRPr>
            </a:lvl5pPr>
            <a:lvl6pPr algn="l">
              <a:defRPr sz="1350" b="0">
                <a:solidFill>
                  <a:srgbClr val="11283F"/>
                </a:solidFill>
              </a:defRPr>
            </a:lvl6pPr>
            <a:lvl7pPr algn="l">
              <a:defRPr sz="1350" b="0">
                <a:solidFill>
                  <a:srgbClr val="11283F"/>
                </a:solidFill>
              </a:defRPr>
            </a:lvl7pPr>
            <a:lvl8pPr algn="l">
              <a:defRPr sz="1350" b="0">
                <a:solidFill>
                  <a:srgbClr val="11283F"/>
                </a:solidFill>
              </a:defRPr>
            </a:lvl8pPr>
            <a:lvl9pPr algn="l">
              <a:defRPr sz="1350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1283F"/>
                </a:solidFill>
              </a:defRPr>
            </a:pPr>
            <a:r>
              <a:rPr sz="1350" b="0">
                <a:solidFill>
                  <a:srgbClr val="11283F"/>
                </a:solidFill>
              </a:rPr>
              <a:t>a: force amplitude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788A63-6A89-4A13-882E-0C7D0C10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48063"/>
            <a:ext cx="228600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8B1E2D"/>
                </a:solidFill>
              </a:defRPr>
            </a:defPPr>
            <a:lvl1pPr algn="l">
              <a:defRPr sz="1500" b="1">
                <a:solidFill>
                  <a:srgbClr val="8B1E2D"/>
                </a:solidFill>
              </a:defRPr>
            </a:lvl1pPr>
            <a:lvl2pPr algn="l">
              <a:defRPr sz="1500" b="1">
                <a:solidFill>
                  <a:srgbClr val="8B1E2D"/>
                </a:solidFill>
              </a:defRPr>
            </a:lvl2pPr>
            <a:lvl3pPr algn="l">
              <a:defRPr sz="1500" b="1">
                <a:solidFill>
                  <a:srgbClr val="8B1E2D"/>
                </a:solidFill>
              </a:defRPr>
            </a:lvl3pPr>
            <a:lvl4pPr algn="l">
              <a:defRPr sz="1500" b="1">
                <a:solidFill>
                  <a:srgbClr val="8B1E2D"/>
                </a:solidFill>
              </a:defRPr>
            </a:lvl4pPr>
            <a:lvl5pPr algn="l">
              <a:defRPr sz="1500" b="1">
                <a:solidFill>
                  <a:srgbClr val="8B1E2D"/>
                </a:solidFill>
              </a:defRPr>
            </a:lvl5pPr>
            <a:lvl6pPr algn="l">
              <a:defRPr sz="1500" b="1">
                <a:solidFill>
                  <a:srgbClr val="8B1E2D"/>
                </a:solidFill>
              </a:defRPr>
            </a:lvl6pPr>
            <a:lvl7pPr algn="l">
              <a:defRPr sz="1500" b="1">
                <a:solidFill>
                  <a:srgbClr val="8B1E2D"/>
                </a:solidFill>
              </a:defRPr>
            </a:lvl7pPr>
            <a:lvl8pPr algn="l">
              <a:defRPr sz="1500" b="1">
                <a:solidFill>
                  <a:srgbClr val="8B1E2D"/>
                </a:solidFill>
              </a:defRPr>
            </a:lvl8pPr>
            <a:lvl9pPr algn="l">
              <a:defRPr sz="1500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8B1E2D"/>
                </a:solidFill>
              </a:defRPr>
            </a:pPr>
            <a:r>
              <a:rPr sz="1500" b="1">
                <a:solidFill>
                  <a:srgbClr val="8B1E2D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D28CF1-004F-4462-9897-0F1A20F0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48063"/>
            <a:ext cx="3257550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1283F"/>
                </a:solidFill>
              </a:defRPr>
            </a:defPPr>
            <a:lvl1pPr algn="l">
              <a:defRPr sz="1350" b="0">
                <a:solidFill>
                  <a:srgbClr val="11283F"/>
                </a:solidFill>
              </a:defRPr>
            </a:lvl1pPr>
            <a:lvl2pPr algn="l">
              <a:defRPr sz="1350" b="0">
                <a:solidFill>
                  <a:srgbClr val="11283F"/>
                </a:solidFill>
              </a:defRPr>
            </a:lvl2pPr>
            <a:lvl3pPr algn="l">
              <a:defRPr sz="1350" b="0">
                <a:solidFill>
                  <a:srgbClr val="11283F"/>
                </a:solidFill>
              </a:defRPr>
            </a:lvl3pPr>
            <a:lvl4pPr algn="l">
              <a:defRPr sz="1350" b="0">
                <a:solidFill>
                  <a:srgbClr val="11283F"/>
                </a:solidFill>
              </a:defRPr>
            </a:lvl4pPr>
            <a:lvl5pPr algn="l">
              <a:defRPr sz="1350" b="0">
                <a:solidFill>
                  <a:srgbClr val="11283F"/>
                </a:solidFill>
              </a:defRPr>
            </a:lvl5pPr>
            <a:lvl6pPr algn="l">
              <a:defRPr sz="1350" b="0">
                <a:solidFill>
                  <a:srgbClr val="11283F"/>
                </a:solidFill>
              </a:defRPr>
            </a:lvl6pPr>
            <a:lvl7pPr algn="l">
              <a:defRPr sz="1350" b="0">
                <a:solidFill>
                  <a:srgbClr val="11283F"/>
                </a:solidFill>
              </a:defRPr>
            </a:lvl7pPr>
            <a:lvl8pPr algn="l">
              <a:defRPr sz="1350" b="0">
                <a:solidFill>
                  <a:srgbClr val="11283F"/>
                </a:solidFill>
              </a:defRPr>
            </a:lvl8pPr>
            <a:lvl9pPr algn="l">
              <a:defRPr sz="1350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1283F"/>
                </a:solidFill>
              </a:defRPr>
            </a:pPr>
            <a:r>
              <a:rPr sz="1350" b="0">
                <a:solidFill>
                  <a:srgbClr val="11283F"/>
                </a:solidFill>
              </a:rPr>
              <a:t>b: angular frequency in rad/s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0239B0-E755-4B4C-B720-5FC539D9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52875"/>
            <a:ext cx="228600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8B1E2D"/>
                </a:solidFill>
              </a:defRPr>
            </a:defPPr>
            <a:lvl1pPr algn="l">
              <a:defRPr sz="1500" b="1">
                <a:solidFill>
                  <a:srgbClr val="8B1E2D"/>
                </a:solidFill>
              </a:defRPr>
            </a:lvl1pPr>
            <a:lvl2pPr algn="l">
              <a:defRPr sz="1500" b="1">
                <a:solidFill>
                  <a:srgbClr val="8B1E2D"/>
                </a:solidFill>
              </a:defRPr>
            </a:lvl2pPr>
            <a:lvl3pPr algn="l">
              <a:defRPr sz="1500" b="1">
                <a:solidFill>
                  <a:srgbClr val="8B1E2D"/>
                </a:solidFill>
              </a:defRPr>
            </a:lvl3pPr>
            <a:lvl4pPr algn="l">
              <a:defRPr sz="1500" b="1">
                <a:solidFill>
                  <a:srgbClr val="8B1E2D"/>
                </a:solidFill>
              </a:defRPr>
            </a:lvl4pPr>
            <a:lvl5pPr algn="l">
              <a:defRPr sz="1500" b="1">
                <a:solidFill>
                  <a:srgbClr val="8B1E2D"/>
                </a:solidFill>
              </a:defRPr>
            </a:lvl5pPr>
            <a:lvl6pPr algn="l">
              <a:defRPr sz="1500" b="1">
                <a:solidFill>
                  <a:srgbClr val="8B1E2D"/>
                </a:solidFill>
              </a:defRPr>
            </a:lvl6pPr>
            <a:lvl7pPr algn="l">
              <a:defRPr sz="1500" b="1">
                <a:solidFill>
                  <a:srgbClr val="8B1E2D"/>
                </a:solidFill>
              </a:defRPr>
            </a:lvl7pPr>
            <a:lvl8pPr algn="l">
              <a:defRPr sz="1500" b="1">
                <a:solidFill>
                  <a:srgbClr val="8B1E2D"/>
                </a:solidFill>
              </a:defRPr>
            </a:lvl8pPr>
            <a:lvl9pPr algn="l">
              <a:defRPr sz="1500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8B1E2D"/>
                </a:solidFill>
              </a:defRPr>
            </a:pPr>
            <a:r>
              <a:rPr sz="1500" b="1">
                <a:solidFill>
                  <a:srgbClr val="8B1E2D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51C72B-1C60-4D81-9714-FA5718C9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52875"/>
            <a:ext cx="3257550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1283F"/>
                </a:solidFill>
              </a:defRPr>
            </a:defPPr>
            <a:lvl1pPr algn="l">
              <a:defRPr sz="1350" b="0">
                <a:solidFill>
                  <a:srgbClr val="11283F"/>
                </a:solidFill>
              </a:defRPr>
            </a:lvl1pPr>
            <a:lvl2pPr algn="l">
              <a:defRPr sz="1350" b="0">
                <a:solidFill>
                  <a:srgbClr val="11283F"/>
                </a:solidFill>
              </a:defRPr>
            </a:lvl2pPr>
            <a:lvl3pPr algn="l">
              <a:defRPr sz="1350" b="0">
                <a:solidFill>
                  <a:srgbClr val="11283F"/>
                </a:solidFill>
              </a:defRPr>
            </a:lvl3pPr>
            <a:lvl4pPr algn="l">
              <a:defRPr sz="1350" b="0">
                <a:solidFill>
                  <a:srgbClr val="11283F"/>
                </a:solidFill>
              </a:defRPr>
            </a:lvl4pPr>
            <a:lvl5pPr algn="l">
              <a:defRPr sz="1350" b="0">
                <a:solidFill>
                  <a:srgbClr val="11283F"/>
                </a:solidFill>
              </a:defRPr>
            </a:lvl5pPr>
            <a:lvl6pPr algn="l">
              <a:defRPr sz="1350" b="0">
                <a:solidFill>
                  <a:srgbClr val="11283F"/>
                </a:solidFill>
              </a:defRPr>
            </a:lvl6pPr>
            <a:lvl7pPr algn="l">
              <a:defRPr sz="1350" b="0">
                <a:solidFill>
                  <a:srgbClr val="11283F"/>
                </a:solidFill>
              </a:defRPr>
            </a:lvl7pPr>
            <a:lvl8pPr algn="l">
              <a:defRPr sz="1350" b="0">
                <a:solidFill>
                  <a:srgbClr val="11283F"/>
                </a:solidFill>
              </a:defRPr>
            </a:lvl8pPr>
            <a:lvl9pPr algn="l">
              <a:defRPr sz="1350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1283F"/>
                </a:solidFill>
              </a:defRPr>
            </a:pPr>
            <a:r>
              <a:rPr sz="1350" b="0">
                <a:solidFill>
                  <a:srgbClr val="11283F"/>
                </a:solidFill>
              </a:rPr>
              <a:t>c: phase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9C9A50-0389-4F30-BE01-25D2F2DD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57688"/>
            <a:ext cx="228600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8B1E2D"/>
                </a:solidFill>
              </a:defRPr>
            </a:defPPr>
            <a:lvl1pPr algn="l">
              <a:defRPr sz="1500" b="1">
                <a:solidFill>
                  <a:srgbClr val="8B1E2D"/>
                </a:solidFill>
              </a:defRPr>
            </a:lvl1pPr>
            <a:lvl2pPr algn="l">
              <a:defRPr sz="1500" b="1">
                <a:solidFill>
                  <a:srgbClr val="8B1E2D"/>
                </a:solidFill>
              </a:defRPr>
            </a:lvl2pPr>
            <a:lvl3pPr algn="l">
              <a:defRPr sz="1500" b="1">
                <a:solidFill>
                  <a:srgbClr val="8B1E2D"/>
                </a:solidFill>
              </a:defRPr>
            </a:lvl3pPr>
            <a:lvl4pPr algn="l">
              <a:defRPr sz="1500" b="1">
                <a:solidFill>
                  <a:srgbClr val="8B1E2D"/>
                </a:solidFill>
              </a:defRPr>
            </a:lvl4pPr>
            <a:lvl5pPr algn="l">
              <a:defRPr sz="1500" b="1">
                <a:solidFill>
                  <a:srgbClr val="8B1E2D"/>
                </a:solidFill>
              </a:defRPr>
            </a:lvl5pPr>
            <a:lvl6pPr algn="l">
              <a:defRPr sz="1500" b="1">
                <a:solidFill>
                  <a:srgbClr val="8B1E2D"/>
                </a:solidFill>
              </a:defRPr>
            </a:lvl6pPr>
            <a:lvl7pPr algn="l">
              <a:defRPr sz="1500" b="1">
                <a:solidFill>
                  <a:srgbClr val="8B1E2D"/>
                </a:solidFill>
              </a:defRPr>
            </a:lvl7pPr>
            <a:lvl8pPr algn="l">
              <a:defRPr sz="1500" b="1">
                <a:solidFill>
                  <a:srgbClr val="8B1E2D"/>
                </a:solidFill>
              </a:defRPr>
            </a:lvl8pPr>
            <a:lvl9pPr algn="l">
              <a:defRPr sz="1500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8B1E2D"/>
                </a:solidFill>
              </a:defRPr>
            </a:pPr>
            <a:r>
              <a:rPr sz="1500" b="1">
                <a:solidFill>
                  <a:srgbClr val="8B1E2D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7EC4BD-85DA-4B61-B547-0995A981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57688"/>
            <a:ext cx="3257550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1283F"/>
                </a:solidFill>
              </a:defRPr>
            </a:defPPr>
            <a:lvl1pPr algn="l">
              <a:defRPr sz="1350" b="0">
                <a:solidFill>
                  <a:srgbClr val="11283F"/>
                </a:solidFill>
              </a:defRPr>
            </a:lvl1pPr>
            <a:lvl2pPr algn="l">
              <a:defRPr sz="1350" b="0">
                <a:solidFill>
                  <a:srgbClr val="11283F"/>
                </a:solidFill>
              </a:defRPr>
            </a:lvl2pPr>
            <a:lvl3pPr algn="l">
              <a:defRPr sz="1350" b="0">
                <a:solidFill>
                  <a:srgbClr val="11283F"/>
                </a:solidFill>
              </a:defRPr>
            </a:lvl3pPr>
            <a:lvl4pPr algn="l">
              <a:defRPr sz="1350" b="0">
                <a:solidFill>
                  <a:srgbClr val="11283F"/>
                </a:solidFill>
              </a:defRPr>
            </a:lvl4pPr>
            <a:lvl5pPr algn="l">
              <a:defRPr sz="1350" b="0">
                <a:solidFill>
                  <a:srgbClr val="11283F"/>
                </a:solidFill>
              </a:defRPr>
            </a:lvl5pPr>
            <a:lvl6pPr algn="l">
              <a:defRPr sz="1350" b="0">
                <a:solidFill>
                  <a:srgbClr val="11283F"/>
                </a:solidFill>
              </a:defRPr>
            </a:lvl6pPr>
            <a:lvl7pPr algn="l">
              <a:defRPr sz="1350" b="0">
                <a:solidFill>
                  <a:srgbClr val="11283F"/>
                </a:solidFill>
              </a:defRPr>
            </a:lvl7pPr>
            <a:lvl8pPr algn="l">
              <a:defRPr sz="1350" b="0">
                <a:solidFill>
                  <a:srgbClr val="11283F"/>
                </a:solidFill>
              </a:defRPr>
            </a:lvl8pPr>
            <a:lvl9pPr algn="l">
              <a:defRPr sz="1350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1283F"/>
                </a:solidFill>
              </a:defRPr>
            </a:pPr>
            <a:r>
              <a:rPr sz="1350" b="0">
                <a:solidFill>
                  <a:srgbClr val="11283F"/>
                </a:solidFill>
              </a:rPr>
              <a:t>d: force offset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FF1464-37D4-4F6D-AF65-577E73D8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05375"/>
            <a:ext cx="352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8B1E2D"/>
                </a:solidFill>
              </a:defRPr>
            </a:defPPr>
            <a:lvl1pPr algn="l">
              <a:defRPr sz="1500" b="1">
                <a:solidFill>
                  <a:srgbClr val="8B1E2D"/>
                </a:solidFill>
              </a:defRPr>
            </a:lvl1pPr>
            <a:lvl2pPr algn="l">
              <a:defRPr sz="1500" b="1">
                <a:solidFill>
                  <a:srgbClr val="8B1E2D"/>
                </a:solidFill>
              </a:defRPr>
            </a:lvl2pPr>
            <a:lvl3pPr algn="l">
              <a:defRPr sz="1500" b="1">
                <a:solidFill>
                  <a:srgbClr val="8B1E2D"/>
                </a:solidFill>
              </a:defRPr>
            </a:lvl3pPr>
            <a:lvl4pPr algn="l">
              <a:defRPr sz="1500" b="1">
                <a:solidFill>
                  <a:srgbClr val="8B1E2D"/>
                </a:solidFill>
              </a:defRPr>
            </a:lvl4pPr>
            <a:lvl5pPr algn="l">
              <a:defRPr sz="1500" b="1">
                <a:solidFill>
                  <a:srgbClr val="8B1E2D"/>
                </a:solidFill>
              </a:defRPr>
            </a:lvl5pPr>
            <a:lvl6pPr algn="l">
              <a:defRPr sz="1500" b="1">
                <a:solidFill>
                  <a:srgbClr val="8B1E2D"/>
                </a:solidFill>
              </a:defRPr>
            </a:lvl6pPr>
            <a:lvl7pPr algn="l">
              <a:defRPr sz="1500" b="1">
                <a:solidFill>
                  <a:srgbClr val="8B1E2D"/>
                </a:solidFill>
              </a:defRPr>
            </a:lvl7pPr>
            <a:lvl8pPr algn="l">
              <a:defRPr sz="1500" b="1">
                <a:solidFill>
                  <a:srgbClr val="8B1E2D"/>
                </a:solidFill>
              </a:defRPr>
            </a:lvl8pPr>
            <a:lvl9pPr algn="l">
              <a:defRPr sz="1500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8B1E2D"/>
                </a:solidFill>
              </a:defRPr>
            </a:pPr>
            <a:r>
              <a:rPr sz="1500" b="1">
                <a:solidFill>
                  <a:srgbClr val="8B1E2D"/>
                </a:solidFill>
              </a:rPr>
              <a:t>Use b directly: k ≈ mₕ b². Include every moving attachment in mₕ.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277BCA-179D-4B50-973A-64E77004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572125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5B6873"/>
                </a:solidFill>
              </a:defRPr>
            </a:defPPr>
            <a:lvl1pPr algn="r">
              <a:defRPr sz="900" b="0">
                <a:solidFill>
                  <a:srgbClr val="5B6873"/>
                </a:solidFill>
              </a:defRPr>
            </a:lvl1pPr>
            <a:lvl2pPr algn="r">
              <a:defRPr sz="900" b="0">
                <a:solidFill>
                  <a:srgbClr val="5B6873"/>
                </a:solidFill>
              </a:defRPr>
            </a:lvl2pPr>
            <a:lvl3pPr algn="r">
              <a:defRPr sz="900" b="0">
                <a:solidFill>
                  <a:srgbClr val="5B6873"/>
                </a:solidFill>
              </a:defRPr>
            </a:lvl3pPr>
            <a:lvl4pPr algn="r">
              <a:defRPr sz="900" b="0">
                <a:solidFill>
                  <a:srgbClr val="5B6873"/>
                </a:solidFill>
              </a:defRPr>
            </a:lvl4pPr>
            <a:lvl5pPr algn="r">
              <a:defRPr sz="900" b="0">
                <a:solidFill>
                  <a:srgbClr val="5B6873"/>
                </a:solidFill>
              </a:defRPr>
            </a:lvl5pPr>
            <a:lvl6pPr algn="r">
              <a:defRPr sz="900" b="0">
                <a:solidFill>
                  <a:srgbClr val="5B6873"/>
                </a:solidFill>
              </a:defRPr>
            </a:lvl6pPr>
            <a:lvl7pPr algn="r">
              <a:defRPr sz="900" b="0">
                <a:solidFill>
                  <a:srgbClr val="5B6873"/>
                </a:solidFill>
              </a:defRPr>
            </a:lvl7pPr>
            <a:lvl8pPr algn="r">
              <a:defRPr sz="900" b="0">
                <a:solidFill>
                  <a:srgbClr val="5B6873"/>
                </a:solidFill>
              </a:defRPr>
            </a:lvl8pPr>
            <a:lvl9pPr algn="r">
              <a:defRPr sz="900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5B6873"/>
                </a:solidFill>
              </a:defRPr>
            </a:pPr>
            <a:r>
              <a:rPr sz="900" b="0">
                <a:solidFill>
                  <a:srgbClr val="5B6873"/>
                </a:solidFill>
              </a:rPr>
              <a:t>Actual Graphical Analysis fit from a prior MIE 402 setup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906E2F-D62E-485A-A011-CA64E028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5B6873"/>
                </a:solidFill>
              </a:defRPr>
            </a:defPPr>
            <a:lvl1pPr algn="r">
              <a:defRPr sz="825" b="0">
                <a:solidFill>
                  <a:srgbClr val="5B6873"/>
                </a:solidFill>
              </a:defRPr>
            </a:lvl1pPr>
            <a:lvl2pPr algn="r">
              <a:defRPr sz="825" b="0">
                <a:solidFill>
                  <a:srgbClr val="5B6873"/>
                </a:solidFill>
              </a:defRPr>
            </a:lvl2pPr>
            <a:lvl3pPr algn="r">
              <a:defRPr sz="825" b="0">
                <a:solidFill>
                  <a:srgbClr val="5B6873"/>
                </a:solidFill>
              </a:defRPr>
            </a:lvl3pPr>
            <a:lvl4pPr algn="r">
              <a:defRPr sz="825" b="0">
                <a:solidFill>
                  <a:srgbClr val="5B6873"/>
                </a:solidFill>
              </a:defRPr>
            </a:lvl4pPr>
            <a:lvl5pPr algn="r">
              <a:defRPr sz="825" b="0">
                <a:solidFill>
                  <a:srgbClr val="5B6873"/>
                </a:solidFill>
              </a:defRPr>
            </a:lvl5pPr>
            <a:lvl6pPr algn="r">
              <a:defRPr sz="825" b="0">
                <a:solidFill>
                  <a:srgbClr val="5B6873"/>
                </a:solidFill>
              </a:defRPr>
            </a:lvl6pPr>
            <a:lvl7pPr algn="r">
              <a:defRPr sz="825" b="0">
                <a:solidFill>
                  <a:srgbClr val="5B6873"/>
                </a:solidFill>
              </a:defRPr>
            </a:lvl7pPr>
            <a:lvl8pPr algn="r">
              <a:defRPr sz="825" b="0">
                <a:solidFill>
                  <a:srgbClr val="5B6873"/>
                </a:solidFill>
              </a:defRPr>
            </a:lvl8pPr>
            <a:lvl9pPr algn="r">
              <a:defRPr sz="825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5B6873"/>
                </a:solidFill>
              </a:defRPr>
            </a:pPr>
            <a:r>
              <a:rPr sz="825" b="0">
                <a:solidFill>
                  <a:srgbClr val="5B6873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97167362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7C9053-FE20-44B5-AC45-C7DE550D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05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8B1E2D"/>
                </a:solidFill>
              </a:defRPr>
            </a:defPPr>
            <a:lvl1pPr algn="l">
              <a:defRPr sz="1050" b="1">
                <a:solidFill>
                  <a:srgbClr val="8B1E2D"/>
                </a:solidFill>
              </a:defRPr>
            </a:lvl1pPr>
            <a:lvl2pPr algn="l">
              <a:defRPr sz="1050" b="1">
                <a:solidFill>
                  <a:srgbClr val="8B1E2D"/>
                </a:solidFill>
              </a:defRPr>
            </a:lvl2pPr>
            <a:lvl3pPr algn="l">
              <a:defRPr sz="1050" b="1">
                <a:solidFill>
                  <a:srgbClr val="8B1E2D"/>
                </a:solidFill>
              </a:defRPr>
            </a:lvl3pPr>
            <a:lvl4pPr algn="l">
              <a:defRPr sz="1050" b="1">
                <a:solidFill>
                  <a:srgbClr val="8B1E2D"/>
                </a:solidFill>
              </a:defRPr>
            </a:lvl4pPr>
            <a:lvl5pPr algn="l">
              <a:defRPr sz="1050" b="1">
                <a:solidFill>
                  <a:srgbClr val="8B1E2D"/>
                </a:solidFill>
              </a:defRPr>
            </a:lvl5pPr>
            <a:lvl6pPr algn="l">
              <a:defRPr sz="1050" b="1">
                <a:solidFill>
                  <a:srgbClr val="8B1E2D"/>
                </a:solidFill>
              </a:defRPr>
            </a:lvl6pPr>
            <a:lvl7pPr algn="l">
              <a:defRPr sz="1050" b="1">
                <a:solidFill>
                  <a:srgbClr val="8B1E2D"/>
                </a:solidFill>
              </a:defRPr>
            </a:lvl7pPr>
            <a:lvl8pPr algn="l">
              <a:defRPr sz="1050" b="1">
                <a:solidFill>
                  <a:srgbClr val="8B1E2D"/>
                </a:solidFill>
              </a:defRPr>
            </a:lvl8pPr>
            <a:lvl9pPr algn="l">
              <a:defRPr sz="1050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8B1E2D"/>
                </a:solidFill>
              </a:defRPr>
            </a:pPr>
            <a:r>
              <a:rPr sz="1050" b="1">
                <a:solidFill>
                  <a:srgbClr val="8B1E2D"/>
                </a:solidFill>
              </a:rPr>
              <a:t>MIE 402  |  EQUIVALENT STIFFNESS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1CB12F-678E-4F06-8C51-AE882A00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0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0">
                <a:solidFill>
                  <a:srgbClr val="5B6873"/>
                </a:solidFill>
              </a:defRPr>
            </a:defPPr>
            <a:lvl1pPr algn="r">
              <a:defRPr sz="975" b="0">
                <a:solidFill>
                  <a:srgbClr val="5B6873"/>
                </a:solidFill>
              </a:defRPr>
            </a:lvl1pPr>
            <a:lvl2pPr algn="r">
              <a:defRPr sz="975" b="0">
                <a:solidFill>
                  <a:srgbClr val="5B6873"/>
                </a:solidFill>
              </a:defRPr>
            </a:lvl2pPr>
            <a:lvl3pPr algn="r">
              <a:defRPr sz="975" b="0">
                <a:solidFill>
                  <a:srgbClr val="5B6873"/>
                </a:solidFill>
              </a:defRPr>
            </a:lvl3pPr>
            <a:lvl4pPr algn="r">
              <a:defRPr sz="975" b="0">
                <a:solidFill>
                  <a:srgbClr val="5B6873"/>
                </a:solidFill>
              </a:defRPr>
            </a:lvl4pPr>
            <a:lvl5pPr algn="r">
              <a:defRPr sz="975" b="0">
                <a:solidFill>
                  <a:srgbClr val="5B6873"/>
                </a:solidFill>
              </a:defRPr>
            </a:lvl5pPr>
            <a:lvl6pPr algn="r">
              <a:defRPr sz="975" b="0">
                <a:solidFill>
                  <a:srgbClr val="5B6873"/>
                </a:solidFill>
              </a:defRPr>
            </a:lvl6pPr>
            <a:lvl7pPr algn="r">
              <a:defRPr sz="975" b="0">
                <a:solidFill>
                  <a:srgbClr val="5B6873"/>
                </a:solidFill>
              </a:defRPr>
            </a:lvl7pPr>
            <a:lvl8pPr algn="r">
              <a:defRPr sz="975" b="0">
                <a:solidFill>
                  <a:srgbClr val="5B6873"/>
                </a:solidFill>
              </a:defRPr>
            </a:lvl8pPr>
            <a:lvl9pPr algn="r">
              <a:defRPr sz="975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5B6873"/>
                </a:solidFill>
              </a:defRPr>
            </a:pPr>
            <a:r>
              <a:rPr sz="975" b="0">
                <a:solidFill>
                  <a:srgbClr val="5B6873"/>
                </a:solidFill>
              </a:rPr>
              <a:t>36–38 min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3EA372-0D48-40A5-860E-F9174A4A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11287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11111"/>
                </a:solidFill>
              </a:defRPr>
            </a:defPPr>
            <a:lvl1pPr algn="l">
              <a:defRPr sz="2325" b="1">
                <a:solidFill>
                  <a:srgbClr val="111111"/>
                </a:solidFill>
              </a:defRPr>
            </a:lvl1pPr>
            <a:lvl2pPr algn="l">
              <a:defRPr sz="2325" b="1">
                <a:solidFill>
                  <a:srgbClr val="111111"/>
                </a:solidFill>
              </a:defRPr>
            </a:lvl2pPr>
            <a:lvl3pPr algn="l">
              <a:defRPr sz="2325" b="1">
                <a:solidFill>
                  <a:srgbClr val="111111"/>
                </a:solidFill>
              </a:defRPr>
            </a:lvl3pPr>
            <a:lvl4pPr algn="l">
              <a:defRPr sz="2325" b="1">
                <a:solidFill>
                  <a:srgbClr val="111111"/>
                </a:solidFill>
              </a:defRPr>
            </a:lvl4pPr>
            <a:lvl5pPr algn="l">
              <a:defRPr sz="2325" b="1">
                <a:solidFill>
                  <a:srgbClr val="111111"/>
                </a:solidFill>
              </a:defRPr>
            </a:lvl5pPr>
            <a:lvl6pPr algn="l">
              <a:defRPr sz="2325" b="1">
                <a:solidFill>
                  <a:srgbClr val="111111"/>
                </a:solidFill>
              </a:defRPr>
            </a:lvl6pPr>
            <a:lvl7pPr algn="l">
              <a:defRPr sz="2325" b="1">
                <a:solidFill>
                  <a:srgbClr val="111111"/>
                </a:solidFill>
              </a:defRPr>
            </a:lvl7pPr>
            <a:lvl8pPr algn="l">
              <a:defRPr sz="2325" b="1">
                <a:solidFill>
                  <a:srgbClr val="111111"/>
                </a:solidFill>
              </a:defRPr>
            </a:lvl8pPr>
            <a:lvl9pPr algn="l">
              <a:defRPr sz="2325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Two springs act together on the cart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E10227-CAE2-495F-A560-134B604F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5730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D28380-2B71-4968-A0A8-5EEE743A11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838c209c634ba9"/>
          <a:stretch xmlns:a="http://schemas.openxmlformats.org/drawingml/2006/main"/>
        </p:blipFill>
        <p:spPr>
          <a:xfrm xmlns:a="http://schemas.openxmlformats.org/drawingml/2006/main">
            <a:off x="719978" y="1619250"/>
            <a:ext cx="6275294" cy="4000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452AE0-A297-4309-9FD4-1E7401AA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666875"/>
            <a:ext cx="352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1283F"/>
                </a:solidFill>
              </a:defRPr>
            </a:defPPr>
            <a:lvl1pPr algn="l">
              <a:defRPr sz="1500" b="1">
                <a:solidFill>
                  <a:srgbClr val="11283F"/>
                </a:solidFill>
              </a:defRPr>
            </a:lvl1pPr>
            <a:lvl2pPr algn="l">
              <a:defRPr sz="1500" b="1">
                <a:solidFill>
                  <a:srgbClr val="11283F"/>
                </a:solidFill>
              </a:defRPr>
            </a:lvl2pPr>
            <a:lvl3pPr algn="l">
              <a:defRPr sz="1500" b="1">
                <a:solidFill>
                  <a:srgbClr val="11283F"/>
                </a:solidFill>
              </a:defRPr>
            </a:lvl3pPr>
            <a:lvl4pPr algn="l">
              <a:defRPr sz="1500" b="1">
                <a:solidFill>
                  <a:srgbClr val="11283F"/>
                </a:solidFill>
              </a:defRPr>
            </a:lvl4pPr>
            <a:lvl5pPr algn="l">
              <a:defRPr sz="1500" b="1">
                <a:solidFill>
                  <a:srgbClr val="11283F"/>
                </a:solidFill>
              </a:defRPr>
            </a:lvl5pPr>
            <a:lvl6pPr algn="l">
              <a:defRPr sz="1500" b="1">
                <a:solidFill>
                  <a:srgbClr val="11283F"/>
                </a:solidFill>
              </a:defRPr>
            </a:lvl6pPr>
            <a:lvl7pPr algn="l">
              <a:defRPr sz="1500" b="1">
                <a:solidFill>
                  <a:srgbClr val="11283F"/>
                </a:solidFill>
              </a:defRPr>
            </a:lvl7pPr>
            <a:lvl8pPr algn="l">
              <a:defRPr sz="1500" b="1">
                <a:solidFill>
                  <a:srgbClr val="11283F"/>
                </a:solidFill>
              </a:defRPr>
            </a:lvl8pPr>
            <a:lvl9pPr algn="l">
              <a:defRPr sz="1500" b="1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1283F"/>
                </a:solidFill>
              </a:defRPr>
            </a:pPr>
            <a:r>
              <a:rPr sz="1500" b="1">
                <a:solidFill>
                  <a:srgbClr val="11283F"/>
                </a:solidFill>
              </a:rPr>
              <a:t>A small displacement stretches one spring and compresses the other. Both forces oppose the displacement.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F2893B-98CE-41CA-AB71-7948A164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676525"/>
            <a:ext cx="36766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8F5F0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1964A4-B457-40AD-B6B1-0FCB6022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14625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0">
                <a:solidFill>
                  <a:srgbClr val="111111"/>
                </a:solidFill>
              </a:defRPr>
            </a:defPPr>
            <a:lvl1pPr algn="ctr">
              <a:defRPr sz="2175" b="0">
                <a:solidFill>
                  <a:srgbClr val="111111"/>
                </a:solidFill>
              </a:defRPr>
            </a:lvl1pPr>
            <a:lvl2pPr algn="ctr">
              <a:defRPr sz="2175" b="0">
                <a:solidFill>
                  <a:srgbClr val="111111"/>
                </a:solidFill>
              </a:defRPr>
            </a:lvl2pPr>
            <a:lvl3pPr algn="ctr">
              <a:defRPr sz="2175" b="0">
                <a:solidFill>
                  <a:srgbClr val="111111"/>
                </a:solidFill>
              </a:defRPr>
            </a:lvl3pPr>
            <a:lvl4pPr algn="ctr">
              <a:defRPr sz="2175" b="0">
                <a:solidFill>
                  <a:srgbClr val="111111"/>
                </a:solidFill>
              </a:defRPr>
            </a:lvl4pPr>
            <a:lvl5pPr algn="ctr">
              <a:defRPr sz="2175" b="0">
                <a:solidFill>
                  <a:srgbClr val="111111"/>
                </a:solidFill>
              </a:defRPr>
            </a:lvl5pPr>
            <a:lvl6pPr algn="ctr">
              <a:defRPr sz="2175" b="0">
                <a:solidFill>
                  <a:srgbClr val="111111"/>
                </a:solidFill>
              </a:defRPr>
            </a:lvl6pPr>
            <a:lvl7pPr algn="ctr">
              <a:defRPr sz="2175" b="0">
                <a:solidFill>
                  <a:srgbClr val="111111"/>
                </a:solidFill>
              </a:defRPr>
            </a:lvl7pPr>
            <a:lvl8pPr algn="ctr">
              <a:defRPr sz="2175" b="0">
                <a:solidFill>
                  <a:srgbClr val="111111"/>
                </a:solidFill>
              </a:defRPr>
            </a:lvl8pPr>
            <a:lvl9pPr algn="ctr">
              <a:defRPr sz="2175" b="0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111111"/>
                </a:solidFill>
              </a:defRPr>
            </a:pPr>
            <a:r>
              <a:rPr sz="2175" b="0">
                <a:solidFill>
                  <a:srgbClr val="111111"/>
                </a:solidFill>
              </a:rPr>
              <a:t>k = kL + kR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D7A323-2682-486F-84C5-A903CCFD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676650"/>
            <a:ext cx="36766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8F5F0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23E182-2A15-4F9C-8ED7-B70FD307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71475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0">
                <a:solidFill>
                  <a:srgbClr val="111111"/>
                </a:solidFill>
              </a:defRPr>
            </a:defPPr>
            <a:lvl1pPr algn="ctr">
              <a:defRPr sz="2025" b="0">
                <a:solidFill>
                  <a:srgbClr val="111111"/>
                </a:solidFill>
              </a:defRPr>
            </a:lvl1pPr>
            <a:lvl2pPr algn="ctr">
              <a:defRPr sz="2025" b="0">
                <a:solidFill>
                  <a:srgbClr val="111111"/>
                </a:solidFill>
              </a:defRPr>
            </a:lvl2pPr>
            <a:lvl3pPr algn="ctr">
              <a:defRPr sz="2025" b="0">
                <a:solidFill>
                  <a:srgbClr val="111111"/>
                </a:solidFill>
              </a:defRPr>
            </a:lvl3pPr>
            <a:lvl4pPr algn="ctr">
              <a:defRPr sz="2025" b="0">
                <a:solidFill>
                  <a:srgbClr val="111111"/>
                </a:solidFill>
              </a:defRPr>
            </a:lvl4pPr>
            <a:lvl5pPr algn="ctr">
              <a:defRPr sz="2025" b="0">
                <a:solidFill>
                  <a:srgbClr val="111111"/>
                </a:solidFill>
              </a:defRPr>
            </a:lvl5pPr>
            <a:lvl6pPr algn="ctr">
              <a:defRPr sz="2025" b="0">
                <a:solidFill>
                  <a:srgbClr val="111111"/>
                </a:solidFill>
              </a:defRPr>
            </a:lvl6pPr>
            <a:lvl7pPr algn="ctr">
              <a:defRPr sz="2025" b="0">
                <a:solidFill>
                  <a:srgbClr val="111111"/>
                </a:solidFill>
              </a:defRPr>
            </a:lvl7pPr>
            <a:lvl8pPr algn="ctr">
              <a:defRPr sz="2025" b="0">
                <a:solidFill>
                  <a:srgbClr val="111111"/>
                </a:solidFill>
              </a:defRPr>
            </a:lvl8pPr>
            <a:lvl9pPr algn="ctr">
              <a:defRPr sz="2025" b="0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fₙ = (1/2π) √(k/m)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255477-2692-4640-9BD8-E20EE00D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762500"/>
            <a:ext cx="352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8B1E2D"/>
                </a:solidFill>
              </a:defRPr>
            </a:defPPr>
            <a:lvl1pPr algn="l">
              <a:defRPr sz="1425" b="1">
                <a:solidFill>
                  <a:srgbClr val="8B1E2D"/>
                </a:solidFill>
              </a:defRPr>
            </a:lvl1pPr>
            <a:lvl2pPr algn="l">
              <a:defRPr sz="1425" b="1">
                <a:solidFill>
                  <a:srgbClr val="8B1E2D"/>
                </a:solidFill>
              </a:defRPr>
            </a:lvl2pPr>
            <a:lvl3pPr algn="l">
              <a:defRPr sz="1425" b="1">
                <a:solidFill>
                  <a:srgbClr val="8B1E2D"/>
                </a:solidFill>
              </a:defRPr>
            </a:lvl3pPr>
            <a:lvl4pPr algn="l">
              <a:defRPr sz="1425" b="1">
                <a:solidFill>
                  <a:srgbClr val="8B1E2D"/>
                </a:solidFill>
              </a:defRPr>
            </a:lvl4pPr>
            <a:lvl5pPr algn="l">
              <a:defRPr sz="1425" b="1">
                <a:solidFill>
                  <a:srgbClr val="8B1E2D"/>
                </a:solidFill>
              </a:defRPr>
            </a:lvl5pPr>
            <a:lvl6pPr algn="l">
              <a:defRPr sz="1425" b="1">
                <a:solidFill>
                  <a:srgbClr val="8B1E2D"/>
                </a:solidFill>
              </a:defRPr>
            </a:lvl6pPr>
            <a:lvl7pPr algn="l">
              <a:defRPr sz="1425" b="1">
                <a:solidFill>
                  <a:srgbClr val="8B1E2D"/>
                </a:solidFill>
              </a:defRPr>
            </a:lvl7pPr>
            <a:lvl8pPr algn="l">
              <a:defRPr sz="1425" b="1">
                <a:solidFill>
                  <a:srgbClr val="8B1E2D"/>
                </a:solidFill>
              </a:defRPr>
            </a:lvl8pPr>
            <a:lvl9pPr algn="l">
              <a:defRPr sz="1425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8B1E2D"/>
                </a:solidFill>
              </a:defRPr>
            </a:pPr>
            <a:r>
              <a:rPr sz="1425" b="1">
                <a:solidFill>
                  <a:srgbClr val="8B1E2D"/>
                </a:solidFill>
              </a:rPr>
              <a:t>The prior runs at left show similar but measurably different periods for two spring combinations.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715F85-4845-4651-9F6D-BB8C8A6D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762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5B6873"/>
                </a:solidFill>
              </a:defRPr>
            </a:defPPr>
            <a:lvl1pPr algn="r">
              <a:defRPr sz="825" b="0">
                <a:solidFill>
                  <a:srgbClr val="5B6873"/>
                </a:solidFill>
              </a:defRPr>
            </a:lvl1pPr>
            <a:lvl2pPr algn="r">
              <a:defRPr sz="825" b="0">
                <a:solidFill>
                  <a:srgbClr val="5B6873"/>
                </a:solidFill>
              </a:defRPr>
            </a:lvl2pPr>
            <a:lvl3pPr algn="r">
              <a:defRPr sz="825" b="0">
                <a:solidFill>
                  <a:srgbClr val="5B6873"/>
                </a:solidFill>
              </a:defRPr>
            </a:lvl3pPr>
            <a:lvl4pPr algn="r">
              <a:defRPr sz="825" b="0">
                <a:solidFill>
                  <a:srgbClr val="5B6873"/>
                </a:solidFill>
              </a:defRPr>
            </a:lvl4pPr>
            <a:lvl5pPr algn="r">
              <a:defRPr sz="825" b="0">
                <a:solidFill>
                  <a:srgbClr val="5B6873"/>
                </a:solidFill>
              </a:defRPr>
            </a:lvl5pPr>
            <a:lvl6pPr algn="r">
              <a:defRPr sz="825" b="0">
                <a:solidFill>
                  <a:srgbClr val="5B6873"/>
                </a:solidFill>
              </a:defRPr>
            </a:lvl6pPr>
            <a:lvl7pPr algn="r">
              <a:defRPr sz="825" b="0">
                <a:solidFill>
                  <a:srgbClr val="5B6873"/>
                </a:solidFill>
              </a:defRPr>
            </a:lvl7pPr>
            <a:lvl8pPr algn="r">
              <a:defRPr sz="825" b="0">
                <a:solidFill>
                  <a:srgbClr val="5B6873"/>
                </a:solidFill>
              </a:defRPr>
            </a:lvl8pPr>
            <a:lvl9pPr algn="r">
              <a:defRPr sz="825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5B6873"/>
                </a:solidFill>
              </a:defRPr>
            </a:pPr>
            <a:r>
              <a:rPr sz="825" b="0">
                <a:solidFill>
                  <a:srgbClr val="5B6873"/>
                </a:solidFill>
              </a:rPr>
              <a:t>Representative anonymized class data · Spring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4993C1-A922-426B-8A48-7DE296E1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5B6873"/>
                </a:solidFill>
              </a:defRPr>
            </a:defPPr>
            <a:lvl1pPr algn="r">
              <a:defRPr sz="825" b="0">
                <a:solidFill>
                  <a:srgbClr val="5B6873"/>
                </a:solidFill>
              </a:defRPr>
            </a:lvl1pPr>
            <a:lvl2pPr algn="r">
              <a:defRPr sz="825" b="0">
                <a:solidFill>
                  <a:srgbClr val="5B6873"/>
                </a:solidFill>
              </a:defRPr>
            </a:lvl2pPr>
            <a:lvl3pPr algn="r">
              <a:defRPr sz="825" b="0">
                <a:solidFill>
                  <a:srgbClr val="5B6873"/>
                </a:solidFill>
              </a:defRPr>
            </a:lvl3pPr>
            <a:lvl4pPr algn="r">
              <a:defRPr sz="825" b="0">
                <a:solidFill>
                  <a:srgbClr val="5B6873"/>
                </a:solidFill>
              </a:defRPr>
            </a:lvl4pPr>
            <a:lvl5pPr algn="r">
              <a:defRPr sz="825" b="0">
                <a:solidFill>
                  <a:srgbClr val="5B6873"/>
                </a:solidFill>
              </a:defRPr>
            </a:lvl5pPr>
            <a:lvl6pPr algn="r">
              <a:defRPr sz="825" b="0">
                <a:solidFill>
                  <a:srgbClr val="5B6873"/>
                </a:solidFill>
              </a:defRPr>
            </a:lvl6pPr>
            <a:lvl7pPr algn="r">
              <a:defRPr sz="825" b="0">
                <a:solidFill>
                  <a:srgbClr val="5B6873"/>
                </a:solidFill>
              </a:defRPr>
            </a:lvl7pPr>
            <a:lvl8pPr algn="r">
              <a:defRPr sz="825" b="0">
                <a:solidFill>
                  <a:srgbClr val="5B6873"/>
                </a:solidFill>
              </a:defRPr>
            </a:lvl8pPr>
            <a:lvl9pPr algn="r">
              <a:defRPr sz="825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5B6873"/>
                </a:solidFill>
              </a:defRPr>
            </a:pPr>
            <a:r>
              <a:rPr sz="825" b="0">
                <a:solidFill>
                  <a:srgbClr val="5B6873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61283083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7AA3D0-3DA6-4E17-8F6E-9E2BFD0C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05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8B1E2D"/>
                </a:solidFill>
              </a:defRPr>
            </a:defPPr>
            <a:lvl1pPr algn="l">
              <a:defRPr sz="1050" b="1">
                <a:solidFill>
                  <a:srgbClr val="8B1E2D"/>
                </a:solidFill>
              </a:defRPr>
            </a:lvl1pPr>
            <a:lvl2pPr algn="l">
              <a:defRPr sz="1050" b="1">
                <a:solidFill>
                  <a:srgbClr val="8B1E2D"/>
                </a:solidFill>
              </a:defRPr>
            </a:lvl2pPr>
            <a:lvl3pPr algn="l">
              <a:defRPr sz="1050" b="1">
                <a:solidFill>
                  <a:srgbClr val="8B1E2D"/>
                </a:solidFill>
              </a:defRPr>
            </a:lvl3pPr>
            <a:lvl4pPr algn="l">
              <a:defRPr sz="1050" b="1">
                <a:solidFill>
                  <a:srgbClr val="8B1E2D"/>
                </a:solidFill>
              </a:defRPr>
            </a:lvl4pPr>
            <a:lvl5pPr algn="l">
              <a:defRPr sz="1050" b="1">
                <a:solidFill>
                  <a:srgbClr val="8B1E2D"/>
                </a:solidFill>
              </a:defRPr>
            </a:lvl5pPr>
            <a:lvl6pPr algn="l">
              <a:defRPr sz="1050" b="1">
                <a:solidFill>
                  <a:srgbClr val="8B1E2D"/>
                </a:solidFill>
              </a:defRPr>
            </a:lvl6pPr>
            <a:lvl7pPr algn="l">
              <a:defRPr sz="1050" b="1">
                <a:solidFill>
                  <a:srgbClr val="8B1E2D"/>
                </a:solidFill>
              </a:defRPr>
            </a:lvl7pPr>
            <a:lvl8pPr algn="l">
              <a:defRPr sz="1050" b="1">
                <a:solidFill>
                  <a:srgbClr val="8B1E2D"/>
                </a:solidFill>
              </a:defRPr>
            </a:lvl8pPr>
            <a:lvl9pPr algn="l">
              <a:defRPr sz="1050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8B1E2D"/>
                </a:solidFill>
              </a:defRPr>
            </a:pPr>
            <a:r>
              <a:rPr sz="1050" b="1">
                <a:solidFill>
                  <a:srgbClr val="8B1E2D"/>
                </a:solidFill>
              </a:rPr>
              <a:t>MIE 402  |  PRIOR CLASS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241DEA-D277-4819-B2A0-B0EF2D93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0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0">
                <a:solidFill>
                  <a:srgbClr val="5B6873"/>
                </a:solidFill>
              </a:defRPr>
            </a:defPPr>
            <a:lvl1pPr algn="r">
              <a:defRPr sz="975" b="0">
                <a:solidFill>
                  <a:srgbClr val="5B6873"/>
                </a:solidFill>
              </a:defRPr>
            </a:lvl1pPr>
            <a:lvl2pPr algn="r">
              <a:defRPr sz="975" b="0">
                <a:solidFill>
                  <a:srgbClr val="5B6873"/>
                </a:solidFill>
              </a:defRPr>
            </a:lvl2pPr>
            <a:lvl3pPr algn="r">
              <a:defRPr sz="975" b="0">
                <a:solidFill>
                  <a:srgbClr val="5B6873"/>
                </a:solidFill>
              </a:defRPr>
            </a:lvl3pPr>
            <a:lvl4pPr algn="r">
              <a:defRPr sz="975" b="0">
                <a:solidFill>
                  <a:srgbClr val="5B6873"/>
                </a:solidFill>
              </a:defRPr>
            </a:lvl4pPr>
            <a:lvl5pPr algn="r">
              <a:defRPr sz="975" b="0">
                <a:solidFill>
                  <a:srgbClr val="5B6873"/>
                </a:solidFill>
              </a:defRPr>
            </a:lvl5pPr>
            <a:lvl6pPr algn="r">
              <a:defRPr sz="975" b="0">
                <a:solidFill>
                  <a:srgbClr val="5B6873"/>
                </a:solidFill>
              </a:defRPr>
            </a:lvl6pPr>
            <a:lvl7pPr algn="r">
              <a:defRPr sz="975" b="0">
                <a:solidFill>
                  <a:srgbClr val="5B6873"/>
                </a:solidFill>
              </a:defRPr>
            </a:lvl7pPr>
            <a:lvl8pPr algn="r">
              <a:defRPr sz="975" b="0">
                <a:solidFill>
                  <a:srgbClr val="5B6873"/>
                </a:solidFill>
              </a:defRPr>
            </a:lvl8pPr>
            <a:lvl9pPr algn="r">
              <a:defRPr sz="975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5B6873"/>
                </a:solidFill>
              </a:defRPr>
            </a:pPr>
            <a:r>
              <a:rPr sz="975" b="0">
                <a:solidFill>
                  <a:srgbClr val="5B6873"/>
                </a:solidFill>
              </a:rPr>
              <a:t>38–40 min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46986A-6621-4E88-8906-38D051D1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11287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11111"/>
                </a:solidFill>
              </a:defRPr>
            </a:defPPr>
            <a:lvl1pPr algn="l">
              <a:defRPr sz="2325" b="1">
                <a:solidFill>
                  <a:srgbClr val="111111"/>
                </a:solidFill>
              </a:defRPr>
            </a:lvl1pPr>
            <a:lvl2pPr algn="l">
              <a:defRPr sz="2325" b="1">
                <a:solidFill>
                  <a:srgbClr val="111111"/>
                </a:solidFill>
              </a:defRPr>
            </a:lvl2pPr>
            <a:lvl3pPr algn="l">
              <a:defRPr sz="2325" b="1">
                <a:solidFill>
                  <a:srgbClr val="111111"/>
                </a:solidFill>
              </a:defRPr>
            </a:lvl3pPr>
            <a:lvl4pPr algn="l">
              <a:defRPr sz="2325" b="1">
                <a:solidFill>
                  <a:srgbClr val="111111"/>
                </a:solidFill>
              </a:defRPr>
            </a:lvl4pPr>
            <a:lvl5pPr algn="l">
              <a:defRPr sz="2325" b="1">
                <a:solidFill>
                  <a:srgbClr val="111111"/>
                </a:solidFill>
              </a:defRPr>
            </a:lvl5pPr>
            <a:lvl6pPr algn="l">
              <a:defRPr sz="2325" b="1">
                <a:solidFill>
                  <a:srgbClr val="111111"/>
                </a:solidFill>
              </a:defRPr>
            </a:lvl6pPr>
            <a:lvl7pPr algn="l">
              <a:defRPr sz="2325" b="1">
                <a:solidFill>
                  <a:srgbClr val="111111"/>
                </a:solidFill>
              </a:defRPr>
            </a:lvl7pPr>
            <a:lvl8pPr algn="l">
              <a:defRPr sz="2325" b="1">
                <a:solidFill>
                  <a:srgbClr val="111111"/>
                </a:solidFill>
              </a:defRPr>
            </a:lvl8pPr>
            <a:lvl9pPr algn="l">
              <a:defRPr sz="2325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What a complete seven-case data set can show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F11675-51D0-4D6F-BDE6-CBB90E47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5730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96082D-ACB5-4F06-9459-2A71958E63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66cb0a618642a2"/>
          <a:stretch xmlns:a="http://schemas.openxmlformats.org/drawingml/2006/main"/>
        </p:blipFill>
        <p:spPr>
          <a:xfrm xmlns:a="http://schemas.openxmlformats.org/drawingml/2006/main">
            <a:off x="523875" y="1590261"/>
            <a:ext cx="6953250" cy="453472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90D084-CFF8-497B-B79A-5AB572AA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11283F"/>
                </a:solidFill>
              </a:defRPr>
            </a:defPPr>
            <a:lvl1pPr algn="l">
              <a:defRPr sz="1875" b="1">
                <a:solidFill>
                  <a:srgbClr val="11283F"/>
                </a:solidFill>
              </a:defRPr>
            </a:lvl1pPr>
            <a:lvl2pPr algn="l">
              <a:defRPr sz="1875" b="1">
                <a:solidFill>
                  <a:srgbClr val="11283F"/>
                </a:solidFill>
              </a:defRPr>
            </a:lvl2pPr>
            <a:lvl3pPr algn="l">
              <a:defRPr sz="1875" b="1">
                <a:solidFill>
                  <a:srgbClr val="11283F"/>
                </a:solidFill>
              </a:defRPr>
            </a:lvl3pPr>
            <a:lvl4pPr algn="l">
              <a:defRPr sz="1875" b="1">
                <a:solidFill>
                  <a:srgbClr val="11283F"/>
                </a:solidFill>
              </a:defRPr>
            </a:lvl4pPr>
            <a:lvl5pPr algn="l">
              <a:defRPr sz="1875" b="1">
                <a:solidFill>
                  <a:srgbClr val="11283F"/>
                </a:solidFill>
              </a:defRPr>
            </a:lvl5pPr>
            <a:lvl6pPr algn="l">
              <a:defRPr sz="1875" b="1">
                <a:solidFill>
                  <a:srgbClr val="11283F"/>
                </a:solidFill>
              </a:defRPr>
            </a:lvl6pPr>
            <a:lvl7pPr algn="l">
              <a:defRPr sz="1875" b="1">
                <a:solidFill>
                  <a:srgbClr val="11283F"/>
                </a:solidFill>
              </a:defRPr>
            </a:lvl7pPr>
            <a:lvl8pPr algn="l">
              <a:defRPr sz="1875" b="1">
                <a:solidFill>
                  <a:srgbClr val="11283F"/>
                </a:solidFill>
              </a:defRPr>
            </a:lvl8pPr>
            <a:lvl9pPr algn="l">
              <a:defRPr sz="1875" b="1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1283F"/>
                </a:solidFill>
              </a:defRPr>
            </a:pPr>
            <a:r>
              <a:rPr sz="1875" b="1">
                <a:solidFill>
                  <a:srgbClr val="11283F"/>
                </a:solidFill>
              </a:rPr>
              <a:t>Results from a prior section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80BAAF-A3CF-4A08-8B61-EE50EA27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81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8B1E2D"/>
                </a:solidFill>
              </a:defRPr>
            </a:defPPr>
            <a:lvl1pPr algn="l">
              <a:defRPr sz="1425" b="1">
                <a:solidFill>
                  <a:srgbClr val="8B1E2D"/>
                </a:solidFill>
              </a:defRPr>
            </a:lvl1pPr>
            <a:lvl2pPr algn="l">
              <a:defRPr sz="1425" b="1">
                <a:solidFill>
                  <a:srgbClr val="8B1E2D"/>
                </a:solidFill>
              </a:defRPr>
            </a:lvl2pPr>
            <a:lvl3pPr algn="l">
              <a:defRPr sz="1425" b="1">
                <a:solidFill>
                  <a:srgbClr val="8B1E2D"/>
                </a:solidFill>
              </a:defRPr>
            </a:lvl3pPr>
            <a:lvl4pPr algn="l">
              <a:defRPr sz="1425" b="1">
                <a:solidFill>
                  <a:srgbClr val="8B1E2D"/>
                </a:solidFill>
              </a:defRPr>
            </a:lvl4pPr>
            <a:lvl5pPr algn="l">
              <a:defRPr sz="1425" b="1">
                <a:solidFill>
                  <a:srgbClr val="8B1E2D"/>
                </a:solidFill>
              </a:defRPr>
            </a:lvl5pPr>
            <a:lvl6pPr algn="l">
              <a:defRPr sz="1425" b="1">
                <a:solidFill>
                  <a:srgbClr val="8B1E2D"/>
                </a:solidFill>
              </a:defRPr>
            </a:lvl6pPr>
            <a:lvl7pPr algn="l">
              <a:defRPr sz="1425" b="1">
                <a:solidFill>
                  <a:srgbClr val="8B1E2D"/>
                </a:solidFill>
              </a:defRPr>
            </a:lvl7pPr>
            <a:lvl8pPr algn="l">
              <a:defRPr sz="1425" b="1">
                <a:solidFill>
                  <a:srgbClr val="8B1E2D"/>
                </a:solidFill>
              </a:defRPr>
            </a:lvl8pPr>
            <a:lvl9pPr algn="l">
              <a:defRPr sz="1425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8B1E2D"/>
                </a:solidFill>
              </a:defRPr>
            </a:pPr>
            <a:r>
              <a:rPr sz="1425" b="1">
                <a:solidFill>
                  <a:srgbClr val="8B1E2D"/>
                </a:solidFill>
              </a:rPr>
              <a:t>Mass cases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9D2CCD-4E30-4F16-B60D-17F3BD9A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431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650" b="1">
                <a:solidFill>
                  <a:srgbClr val="11283F"/>
                </a:solidFill>
              </a:defRPr>
            </a:defPPr>
            <a:lvl1pPr algn="r">
              <a:defRPr sz="1650" b="1">
                <a:solidFill>
                  <a:srgbClr val="11283F"/>
                </a:solidFill>
              </a:defRPr>
            </a:lvl1pPr>
            <a:lvl2pPr algn="r">
              <a:defRPr sz="1650" b="1">
                <a:solidFill>
                  <a:srgbClr val="11283F"/>
                </a:solidFill>
              </a:defRPr>
            </a:lvl2pPr>
            <a:lvl3pPr algn="r">
              <a:defRPr sz="1650" b="1">
                <a:solidFill>
                  <a:srgbClr val="11283F"/>
                </a:solidFill>
              </a:defRPr>
            </a:lvl3pPr>
            <a:lvl4pPr algn="r">
              <a:defRPr sz="1650" b="1">
                <a:solidFill>
                  <a:srgbClr val="11283F"/>
                </a:solidFill>
              </a:defRPr>
            </a:lvl4pPr>
            <a:lvl5pPr algn="r">
              <a:defRPr sz="1650" b="1">
                <a:solidFill>
                  <a:srgbClr val="11283F"/>
                </a:solidFill>
              </a:defRPr>
            </a:lvl5pPr>
            <a:lvl6pPr algn="r">
              <a:defRPr sz="1650" b="1">
                <a:solidFill>
                  <a:srgbClr val="11283F"/>
                </a:solidFill>
              </a:defRPr>
            </a:lvl6pPr>
            <a:lvl7pPr algn="r">
              <a:defRPr sz="1650" b="1">
                <a:solidFill>
                  <a:srgbClr val="11283F"/>
                </a:solidFill>
              </a:defRPr>
            </a:lvl7pPr>
            <a:lvl8pPr algn="r">
              <a:defRPr sz="1650" b="1">
                <a:solidFill>
                  <a:srgbClr val="11283F"/>
                </a:solidFill>
              </a:defRPr>
            </a:lvl8pPr>
            <a:lvl9pPr algn="r">
              <a:defRPr sz="1650" b="1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11283F"/>
                </a:solidFill>
              </a:defRPr>
            </a:pPr>
            <a:r>
              <a:rPr sz="1650" b="1">
                <a:solidFill>
                  <a:srgbClr val="11283F"/>
                </a:solidFill>
              </a:rPr>
              <a:t>5.30–6.28 rad/s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B54AC6-80E0-4993-B69E-7EF10E2E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480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8B1E2D"/>
                </a:solidFill>
              </a:defRPr>
            </a:defPPr>
            <a:lvl1pPr algn="l">
              <a:defRPr sz="1425" b="1">
                <a:solidFill>
                  <a:srgbClr val="8B1E2D"/>
                </a:solidFill>
              </a:defRPr>
            </a:lvl1pPr>
            <a:lvl2pPr algn="l">
              <a:defRPr sz="1425" b="1">
                <a:solidFill>
                  <a:srgbClr val="8B1E2D"/>
                </a:solidFill>
              </a:defRPr>
            </a:lvl2pPr>
            <a:lvl3pPr algn="l">
              <a:defRPr sz="1425" b="1">
                <a:solidFill>
                  <a:srgbClr val="8B1E2D"/>
                </a:solidFill>
              </a:defRPr>
            </a:lvl3pPr>
            <a:lvl4pPr algn="l">
              <a:defRPr sz="1425" b="1">
                <a:solidFill>
                  <a:srgbClr val="8B1E2D"/>
                </a:solidFill>
              </a:defRPr>
            </a:lvl4pPr>
            <a:lvl5pPr algn="l">
              <a:defRPr sz="1425" b="1">
                <a:solidFill>
                  <a:srgbClr val="8B1E2D"/>
                </a:solidFill>
              </a:defRPr>
            </a:lvl5pPr>
            <a:lvl6pPr algn="l">
              <a:defRPr sz="1425" b="1">
                <a:solidFill>
                  <a:srgbClr val="8B1E2D"/>
                </a:solidFill>
              </a:defRPr>
            </a:lvl6pPr>
            <a:lvl7pPr algn="l">
              <a:defRPr sz="1425" b="1">
                <a:solidFill>
                  <a:srgbClr val="8B1E2D"/>
                </a:solidFill>
              </a:defRPr>
            </a:lvl7pPr>
            <a:lvl8pPr algn="l">
              <a:defRPr sz="1425" b="1">
                <a:solidFill>
                  <a:srgbClr val="8B1E2D"/>
                </a:solidFill>
              </a:defRPr>
            </a:lvl8pPr>
            <a:lvl9pPr algn="l">
              <a:defRPr sz="1425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8B1E2D"/>
                </a:solidFill>
              </a:defRPr>
            </a:pPr>
            <a:r>
              <a:rPr sz="1425" b="1">
                <a:solidFill>
                  <a:srgbClr val="8B1E2D"/>
                </a:solidFill>
              </a:rPr>
              <a:t>Base case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E2D526-65A9-4209-8C6C-302E45AD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099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650" b="1">
                <a:solidFill>
                  <a:srgbClr val="11283F"/>
                </a:solidFill>
              </a:defRPr>
            </a:defPPr>
            <a:lvl1pPr algn="r">
              <a:defRPr sz="1650" b="1">
                <a:solidFill>
                  <a:srgbClr val="11283F"/>
                </a:solidFill>
              </a:defRPr>
            </a:lvl1pPr>
            <a:lvl2pPr algn="r">
              <a:defRPr sz="1650" b="1">
                <a:solidFill>
                  <a:srgbClr val="11283F"/>
                </a:solidFill>
              </a:defRPr>
            </a:lvl2pPr>
            <a:lvl3pPr algn="r">
              <a:defRPr sz="1650" b="1">
                <a:solidFill>
                  <a:srgbClr val="11283F"/>
                </a:solidFill>
              </a:defRPr>
            </a:lvl3pPr>
            <a:lvl4pPr algn="r">
              <a:defRPr sz="1650" b="1">
                <a:solidFill>
                  <a:srgbClr val="11283F"/>
                </a:solidFill>
              </a:defRPr>
            </a:lvl4pPr>
            <a:lvl5pPr algn="r">
              <a:defRPr sz="1650" b="1">
                <a:solidFill>
                  <a:srgbClr val="11283F"/>
                </a:solidFill>
              </a:defRPr>
            </a:lvl5pPr>
            <a:lvl6pPr algn="r">
              <a:defRPr sz="1650" b="1">
                <a:solidFill>
                  <a:srgbClr val="11283F"/>
                </a:solidFill>
              </a:defRPr>
            </a:lvl6pPr>
            <a:lvl7pPr algn="r">
              <a:defRPr sz="1650" b="1">
                <a:solidFill>
                  <a:srgbClr val="11283F"/>
                </a:solidFill>
              </a:defRPr>
            </a:lvl7pPr>
            <a:lvl8pPr algn="r">
              <a:defRPr sz="1650" b="1">
                <a:solidFill>
                  <a:srgbClr val="11283F"/>
                </a:solidFill>
              </a:defRPr>
            </a:lvl8pPr>
            <a:lvl9pPr algn="r">
              <a:defRPr sz="1650" b="1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11283F"/>
                </a:solidFill>
              </a:defRPr>
            </a:pPr>
            <a:r>
              <a:rPr sz="1650" b="1">
                <a:solidFill>
                  <a:srgbClr val="11283F"/>
                </a:solidFill>
              </a:rPr>
              <a:t>8.18 rad/s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2DEF06-05FF-44E0-8A54-EE323DDC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714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8B1E2D"/>
                </a:solidFill>
              </a:defRPr>
            </a:defPPr>
            <a:lvl1pPr algn="l">
              <a:defRPr sz="1425" b="1">
                <a:solidFill>
                  <a:srgbClr val="8B1E2D"/>
                </a:solidFill>
              </a:defRPr>
            </a:lvl1pPr>
            <a:lvl2pPr algn="l">
              <a:defRPr sz="1425" b="1">
                <a:solidFill>
                  <a:srgbClr val="8B1E2D"/>
                </a:solidFill>
              </a:defRPr>
            </a:lvl2pPr>
            <a:lvl3pPr algn="l">
              <a:defRPr sz="1425" b="1">
                <a:solidFill>
                  <a:srgbClr val="8B1E2D"/>
                </a:solidFill>
              </a:defRPr>
            </a:lvl3pPr>
            <a:lvl4pPr algn="l">
              <a:defRPr sz="1425" b="1">
                <a:solidFill>
                  <a:srgbClr val="8B1E2D"/>
                </a:solidFill>
              </a:defRPr>
            </a:lvl4pPr>
            <a:lvl5pPr algn="l">
              <a:defRPr sz="1425" b="1">
                <a:solidFill>
                  <a:srgbClr val="8B1E2D"/>
                </a:solidFill>
              </a:defRPr>
            </a:lvl5pPr>
            <a:lvl6pPr algn="l">
              <a:defRPr sz="1425" b="1">
                <a:solidFill>
                  <a:srgbClr val="8B1E2D"/>
                </a:solidFill>
              </a:defRPr>
            </a:lvl6pPr>
            <a:lvl7pPr algn="l">
              <a:defRPr sz="1425" b="1">
                <a:solidFill>
                  <a:srgbClr val="8B1E2D"/>
                </a:solidFill>
              </a:defRPr>
            </a:lvl7pPr>
            <a:lvl8pPr algn="l">
              <a:defRPr sz="1425" b="1">
                <a:solidFill>
                  <a:srgbClr val="8B1E2D"/>
                </a:solidFill>
              </a:defRPr>
            </a:lvl8pPr>
            <a:lvl9pPr algn="l">
              <a:defRPr sz="1425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8B1E2D"/>
                </a:solidFill>
              </a:defRPr>
            </a:pPr>
            <a:r>
              <a:rPr sz="1425" b="1">
                <a:solidFill>
                  <a:srgbClr val="8B1E2D"/>
                </a:solidFill>
              </a:rPr>
              <a:t>Spring cases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1B3D14-A16A-467A-B76C-DFEAEEBB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766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650" b="1">
                <a:solidFill>
                  <a:srgbClr val="11283F"/>
                </a:solidFill>
              </a:defRPr>
            </a:defPPr>
            <a:lvl1pPr algn="r">
              <a:defRPr sz="1650" b="1">
                <a:solidFill>
                  <a:srgbClr val="11283F"/>
                </a:solidFill>
              </a:defRPr>
            </a:lvl1pPr>
            <a:lvl2pPr algn="r">
              <a:defRPr sz="1650" b="1">
                <a:solidFill>
                  <a:srgbClr val="11283F"/>
                </a:solidFill>
              </a:defRPr>
            </a:lvl2pPr>
            <a:lvl3pPr algn="r">
              <a:defRPr sz="1650" b="1">
                <a:solidFill>
                  <a:srgbClr val="11283F"/>
                </a:solidFill>
              </a:defRPr>
            </a:lvl3pPr>
            <a:lvl4pPr algn="r">
              <a:defRPr sz="1650" b="1">
                <a:solidFill>
                  <a:srgbClr val="11283F"/>
                </a:solidFill>
              </a:defRPr>
            </a:lvl4pPr>
            <a:lvl5pPr algn="r">
              <a:defRPr sz="1650" b="1">
                <a:solidFill>
                  <a:srgbClr val="11283F"/>
                </a:solidFill>
              </a:defRPr>
            </a:lvl5pPr>
            <a:lvl6pPr algn="r">
              <a:defRPr sz="1650" b="1">
                <a:solidFill>
                  <a:srgbClr val="11283F"/>
                </a:solidFill>
              </a:defRPr>
            </a:lvl6pPr>
            <a:lvl7pPr algn="r">
              <a:defRPr sz="1650" b="1">
                <a:solidFill>
                  <a:srgbClr val="11283F"/>
                </a:solidFill>
              </a:defRPr>
            </a:lvl7pPr>
            <a:lvl8pPr algn="r">
              <a:defRPr sz="1650" b="1">
                <a:solidFill>
                  <a:srgbClr val="11283F"/>
                </a:solidFill>
              </a:defRPr>
            </a:lvl8pPr>
            <a:lvl9pPr algn="r">
              <a:defRPr sz="1650" b="1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11283F"/>
                </a:solidFill>
              </a:defRPr>
            </a:pPr>
            <a:r>
              <a:rPr sz="1650" b="1">
                <a:solidFill>
                  <a:srgbClr val="11283F"/>
                </a:solidFill>
              </a:rPr>
              <a:t>8.10–8.36 rad/s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EF17AD-B9E4-48AE-8C3A-5D8A8686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381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8B1E2D"/>
                </a:solidFill>
              </a:defRPr>
            </a:defPPr>
            <a:lvl1pPr algn="l">
              <a:defRPr sz="1425" b="1">
                <a:solidFill>
                  <a:srgbClr val="8B1E2D"/>
                </a:solidFill>
              </a:defRPr>
            </a:lvl1pPr>
            <a:lvl2pPr algn="l">
              <a:defRPr sz="1425" b="1">
                <a:solidFill>
                  <a:srgbClr val="8B1E2D"/>
                </a:solidFill>
              </a:defRPr>
            </a:lvl2pPr>
            <a:lvl3pPr algn="l">
              <a:defRPr sz="1425" b="1">
                <a:solidFill>
                  <a:srgbClr val="8B1E2D"/>
                </a:solidFill>
              </a:defRPr>
            </a:lvl3pPr>
            <a:lvl4pPr algn="l">
              <a:defRPr sz="1425" b="1">
                <a:solidFill>
                  <a:srgbClr val="8B1E2D"/>
                </a:solidFill>
              </a:defRPr>
            </a:lvl4pPr>
            <a:lvl5pPr algn="l">
              <a:defRPr sz="1425" b="1">
                <a:solidFill>
                  <a:srgbClr val="8B1E2D"/>
                </a:solidFill>
              </a:defRPr>
            </a:lvl5pPr>
            <a:lvl6pPr algn="l">
              <a:defRPr sz="1425" b="1">
                <a:solidFill>
                  <a:srgbClr val="8B1E2D"/>
                </a:solidFill>
              </a:defRPr>
            </a:lvl6pPr>
            <a:lvl7pPr algn="l">
              <a:defRPr sz="1425" b="1">
                <a:solidFill>
                  <a:srgbClr val="8B1E2D"/>
                </a:solidFill>
              </a:defRPr>
            </a:lvl7pPr>
            <a:lvl8pPr algn="l">
              <a:defRPr sz="1425" b="1">
                <a:solidFill>
                  <a:srgbClr val="8B1E2D"/>
                </a:solidFill>
              </a:defRPr>
            </a:lvl8pPr>
            <a:lvl9pPr algn="l">
              <a:defRPr sz="1425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8B1E2D"/>
                </a:solidFill>
              </a:defRPr>
            </a:pPr>
            <a:r>
              <a:rPr sz="1425" b="1">
                <a:solidFill>
                  <a:srgbClr val="8B1E2D"/>
                </a:solidFill>
              </a:rPr>
              <a:t>Damper cases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806BF9-9885-45D9-845D-D4FD6973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3434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650" b="1">
                <a:solidFill>
                  <a:srgbClr val="11283F"/>
                </a:solidFill>
              </a:defRPr>
            </a:defPPr>
            <a:lvl1pPr algn="r">
              <a:defRPr sz="1650" b="1">
                <a:solidFill>
                  <a:srgbClr val="11283F"/>
                </a:solidFill>
              </a:defRPr>
            </a:lvl1pPr>
            <a:lvl2pPr algn="r">
              <a:defRPr sz="1650" b="1">
                <a:solidFill>
                  <a:srgbClr val="11283F"/>
                </a:solidFill>
              </a:defRPr>
            </a:lvl2pPr>
            <a:lvl3pPr algn="r">
              <a:defRPr sz="1650" b="1">
                <a:solidFill>
                  <a:srgbClr val="11283F"/>
                </a:solidFill>
              </a:defRPr>
            </a:lvl3pPr>
            <a:lvl4pPr algn="r">
              <a:defRPr sz="1650" b="1">
                <a:solidFill>
                  <a:srgbClr val="11283F"/>
                </a:solidFill>
              </a:defRPr>
            </a:lvl4pPr>
            <a:lvl5pPr algn="r">
              <a:defRPr sz="1650" b="1">
                <a:solidFill>
                  <a:srgbClr val="11283F"/>
                </a:solidFill>
              </a:defRPr>
            </a:lvl5pPr>
            <a:lvl6pPr algn="r">
              <a:defRPr sz="1650" b="1">
                <a:solidFill>
                  <a:srgbClr val="11283F"/>
                </a:solidFill>
              </a:defRPr>
            </a:lvl6pPr>
            <a:lvl7pPr algn="r">
              <a:defRPr sz="1650" b="1">
                <a:solidFill>
                  <a:srgbClr val="11283F"/>
                </a:solidFill>
              </a:defRPr>
            </a:lvl7pPr>
            <a:lvl8pPr algn="r">
              <a:defRPr sz="1650" b="1">
                <a:solidFill>
                  <a:srgbClr val="11283F"/>
                </a:solidFill>
              </a:defRPr>
            </a:lvl8pPr>
            <a:lvl9pPr algn="r">
              <a:defRPr sz="1650" b="1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11283F"/>
                </a:solidFill>
              </a:defRPr>
            </a:pPr>
            <a:r>
              <a:rPr sz="1650" b="1">
                <a:solidFill>
                  <a:srgbClr val="11283F"/>
                </a:solidFill>
              </a:rPr>
              <a:t>ζ rose to 0.0396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F14039-F6F1-49C7-9148-A70C0E13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95875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1283F"/>
                </a:solidFill>
              </a:defRPr>
            </a:defPPr>
            <a:lvl1pPr algn="l">
              <a:defRPr sz="1425" b="1">
                <a:solidFill>
                  <a:srgbClr val="11283F"/>
                </a:solidFill>
              </a:defRPr>
            </a:lvl1pPr>
            <a:lvl2pPr algn="l">
              <a:defRPr sz="1425" b="1">
                <a:solidFill>
                  <a:srgbClr val="11283F"/>
                </a:solidFill>
              </a:defRPr>
            </a:lvl2pPr>
            <a:lvl3pPr algn="l">
              <a:defRPr sz="1425" b="1">
                <a:solidFill>
                  <a:srgbClr val="11283F"/>
                </a:solidFill>
              </a:defRPr>
            </a:lvl3pPr>
            <a:lvl4pPr algn="l">
              <a:defRPr sz="1425" b="1">
                <a:solidFill>
                  <a:srgbClr val="11283F"/>
                </a:solidFill>
              </a:defRPr>
            </a:lvl4pPr>
            <a:lvl5pPr algn="l">
              <a:defRPr sz="1425" b="1">
                <a:solidFill>
                  <a:srgbClr val="11283F"/>
                </a:solidFill>
              </a:defRPr>
            </a:lvl5pPr>
            <a:lvl6pPr algn="l">
              <a:defRPr sz="1425" b="1">
                <a:solidFill>
                  <a:srgbClr val="11283F"/>
                </a:solidFill>
              </a:defRPr>
            </a:lvl6pPr>
            <a:lvl7pPr algn="l">
              <a:defRPr sz="1425" b="1">
                <a:solidFill>
                  <a:srgbClr val="11283F"/>
                </a:solidFill>
              </a:defRPr>
            </a:lvl7pPr>
            <a:lvl8pPr algn="l">
              <a:defRPr sz="1425" b="1">
                <a:solidFill>
                  <a:srgbClr val="11283F"/>
                </a:solidFill>
              </a:defRPr>
            </a:lvl8pPr>
            <a:lvl9pPr algn="l">
              <a:defRPr sz="1425" b="1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1283F"/>
                </a:solidFill>
              </a:defRPr>
            </a:pPr>
            <a:r>
              <a:rPr sz="1425" b="1">
                <a:solidFill>
                  <a:srgbClr val="11283F"/>
                </a:solidFill>
              </a:rPr>
              <a:t>The useful result is the trend and the theory–experiment comparison, not a single “correct” number.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827846-5334-4A6E-941E-A31BDC3D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5B6873"/>
                </a:solidFill>
              </a:defRPr>
            </a:defPPr>
            <a:lvl1pPr algn="r">
              <a:defRPr sz="825" b="0">
                <a:solidFill>
                  <a:srgbClr val="5B6873"/>
                </a:solidFill>
              </a:defRPr>
            </a:lvl1pPr>
            <a:lvl2pPr algn="r">
              <a:defRPr sz="825" b="0">
                <a:solidFill>
                  <a:srgbClr val="5B6873"/>
                </a:solidFill>
              </a:defRPr>
            </a:lvl2pPr>
            <a:lvl3pPr algn="r">
              <a:defRPr sz="825" b="0">
                <a:solidFill>
                  <a:srgbClr val="5B6873"/>
                </a:solidFill>
              </a:defRPr>
            </a:lvl3pPr>
            <a:lvl4pPr algn="r">
              <a:defRPr sz="825" b="0">
                <a:solidFill>
                  <a:srgbClr val="5B6873"/>
                </a:solidFill>
              </a:defRPr>
            </a:lvl4pPr>
            <a:lvl5pPr algn="r">
              <a:defRPr sz="825" b="0">
                <a:solidFill>
                  <a:srgbClr val="5B6873"/>
                </a:solidFill>
              </a:defRPr>
            </a:lvl5pPr>
            <a:lvl6pPr algn="r">
              <a:defRPr sz="825" b="0">
                <a:solidFill>
                  <a:srgbClr val="5B6873"/>
                </a:solidFill>
              </a:defRPr>
            </a:lvl6pPr>
            <a:lvl7pPr algn="r">
              <a:defRPr sz="825" b="0">
                <a:solidFill>
                  <a:srgbClr val="5B6873"/>
                </a:solidFill>
              </a:defRPr>
            </a:lvl7pPr>
            <a:lvl8pPr algn="r">
              <a:defRPr sz="825" b="0">
                <a:solidFill>
                  <a:srgbClr val="5B6873"/>
                </a:solidFill>
              </a:defRPr>
            </a:lvl8pPr>
            <a:lvl9pPr algn="r">
              <a:defRPr sz="825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5B6873"/>
                </a:solidFill>
              </a:defRPr>
            </a:pPr>
            <a:r>
              <a:rPr sz="825" b="0">
                <a:solidFill>
                  <a:srgbClr val="5B6873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77134642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04E01E-E0A1-46EA-8D32-EECED132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05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8B1E2D"/>
                </a:solidFill>
              </a:defRPr>
            </a:defPPr>
            <a:lvl1pPr algn="l">
              <a:defRPr sz="1050" b="1">
                <a:solidFill>
                  <a:srgbClr val="8B1E2D"/>
                </a:solidFill>
              </a:defRPr>
            </a:lvl1pPr>
            <a:lvl2pPr algn="l">
              <a:defRPr sz="1050" b="1">
                <a:solidFill>
                  <a:srgbClr val="8B1E2D"/>
                </a:solidFill>
              </a:defRPr>
            </a:lvl2pPr>
            <a:lvl3pPr algn="l">
              <a:defRPr sz="1050" b="1">
                <a:solidFill>
                  <a:srgbClr val="8B1E2D"/>
                </a:solidFill>
              </a:defRPr>
            </a:lvl3pPr>
            <a:lvl4pPr algn="l">
              <a:defRPr sz="1050" b="1">
                <a:solidFill>
                  <a:srgbClr val="8B1E2D"/>
                </a:solidFill>
              </a:defRPr>
            </a:lvl4pPr>
            <a:lvl5pPr algn="l">
              <a:defRPr sz="1050" b="1">
                <a:solidFill>
                  <a:srgbClr val="8B1E2D"/>
                </a:solidFill>
              </a:defRPr>
            </a:lvl5pPr>
            <a:lvl6pPr algn="l">
              <a:defRPr sz="1050" b="1">
                <a:solidFill>
                  <a:srgbClr val="8B1E2D"/>
                </a:solidFill>
              </a:defRPr>
            </a:lvl6pPr>
            <a:lvl7pPr algn="l">
              <a:defRPr sz="1050" b="1">
                <a:solidFill>
                  <a:srgbClr val="8B1E2D"/>
                </a:solidFill>
              </a:defRPr>
            </a:lvl7pPr>
            <a:lvl8pPr algn="l">
              <a:defRPr sz="1050" b="1">
                <a:solidFill>
                  <a:srgbClr val="8B1E2D"/>
                </a:solidFill>
              </a:defRPr>
            </a:lvl8pPr>
            <a:lvl9pPr algn="l">
              <a:defRPr sz="1050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8B1E2D"/>
                </a:solidFill>
              </a:defRPr>
            </a:pPr>
            <a:r>
              <a:rPr sz="1050" b="1">
                <a:solidFill>
                  <a:srgbClr val="8B1E2D"/>
                </a:solidFill>
              </a:rPr>
              <a:t>MIE 402  |  GRAPHICAL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257297-606E-46CA-BD9F-6C2F41A1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0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0">
                <a:solidFill>
                  <a:srgbClr val="5B6873"/>
                </a:solidFill>
              </a:defRPr>
            </a:defPPr>
            <a:lvl1pPr algn="r">
              <a:defRPr sz="975" b="0">
                <a:solidFill>
                  <a:srgbClr val="5B6873"/>
                </a:solidFill>
              </a:defRPr>
            </a:lvl1pPr>
            <a:lvl2pPr algn="r">
              <a:defRPr sz="975" b="0">
                <a:solidFill>
                  <a:srgbClr val="5B6873"/>
                </a:solidFill>
              </a:defRPr>
            </a:lvl2pPr>
            <a:lvl3pPr algn="r">
              <a:defRPr sz="975" b="0">
                <a:solidFill>
                  <a:srgbClr val="5B6873"/>
                </a:solidFill>
              </a:defRPr>
            </a:lvl3pPr>
            <a:lvl4pPr algn="r">
              <a:defRPr sz="975" b="0">
                <a:solidFill>
                  <a:srgbClr val="5B6873"/>
                </a:solidFill>
              </a:defRPr>
            </a:lvl4pPr>
            <a:lvl5pPr algn="r">
              <a:defRPr sz="975" b="0">
                <a:solidFill>
                  <a:srgbClr val="5B6873"/>
                </a:solidFill>
              </a:defRPr>
            </a:lvl5pPr>
            <a:lvl6pPr algn="r">
              <a:defRPr sz="975" b="0">
                <a:solidFill>
                  <a:srgbClr val="5B6873"/>
                </a:solidFill>
              </a:defRPr>
            </a:lvl6pPr>
            <a:lvl7pPr algn="r">
              <a:defRPr sz="975" b="0">
                <a:solidFill>
                  <a:srgbClr val="5B6873"/>
                </a:solidFill>
              </a:defRPr>
            </a:lvl7pPr>
            <a:lvl8pPr algn="r">
              <a:defRPr sz="975" b="0">
                <a:solidFill>
                  <a:srgbClr val="5B6873"/>
                </a:solidFill>
              </a:defRPr>
            </a:lvl8pPr>
            <a:lvl9pPr algn="r">
              <a:defRPr sz="975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5B6873"/>
                </a:solidFill>
              </a:defRPr>
            </a:pPr>
            <a:r>
              <a:rPr sz="975" b="0">
                <a:solidFill>
                  <a:srgbClr val="5B6873"/>
                </a:solidFill>
              </a:rPr>
              <a:t>40–42 min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8A3A27-EF1E-4967-BAFA-B5F7BE55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11287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11111"/>
                </a:solidFill>
              </a:defRPr>
            </a:defPPr>
            <a:lvl1pPr algn="l">
              <a:defRPr sz="2325" b="1">
                <a:solidFill>
                  <a:srgbClr val="111111"/>
                </a:solidFill>
              </a:defRPr>
            </a:lvl1pPr>
            <a:lvl2pPr algn="l">
              <a:defRPr sz="2325" b="1">
                <a:solidFill>
                  <a:srgbClr val="111111"/>
                </a:solidFill>
              </a:defRPr>
            </a:lvl2pPr>
            <a:lvl3pPr algn="l">
              <a:defRPr sz="2325" b="1">
                <a:solidFill>
                  <a:srgbClr val="111111"/>
                </a:solidFill>
              </a:defRPr>
            </a:lvl3pPr>
            <a:lvl4pPr algn="l">
              <a:defRPr sz="2325" b="1">
                <a:solidFill>
                  <a:srgbClr val="111111"/>
                </a:solidFill>
              </a:defRPr>
            </a:lvl4pPr>
            <a:lvl5pPr algn="l">
              <a:defRPr sz="2325" b="1">
                <a:solidFill>
                  <a:srgbClr val="111111"/>
                </a:solidFill>
              </a:defRPr>
            </a:lvl5pPr>
            <a:lvl6pPr algn="l">
              <a:defRPr sz="2325" b="1">
                <a:solidFill>
                  <a:srgbClr val="111111"/>
                </a:solidFill>
              </a:defRPr>
            </a:lvl6pPr>
            <a:lvl7pPr algn="l">
              <a:defRPr sz="2325" b="1">
                <a:solidFill>
                  <a:srgbClr val="111111"/>
                </a:solidFill>
              </a:defRPr>
            </a:lvl7pPr>
            <a:lvl8pPr algn="l">
              <a:defRPr sz="2325" b="1">
                <a:solidFill>
                  <a:srgbClr val="111111"/>
                </a:solidFill>
              </a:defRPr>
            </a:lvl8pPr>
            <a:lvl9pPr algn="l">
              <a:defRPr sz="2325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Collection settings must preserve the motion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7DC5DB-432D-4CDA-8C5C-CE0766E2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5730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CD03E8-2099-4790-8871-A7D2DD5C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514350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9ECEC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44C255-58E4-4CFE-9C8C-D7E2CD21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3832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5B6873"/>
                </a:solidFill>
              </a:defRPr>
            </a:defPPr>
            <a:lvl1pPr algn="l">
              <a:defRPr sz="1425" b="1">
                <a:solidFill>
                  <a:srgbClr val="5B6873"/>
                </a:solidFill>
              </a:defRPr>
            </a:lvl1pPr>
            <a:lvl2pPr algn="l">
              <a:defRPr sz="1425" b="1">
                <a:solidFill>
                  <a:srgbClr val="5B6873"/>
                </a:solidFill>
              </a:defRPr>
            </a:lvl2pPr>
            <a:lvl3pPr algn="l">
              <a:defRPr sz="1425" b="1">
                <a:solidFill>
                  <a:srgbClr val="5B6873"/>
                </a:solidFill>
              </a:defRPr>
            </a:lvl3pPr>
            <a:lvl4pPr algn="l">
              <a:defRPr sz="1425" b="1">
                <a:solidFill>
                  <a:srgbClr val="5B6873"/>
                </a:solidFill>
              </a:defRPr>
            </a:lvl4pPr>
            <a:lvl5pPr algn="l">
              <a:defRPr sz="1425" b="1">
                <a:solidFill>
                  <a:srgbClr val="5B6873"/>
                </a:solidFill>
              </a:defRPr>
            </a:lvl5pPr>
            <a:lvl6pPr algn="l">
              <a:defRPr sz="1425" b="1">
                <a:solidFill>
                  <a:srgbClr val="5B6873"/>
                </a:solidFill>
              </a:defRPr>
            </a:lvl6pPr>
            <a:lvl7pPr algn="l">
              <a:defRPr sz="1425" b="1">
                <a:solidFill>
                  <a:srgbClr val="5B6873"/>
                </a:solidFill>
              </a:defRPr>
            </a:lvl7pPr>
            <a:lvl8pPr algn="l">
              <a:defRPr sz="1425" b="1">
                <a:solidFill>
                  <a:srgbClr val="5B6873"/>
                </a:solidFill>
              </a:defRPr>
            </a:lvl8pPr>
            <a:lvl9pPr algn="l">
              <a:defRPr sz="1425" b="1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5B6873"/>
                </a:solidFill>
              </a:defRPr>
            </a:pPr>
            <a:r>
              <a:rPr sz="1425" b="1">
                <a:solidFill>
                  <a:srgbClr val="5B6873"/>
                </a:solidFill>
              </a:rPr>
              <a:t>sample rate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4F8EFA-F228-4571-B1C5-F7B69631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19275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725" b="1">
                <a:solidFill>
                  <a:srgbClr val="8B1E2D"/>
                </a:solidFill>
              </a:defRPr>
            </a:defPPr>
            <a:lvl1pPr algn="r">
              <a:defRPr sz="1725" b="1">
                <a:solidFill>
                  <a:srgbClr val="8B1E2D"/>
                </a:solidFill>
              </a:defRPr>
            </a:lvl1pPr>
            <a:lvl2pPr algn="r">
              <a:defRPr sz="1725" b="1">
                <a:solidFill>
                  <a:srgbClr val="8B1E2D"/>
                </a:solidFill>
              </a:defRPr>
            </a:lvl2pPr>
            <a:lvl3pPr algn="r">
              <a:defRPr sz="1725" b="1">
                <a:solidFill>
                  <a:srgbClr val="8B1E2D"/>
                </a:solidFill>
              </a:defRPr>
            </a:lvl3pPr>
            <a:lvl4pPr algn="r">
              <a:defRPr sz="1725" b="1">
                <a:solidFill>
                  <a:srgbClr val="8B1E2D"/>
                </a:solidFill>
              </a:defRPr>
            </a:lvl4pPr>
            <a:lvl5pPr algn="r">
              <a:defRPr sz="1725" b="1">
                <a:solidFill>
                  <a:srgbClr val="8B1E2D"/>
                </a:solidFill>
              </a:defRPr>
            </a:lvl5pPr>
            <a:lvl6pPr algn="r">
              <a:defRPr sz="1725" b="1">
                <a:solidFill>
                  <a:srgbClr val="8B1E2D"/>
                </a:solidFill>
              </a:defRPr>
            </a:lvl6pPr>
            <a:lvl7pPr algn="r">
              <a:defRPr sz="1725" b="1">
                <a:solidFill>
                  <a:srgbClr val="8B1E2D"/>
                </a:solidFill>
              </a:defRPr>
            </a:lvl7pPr>
            <a:lvl8pPr algn="r">
              <a:defRPr sz="1725" b="1">
                <a:solidFill>
                  <a:srgbClr val="8B1E2D"/>
                </a:solidFill>
              </a:defRPr>
            </a:lvl8pPr>
            <a:lvl9pPr algn="r">
              <a:defRPr sz="1725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r">
              <a:defRPr sz="1725" b="1">
                <a:solidFill>
                  <a:srgbClr val="8B1E2D"/>
                </a:solidFill>
              </a:defRPr>
            </a:pPr>
            <a:r>
              <a:rPr sz="1725" b="1">
                <a:solidFill>
                  <a:srgbClr val="8B1E2D"/>
                </a:solidFill>
              </a:rPr>
              <a:t>≤ 25 Hz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0F3B19-D467-432F-A7F0-721BEA88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52675"/>
            <a:ext cx="4667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1283F"/>
                </a:solidFill>
              </a:defRPr>
            </a:defPPr>
            <a:lvl1pPr algn="l">
              <a:defRPr sz="1425" b="0">
                <a:solidFill>
                  <a:srgbClr val="11283F"/>
                </a:solidFill>
              </a:defRPr>
            </a:lvl1pPr>
            <a:lvl2pPr algn="l">
              <a:defRPr sz="1425" b="0">
                <a:solidFill>
                  <a:srgbClr val="11283F"/>
                </a:solidFill>
              </a:defRPr>
            </a:lvl2pPr>
            <a:lvl3pPr algn="l">
              <a:defRPr sz="1425" b="0">
                <a:solidFill>
                  <a:srgbClr val="11283F"/>
                </a:solidFill>
              </a:defRPr>
            </a:lvl3pPr>
            <a:lvl4pPr algn="l">
              <a:defRPr sz="1425" b="0">
                <a:solidFill>
                  <a:srgbClr val="11283F"/>
                </a:solidFill>
              </a:defRPr>
            </a:lvl4pPr>
            <a:lvl5pPr algn="l">
              <a:defRPr sz="1425" b="0">
                <a:solidFill>
                  <a:srgbClr val="11283F"/>
                </a:solidFill>
              </a:defRPr>
            </a:lvl5pPr>
            <a:lvl6pPr algn="l">
              <a:defRPr sz="1425" b="0">
                <a:solidFill>
                  <a:srgbClr val="11283F"/>
                </a:solidFill>
              </a:defRPr>
            </a:lvl6pPr>
            <a:lvl7pPr algn="l">
              <a:defRPr sz="1425" b="0">
                <a:solidFill>
                  <a:srgbClr val="11283F"/>
                </a:solidFill>
              </a:defRPr>
            </a:lvl7pPr>
            <a:lvl8pPr algn="l">
              <a:defRPr sz="1425" b="0">
                <a:solidFill>
                  <a:srgbClr val="11283F"/>
                </a:solidFill>
              </a:defRPr>
            </a:lvl8pPr>
            <a:lvl9pPr algn="l">
              <a:defRPr sz="1425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1283F"/>
                </a:solidFill>
              </a:defRPr>
            </a:pPr>
            <a:r>
              <a:rPr sz="1425" b="0">
                <a:solidFill>
                  <a:srgbClr val="11283F"/>
                </a:solidFill>
              </a:rPr>
              <a:t>enough samples per cycle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388F9B-44BF-41A6-B629-89610293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514350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8F5F0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0A6424-EC31-485B-ADBB-94681590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3832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5B6873"/>
                </a:solidFill>
              </a:defRPr>
            </a:defPPr>
            <a:lvl1pPr algn="l">
              <a:defRPr sz="1425" b="1">
                <a:solidFill>
                  <a:srgbClr val="5B6873"/>
                </a:solidFill>
              </a:defRPr>
            </a:lvl1pPr>
            <a:lvl2pPr algn="l">
              <a:defRPr sz="1425" b="1">
                <a:solidFill>
                  <a:srgbClr val="5B6873"/>
                </a:solidFill>
              </a:defRPr>
            </a:lvl2pPr>
            <a:lvl3pPr algn="l">
              <a:defRPr sz="1425" b="1">
                <a:solidFill>
                  <a:srgbClr val="5B6873"/>
                </a:solidFill>
              </a:defRPr>
            </a:lvl3pPr>
            <a:lvl4pPr algn="l">
              <a:defRPr sz="1425" b="1">
                <a:solidFill>
                  <a:srgbClr val="5B6873"/>
                </a:solidFill>
              </a:defRPr>
            </a:lvl4pPr>
            <a:lvl5pPr algn="l">
              <a:defRPr sz="1425" b="1">
                <a:solidFill>
                  <a:srgbClr val="5B6873"/>
                </a:solidFill>
              </a:defRPr>
            </a:lvl5pPr>
            <a:lvl6pPr algn="l">
              <a:defRPr sz="1425" b="1">
                <a:solidFill>
                  <a:srgbClr val="5B6873"/>
                </a:solidFill>
              </a:defRPr>
            </a:lvl6pPr>
            <a:lvl7pPr algn="l">
              <a:defRPr sz="1425" b="1">
                <a:solidFill>
                  <a:srgbClr val="5B6873"/>
                </a:solidFill>
              </a:defRPr>
            </a:lvl7pPr>
            <a:lvl8pPr algn="l">
              <a:defRPr sz="1425" b="1">
                <a:solidFill>
                  <a:srgbClr val="5B6873"/>
                </a:solidFill>
              </a:defRPr>
            </a:lvl8pPr>
            <a:lvl9pPr algn="l">
              <a:defRPr sz="1425" b="1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5B6873"/>
                </a:solidFill>
              </a:defRPr>
            </a:pPr>
            <a:r>
              <a:rPr sz="1425" b="1">
                <a:solidFill>
                  <a:srgbClr val="5B6873"/>
                </a:solidFill>
              </a:rPr>
              <a:t>record length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7D755C-DDA8-47C5-9E37-182BC796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19275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725" b="1">
                <a:solidFill>
                  <a:srgbClr val="8B1E2D"/>
                </a:solidFill>
              </a:defRPr>
            </a:defPPr>
            <a:lvl1pPr algn="r">
              <a:defRPr sz="1725" b="1">
                <a:solidFill>
                  <a:srgbClr val="8B1E2D"/>
                </a:solidFill>
              </a:defRPr>
            </a:lvl1pPr>
            <a:lvl2pPr algn="r">
              <a:defRPr sz="1725" b="1">
                <a:solidFill>
                  <a:srgbClr val="8B1E2D"/>
                </a:solidFill>
              </a:defRPr>
            </a:lvl2pPr>
            <a:lvl3pPr algn="r">
              <a:defRPr sz="1725" b="1">
                <a:solidFill>
                  <a:srgbClr val="8B1E2D"/>
                </a:solidFill>
              </a:defRPr>
            </a:lvl3pPr>
            <a:lvl4pPr algn="r">
              <a:defRPr sz="1725" b="1">
                <a:solidFill>
                  <a:srgbClr val="8B1E2D"/>
                </a:solidFill>
              </a:defRPr>
            </a:lvl4pPr>
            <a:lvl5pPr algn="r">
              <a:defRPr sz="1725" b="1">
                <a:solidFill>
                  <a:srgbClr val="8B1E2D"/>
                </a:solidFill>
              </a:defRPr>
            </a:lvl5pPr>
            <a:lvl6pPr algn="r">
              <a:defRPr sz="1725" b="1">
                <a:solidFill>
                  <a:srgbClr val="8B1E2D"/>
                </a:solidFill>
              </a:defRPr>
            </a:lvl6pPr>
            <a:lvl7pPr algn="r">
              <a:defRPr sz="1725" b="1">
                <a:solidFill>
                  <a:srgbClr val="8B1E2D"/>
                </a:solidFill>
              </a:defRPr>
            </a:lvl7pPr>
            <a:lvl8pPr algn="r">
              <a:defRPr sz="1725" b="1">
                <a:solidFill>
                  <a:srgbClr val="8B1E2D"/>
                </a:solidFill>
              </a:defRPr>
            </a:lvl8pPr>
            <a:lvl9pPr algn="r">
              <a:defRPr sz="1725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r">
              <a:defRPr sz="1725" b="1">
                <a:solidFill>
                  <a:srgbClr val="8B1E2D"/>
                </a:solidFill>
              </a:defRPr>
            </a:pPr>
            <a:r>
              <a:rPr sz="1725" b="1">
                <a:solidFill>
                  <a:srgbClr val="8B1E2D"/>
                </a:solidFill>
              </a:rPr>
              <a:t>until nearly at rest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A0E6EA-B285-43C4-82C9-095513D7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52675"/>
            <a:ext cx="4667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1283F"/>
                </a:solidFill>
              </a:defRPr>
            </a:defPPr>
            <a:lvl1pPr algn="l">
              <a:defRPr sz="1425" b="0">
                <a:solidFill>
                  <a:srgbClr val="11283F"/>
                </a:solidFill>
              </a:defRPr>
            </a:lvl1pPr>
            <a:lvl2pPr algn="l">
              <a:defRPr sz="1425" b="0">
                <a:solidFill>
                  <a:srgbClr val="11283F"/>
                </a:solidFill>
              </a:defRPr>
            </a:lvl2pPr>
            <a:lvl3pPr algn="l">
              <a:defRPr sz="1425" b="0">
                <a:solidFill>
                  <a:srgbClr val="11283F"/>
                </a:solidFill>
              </a:defRPr>
            </a:lvl3pPr>
            <a:lvl4pPr algn="l">
              <a:defRPr sz="1425" b="0">
                <a:solidFill>
                  <a:srgbClr val="11283F"/>
                </a:solidFill>
              </a:defRPr>
            </a:lvl4pPr>
            <a:lvl5pPr algn="l">
              <a:defRPr sz="1425" b="0">
                <a:solidFill>
                  <a:srgbClr val="11283F"/>
                </a:solidFill>
              </a:defRPr>
            </a:lvl5pPr>
            <a:lvl6pPr algn="l">
              <a:defRPr sz="1425" b="0">
                <a:solidFill>
                  <a:srgbClr val="11283F"/>
                </a:solidFill>
              </a:defRPr>
            </a:lvl6pPr>
            <a:lvl7pPr algn="l">
              <a:defRPr sz="1425" b="0">
                <a:solidFill>
                  <a:srgbClr val="11283F"/>
                </a:solidFill>
              </a:defRPr>
            </a:lvl7pPr>
            <a:lvl8pPr algn="l">
              <a:defRPr sz="1425" b="0">
                <a:solidFill>
                  <a:srgbClr val="11283F"/>
                </a:solidFill>
              </a:defRPr>
            </a:lvl8pPr>
            <a:lvl9pPr algn="l">
              <a:defRPr sz="1425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1283F"/>
                </a:solidFill>
              </a:defRPr>
            </a:pPr>
            <a:r>
              <a:rPr sz="1425" b="0">
                <a:solidFill>
                  <a:srgbClr val="11283F"/>
                </a:solidFill>
              </a:rPr>
              <a:t>captures the decay envelope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82BFDB-8AE9-42F3-91D9-1941E1CC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67125"/>
            <a:ext cx="514350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8F5F0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EE52C5-1639-4742-8895-B0BAED21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3857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5B6873"/>
                </a:solidFill>
              </a:defRPr>
            </a:defPPr>
            <a:lvl1pPr algn="l">
              <a:defRPr sz="1425" b="1">
                <a:solidFill>
                  <a:srgbClr val="5B6873"/>
                </a:solidFill>
              </a:defRPr>
            </a:lvl1pPr>
            <a:lvl2pPr algn="l">
              <a:defRPr sz="1425" b="1">
                <a:solidFill>
                  <a:srgbClr val="5B6873"/>
                </a:solidFill>
              </a:defRPr>
            </a:lvl2pPr>
            <a:lvl3pPr algn="l">
              <a:defRPr sz="1425" b="1">
                <a:solidFill>
                  <a:srgbClr val="5B6873"/>
                </a:solidFill>
              </a:defRPr>
            </a:lvl3pPr>
            <a:lvl4pPr algn="l">
              <a:defRPr sz="1425" b="1">
                <a:solidFill>
                  <a:srgbClr val="5B6873"/>
                </a:solidFill>
              </a:defRPr>
            </a:lvl4pPr>
            <a:lvl5pPr algn="l">
              <a:defRPr sz="1425" b="1">
                <a:solidFill>
                  <a:srgbClr val="5B6873"/>
                </a:solidFill>
              </a:defRPr>
            </a:lvl5pPr>
            <a:lvl6pPr algn="l">
              <a:defRPr sz="1425" b="1">
                <a:solidFill>
                  <a:srgbClr val="5B6873"/>
                </a:solidFill>
              </a:defRPr>
            </a:lvl6pPr>
            <a:lvl7pPr algn="l">
              <a:defRPr sz="1425" b="1">
                <a:solidFill>
                  <a:srgbClr val="5B6873"/>
                </a:solidFill>
              </a:defRPr>
            </a:lvl7pPr>
            <a:lvl8pPr algn="l">
              <a:defRPr sz="1425" b="1">
                <a:solidFill>
                  <a:srgbClr val="5B6873"/>
                </a:solidFill>
              </a:defRPr>
            </a:lvl8pPr>
            <a:lvl9pPr algn="l">
              <a:defRPr sz="1425" b="1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5B6873"/>
                </a:solidFill>
              </a:defRPr>
            </a:pPr>
            <a:r>
              <a:rPr sz="1425" b="1">
                <a:solidFill>
                  <a:srgbClr val="5B6873"/>
                </a:solidFill>
              </a:rPr>
              <a:t>initial displacement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573326-CEA5-4216-B137-93FA50A2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819525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725" b="1">
                <a:solidFill>
                  <a:srgbClr val="8B1E2D"/>
                </a:solidFill>
              </a:defRPr>
            </a:defPPr>
            <a:lvl1pPr algn="r">
              <a:defRPr sz="1725" b="1">
                <a:solidFill>
                  <a:srgbClr val="8B1E2D"/>
                </a:solidFill>
              </a:defRPr>
            </a:lvl1pPr>
            <a:lvl2pPr algn="r">
              <a:defRPr sz="1725" b="1">
                <a:solidFill>
                  <a:srgbClr val="8B1E2D"/>
                </a:solidFill>
              </a:defRPr>
            </a:lvl2pPr>
            <a:lvl3pPr algn="r">
              <a:defRPr sz="1725" b="1">
                <a:solidFill>
                  <a:srgbClr val="8B1E2D"/>
                </a:solidFill>
              </a:defRPr>
            </a:lvl3pPr>
            <a:lvl4pPr algn="r">
              <a:defRPr sz="1725" b="1">
                <a:solidFill>
                  <a:srgbClr val="8B1E2D"/>
                </a:solidFill>
              </a:defRPr>
            </a:lvl4pPr>
            <a:lvl5pPr algn="r">
              <a:defRPr sz="1725" b="1">
                <a:solidFill>
                  <a:srgbClr val="8B1E2D"/>
                </a:solidFill>
              </a:defRPr>
            </a:lvl5pPr>
            <a:lvl6pPr algn="r">
              <a:defRPr sz="1725" b="1">
                <a:solidFill>
                  <a:srgbClr val="8B1E2D"/>
                </a:solidFill>
              </a:defRPr>
            </a:lvl6pPr>
            <a:lvl7pPr algn="r">
              <a:defRPr sz="1725" b="1">
                <a:solidFill>
                  <a:srgbClr val="8B1E2D"/>
                </a:solidFill>
              </a:defRPr>
            </a:lvl7pPr>
            <a:lvl8pPr algn="r">
              <a:defRPr sz="1725" b="1">
                <a:solidFill>
                  <a:srgbClr val="8B1E2D"/>
                </a:solidFill>
              </a:defRPr>
            </a:lvl8pPr>
            <a:lvl9pPr algn="r">
              <a:defRPr sz="1725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r">
              <a:defRPr sz="1725" b="1">
                <a:solidFill>
                  <a:srgbClr val="8B1E2D"/>
                </a:solidFill>
              </a:defRPr>
            </a:pPr>
            <a:r>
              <a:rPr sz="1725" b="1">
                <a:solidFill>
                  <a:srgbClr val="8B1E2D"/>
                </a:solidFill>
              </a:rPr>
              <a:t>measure and record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98502A-E3B6-4E95-A479-9D867DC3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52925"/>
            <a:ext cx="4667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1283F"/>
                </a:solidFill>
              </a:defRPr>
            </a:defPPr>
            <a:lvl1pPr algn="l">
              <a:defRPr sz="1425" b="0">
                <a:solidFill>
                  <a:srgbClr val="11283F"/>
                </a:solidFill>
              </a:defRPr>
            </a:lvl1pPr>
            <a:lvl2pPr algn="l">
              <a:defRPr sz="1425" b="0">
                <a:solidFill>
                  <a:srgbClr val="11283F"/>
                </a:solidFill>
              </a:defRPr>
            </a:lvl2pPr>
            <a:lvl3pPr algn="l">
              <a:defRPr sz="1425" b="0">
                <a:solidFill>
                  <a:srgbClr val="11283F"/>
                </a:solidFill>
              </a:defRPr>
            </a:lvl3pPr>
            <a:lvl4pPr algn="l">
              <a:defRPr sz="1425" b="0">
                <a:solidFill>
                  <a:srgbClr val="11283F"/>
                </a:solidFill>
              </a:defRPr>
            </a:lvl4pPr>
            <a:lvl5pPr algn="l">
              <a:defRPr sz="1425" b="0">
                <a:solidFill>
                  <a:srgbClr val="11283F"/>
                </a:solidFill>
              </a:defRPr>
            </a:lvl5pPr>
            <a:lvl6pPr algn="l">
              <a:defRPr sz="1425" b="0">
                <a:solidFill>
                  <a:srgbClr val="11283F"/>
                </a:solidFill>
              </a:defRPr>
            </a:lvl6pPr>
            <a:lvl7pPr algn="l">
              <a:defRPr sz="1425" b="0">
                <a:solidFill>
                  <a:srgbClr val="11283F"/>
                </a:solidFill>
              </a:defRPr>
            </a:lvl7pPr>
            <a:lvl8pPr algn="l">
              <a:defRPr sz="1425" b="0">
                <a:solidFill>
                  <a:srgbClr val="11283F"/>
                </a:solidFill>
              </a:defRPr>
            </a:lvl8pPr>
            <a:lvl9pPr algn="l">
              <a:defRPr sz="1425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1283F"/>
                </a:solidFill>
              </a:defRPr>
            </a:pPr>
            <a:r>
              <a:rPr sz="1425" b="0">
                <a:solidFill>
                  <a:srgbClr val="11283F"/>
                </a:solidFill>
              </a:rPr>
              <a:t>release without a push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D2144D-71DB-409C-BA54-199D23E7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67125"/>
            <a:ext cx="514350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8F5F0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2D688A-6549-4FD3-A897-7A20263C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3857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5B6873"/>
                </a:solidFill>
              </a:defRPr>
            </a:defPPr>
            <a:lvl1pPr algn="l">
              <a:defRPr sz="1425" b="1">
                <a:solidFill>
                  <a:srgbClr val="5B6873"/>
                </a:solidFill>
              </a:defRPr>
            </a:lvl1pPr>
            <a:lvl2pPr algn="l">
              <a:defRPr sz="1425" b="1">
                <a:solidFill>
                  <a:srgbClr val="5B6873"/>
                </a:solidFill>
              </a:defRPr>
            </a:lvl2pPr>
            <a:lvl3pPr algn="l">
              <a:defRPr sz="1425" b="1">
                <a:solidFill>
                  <a:srgbClr val="5B6873"/>
                </a:solidFill>
              </a:defRPr>
            </a:lvl3pPr>
            <a:lvl4pPr algn="l">
              <a:defRPr sz="1425" b="1">
                <a:solidFill>
                  <a:srgbClr val="5B6873"/>
                </a:solidFill>
              </a:defRPr>
            </a:lvl4pPr>
            <a:lvl5pPr algn="l">
              <a:defRPr sz="1425" b="1">
                <a:solidFill>
                  <a:srgbClr val="5B6873"/>
                </a:solidFill>
              </a:defRPr>
            </a:lvl5pPr>
            <a:lvl6pPr algn="l">
              <a:defRPr sz="1425" b="1">
                <a:solidFill>
                  <a:srgbClr val="5B6873"/>
                </a:solidFill>
              </a:defRPr>
            </a:lvl6pPr>
            <a:lvl7pPr algn="l">
              <a:defRPr sz="1425" b="1">
                <a:solidFill>
                  <a:srgbClr val="5B6873"/>
                </a:solidFill>
              </a:defRPr>
            </a:lvl7pPr>
            <a:lvl8pPr algn="l">
              <a:defRPr sz="1425" b="1">
                <a:solidFill>
                  <a:srgbClr val="5B6873"/>
                </a:solidFill>
              </a:defRPr>
            </a:lvl8pPr>
            <a:lvl9pPr algn="l">
              <a:defRPr sz="1425" b="1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5B6873"/>
                </a:solidFill>
              </a:defRPr>
            </a:pPr>
            <a:r>
              <a:rPr sz="1425" b="1">
                <a:solidFill>
                  <a:srgbClr val="5B6873"/>
                </a:solidFill>
              </a:rPr>
              <a:t>position zero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134FEC-1FDB-4DA8-AA33-27E1F49A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19525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725" b="1">
                <a:solidFill>
                  <a:srgbClr val="8B1E2D"/>
                </a:solidFill>
              </a:defRPr>
            </a:defPPr>
            <a:lvl1pPr algn="r">
              <a:defRPr sz="1725" b="1">
                <a:solidFill>
                  <a:srgbClr val="8B1E2D"/>
                </a:solidFill>
              </a:defRPr>
            </a:lvl1pPr>
            <a:lvl2pPr algn="r">
              <a:defRPr sz="1725" b="1">
                <a:solidFill>
                  <a:srgbClr val="8B1E2D"/>
                </a:solidFill>
              </a:defRPr>
            </a:lvl2pPr>
            <a:lvl3pPr algn="r">
              <a:defRPr sz="1725" b="1">
                <a:solidFill>
                  <a:srgbClr val="8B1E2D"/>
                </a:solidFill>
              </a:defRPr>
            </a:lvl3pPr>
            <a:lvl4pPr algn="r">
              <a:defRPr sz="1725" b="1">
                <a:solidFill>
                  <a:srgbClr val="8B1E2D"/>
                </a:solidFill>
              </a:defRPr>
            </a:lvl4pPr>
            <a:lvl5pPr algn="r">
              <a:defRPr sz="1725" b="1">
                <a:solidFill>
                  <a:srgbClr val="8B1E2D"/>
                </a:solidFill>
              </a:defRPr>
            </a:lvl5pPr>
            <a:lvl6pPr algn="r">
              <a:defRPr sz="1725" b="1">
                <a:solidFill>
                  <a:srgbClr val="8B1E2D"/>
                </a:solidFill>
              </a:defRPr>
            </a:lvl6pPr>
            <a:lvl7pPr algn="r">
              <a:defRPr sz="1725" b="1">
                <a:solidFill>
                  <a:srgbClr val="8B1E2D"/>
                </a:solidFill>
              </a:defRPr>
            </a:lvl7pPr>
            <a:lvl8pPr algn="r">
              <a:defRPr sz="1725" b="1">
                <a:solidFill>
                  <a:srgbClr val="8B1E2D"/>
                </a:solidFill>
              </a:defRPr>
            </a:lvl8pPr>
            <a:lvl9pPr algn="r">
              <a:defRPr sz="1725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r">
              <a:defRPr sz="1725" b="1">
                <a:solidFill>
                  <a:srgbClr val="8B1E2D"/>
                </a:solidFill>
              </a:defRPr>
            </a:pPr>
            <a:r>
              <a:rPr sz="1725" b="1">
                <a:solidFill>
                  <a:srgbClr val="8B1E2D"/>
                </a:solidFill>
              </a:rPr>
              <a:t>set before each run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F2FA2D-9A1C-4A55-935E-B7C7F5B3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52925"/>
            <a:ext cx="4667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1283F"/>
                </a:solidFill>
              </a:defRPr>
            </a:defPPr>
            <a:lvl1pPr algn="l">
              <a:defRPr sz="1425" b="0">
                <a:solidFill>
                  <a:srgbClr val="11283F"/>
                </a:solidFill>
              </a:defRPr>
            </a:lvl1pPr>
            <a:lvl2pPr algn="l">
              <a:defRPr sz="1425" b="0">
                <a:solidFill>
                  <a:srgbClr val="11283F"/>
                </a:solidFill>
              </a:defRPr>
            </a:lvl2pPr>
            <a:lvl3pPr algn="l">
              <a:defRPr sz="1425" b="0">
                <a:solidFill>
                  <a:srgbClr val="11283F"/>
                </a:solidFill>
              </a:defRPr>
            </a:lvl3pPr>
            <a:lvl4pPr algn="l">
              <a:defRPr sz="1425" b="0">
                <a:solidFill>
                  <a:srgbClr val="11283F"/>
                </a:solidFill>
              </a:defRPr>
            </a:lvl4pPr>
            <a:lvl5pPr algn="l">
              <a:defRPr sz="1425" b="0">
                <a:solidFill>
                  <a:srgbClr val="11283F"/>
                </a:solidFill>
              </a:defRPr>
            </a:lvl5pPr>
            <a:lvl6pPr algn="l">
              <a:defRPr sz="1425" b="0">
                <a:solidFill>
                  <a:srgbClr val="11283F"/>
                </a:solidFill>
              </a:defRPr>
            </a:lvl6pPr>
            <a:lvl7pPr algn="l">
              <a:defRPr sz="1425" b="0">
                <a:solidFill>
                  <a:srgbClr val="11283F"/>
                </a:solidFill>
              </a:defRPr>
            </a:lvl7pPr>
            <a:lvl8pPr algn="l">
              <a:defRPr sz="1425" b="0">
                <a:solidFill>
                  <a:srgbClr val="11283F"/>
                </a:solidFill>
              </a:defRPr>
            </a:lvl8pPr>
            <a:lvl9pPr algn="l">
              <a:defRPr sz="1425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1283F"/>
                </a:solidFill>
              </a:defRPr>
            </a:pPr>
            <a:r>
              <a:rPr sz="1425" b="0">
                <a:solidFill>
                  <a:srgbClr val="11283F"/>
                </a:solidFill>
              </a:rPr>
              <a:t>prevents avoidable offsets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6344BC-95CE-442E-B5FA-8692732F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5B6873"/>
                </a:solidFill>
              </a:defRPr>
            </a:defPPr>
            <a:lvl1pPr algn="r">
              <a:defRPr sz="825" b="0">
                <a:solidFill>
                  <a:srgbClr val="5B6873"/>
                </a:solidFill>
              </a:defRPr>
            </a:lvl1pPr>
            <a:lvl2pPr algn="r">
              <a:defRPr sz="825" b="0">
                <a:solidFill>
                  <a:srgbClr val="5B6873"/>
                </a:solidFill>
              </a:defRPr>
            </a:lvl2pPr>
            <a:lvl3pPr algn="r">
              <a:defRPr sz="825" b="0">
                <a:solidFill>
                  <a:srgbClr val="5B6873"/>
                </a:solidFill>
              </a:defRPr>
            </a:lvl3pPr>
            <a:lvl4pPr algn="r">
              <a:defRPr sz="825" b="0">
                <a:solidFill>
                  <a:srgbClr val="5B6873"/>
                </a:solidFill>
              </a:defRPr>
            </a:lvl4pPr>
            <a:lvl5pPr algn="r">
              <a:defRPr sz="825" b="0">
                <a:solidFill>
                  <a:srgbClr val="5B6873"/>
                </a:solidFill>
              </a:defRPr>
            </a:lvl5pPr>
            <a:lvl6pPr algn="r">
              <a:defRPr sz="825" b="0">
                <a:solidFill>
                  <a:srgbClr val="5B6873"/>
                </a:solidFill>
              </a:defRPr>
            </a:lvl6pPr>
            <a:lvl7pPr algn="r">
              <a:defRPr sz="825" b="0">
                <a:solidFill>
                  <a:srgbClr val="5B6873"/>
                </a:solidFill>
              </a:defRPr>
            </a:lvl7pPr>
            <a:lvl8pPr algn="r">
              <a:defRPr sz="825" b="0">
                <a:solidFill>
                  <a:srgbClr val="5B6873"/>
                </a:solidFill>
              </a:defRPr>
            </a:lvl8pPr>
            <a:lvl9pPr algn="r">
              <a:defRPr sz="825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5B6873"/>
                </a:solidFill>
              </a:defRPr>
            </a:pPr>
            <a:r>
              <a:rPr sz="825" b="0">
                <a:solidFill>
                  <a:srgbClr val="5B6873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82498785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ADC205-614B-4CC6-8554-FFC7B759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05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8B1E2D"/>
                </a:solidFill>
              </a:defRPr>
            </a:defPPr>
            <a:lvl1pPr algn="l">
              <a:defRPr sz="1050" b="1">
                <a:solidFill>
                  <a:srgbClr val="8B1E2D"/>
                </a:solidFill>
              </a:defRPr>
            </a:lvl1pPr>
            <a:lvl2pPr algn="l">
              <a:defRPr sz="1050" b="1">
                <a:solidFill>
                  <a:srgbClr val="8B1E2D"/>
                </a:solidFill>
              </a:defRPr>
            </a:lvl2pPr>
            <a:lvl3pPr algn="l">
              <a:defRPr sz="1050" b="1">
                <a:solidFill>
                  <a:srgbClr val="8B1E2D"/>
                </a:solidFill>
              </a:defRPr>
            </a:lvl3pPr>
            <a:lvl4pPr algn="l">
              <a:defRPr sz="1050" b="1">
                <a:solidFill>
                  <a:srgbClr val="8B1E2D"/>
                </a:solidFill>
              </a:defRPr>
            </a:lvl4pPr>
            <a:lvl5pPr algn="l">
              <a:defRPr sz="1050" b="1">
                <a:solidFill>
                  <a:srgbClr val="8B1E2D"/>
                </a:solidFill>
              </a:defRPr>
            </a:lvl5pPr>
            <a:lvl6pPr algn="l">
              <a:defRPr sz="1050" b="1">
                <a:solidFill>
                  <a:srgbClr val="8B1E2D"/>
                </a:solidFill>
              </a:defRPr>
            </a:lvl6pPr>
            <a:lvl7pPr algn="l">
              <a:defRPr sz="1050" b="1">
                <a:solidFill>
                  <a:srgbClr val="8B1E2D"/>
                </a:solidFill>
              </a:defRPr>
            </a:lvl7pPr>
            <a:lvl8pPr algn="l">
              <a:defRPr sz="1050" b="1">
                <a:solidFill>
                  <a:srgbClr val="8B1E2D"/>
                </a:solidFill>
              </a:defRPr>
            </a:lvl8pPr>
            <a:lvl9pPr algn="l">
              <a:defRPr sz="1050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8B1E2D"/>
                </a:solidFill>
              </a:defRPr>
            </a:pPr>
            <a:r>
              <a:rPr sz="1050" b="1">
                <a:solidFill>
                  <a:srgbClr val="8B1E2D"/>
                </a:solidFill>
              </a:rPr>
              <a:t>MIE 402  |  COLLECTION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DDAAC3-1524-4837-A22F-3D79A4AD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0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0">
                <a:solidFill>
                  <a:srgbClr val="5B6873"/>
                </a:solidFill>
              </a:defRPr>
            </a:defPPr>
            <a:lvl1pPr algn="r">
              <a:defRPr sz="975" b="0">
                <a:solidFill>
                  <a:srgbClr val="5B6873"/>
                </a:solidFill>
              </a:defRPr>
            </a:lvl1pPr>
            <a:lvl2pPr algn="r">
              <a:defRPr sz="975" b="0">
                <a:solidFill>
                  <a:srgbClr val="5B6873"/>
                </a:solidFill>
              </a:defRPr>
            </a:lvl2pPr>
            <a:lvl3pPr algn="r">
              <a:defRPr sz="975" b="0">
                <a:solidFill>
                  <a:srgbClr val="5B6873"/>
                </a:solidFill>
              </a:defRPr>
            </a:lvl3pPr>
            <a:lvl4pPr algn="r">
              <a:defRPr sz="975" b="0">
                <a:solidFill>
                  <a:srgbClr val="5B6873"/>
                </a:solidFill>
              </a:defRPr>
            </a:lvl4pPr>
            <a:lvl5pPr algn="r">
              <a:defRPr sz="975" b="0">
                <a:solidFill>
                  <a:srgbClr val="5B6873"/>
                </a:solidFill>
              </a:defRPr>
            </a:lvl5pPr>
            <a:lvl6pPr algn="r">
              <a:defRPr sz="975" b="0">
                <a:solidFill>
                  <a:srgbClr val="5B6873"/>
                </a:solidFill>
              </a:defRPr>
            </a:lvl6pPr>
            <a:lvl7pPr algn="r">
              <a:defRPr sz="975" b="0">
                <a:solidFill>
                  <a:srgbClr val="5B6873"/>
                </a:solidFill>
              </a:defRPr>
            </a:lvl7pPr>
            <a:lvl8pPr algn="r">
              <a:defRPr sz="975" b="0">
                <a:solidFill>
                  <a:srgbClr val="5B6873"/>
                </a:solidFill>
              </a:defRPr>
            </a:lvl8pPr>
            <a:lvl9pPr algn="r">
              <a:defRPr sz="975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5B6873"/>
                </a:solidFill>
              </a:defRPr>
            </a:pPr>
            <a:r>
              <a:rPr sz="975" b="0">
                <a:solidFill>
                  <a:srgbClr val="5B6873"/>
                </a:solidFill>
              </a:rPr>
              <a:t>42–44 min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08067B-3A33-41EE-A4BA-D9FF4AD4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11287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11111"/>
                </a:solidFill>
              </a:defRPr>
            </a:defPPr>
            <a:lvl1pPr algn="l">
              <a:defRPr sz="2325" b="1">
                <a:solidFill>
                  <a:srgbClr val="111111"/>
                </a:solidFill>
              </a:defRPr>
            </a:lvl1pPr>
            <a:lvl2pPr algn="l">
              <a:defRPr sz="2325" b="1">
                <a:solidFill>
                  <a:srgbClr val="111111"/>
                </a:solidFill>
              </a:defRPr>
            </a:lvl2pPr>
            <a:lvl3pPr algn="l">
              <a:defRPr sz="2325" b="1">
                <a:solidFill>
                  <a:srgbClr val="111111"/>
                </a:solidFill>
              </a:defRPr>
            </a:lvl3pPr>
            <a:lvl4pPr algn="l">
              <a:defRPr sz="2325" b="1">
                <a:solidFill>
                  <a:srgbClr val="111111"/>
                </a:solidFill>
              </a:defRPr>
            </a:lvl4pPr>
            <a:lvl5pPr algn="l">
              <a:defRPr sz="2325" b="1">
                <a:solidFill>
                  <a:srgbClr val="111111"/>
                </a:solidFill>
              </a:defRPr>
            </a:lvl5pPr>
            <a:lvl6pPr algn="l">
              <a:defRPr sz="2325" b="1">
                <a:solidFill>
                  <a:srgbClr val="111111"/>
                </a:solidFill>
              </a:defRPr>
            </a:lvl6pPr>
            <a:lvl7pPr algn="l">
              <a:defRPr sz="2325" b="1">
                <a:solidFill>
                  <a:srgbClr val="111111"/>
                </a:solidFill>
              </a:defRPr>
            </a:lvl7pPr>
            <a:lvl8pPr algn="l">
              <a:defRPr sz="2325" b="1">
                <a:solidFill>
                  <a:srgbClr val="111111"/>
                </a:solidFill>
              </a:defRPr>
            </a:lvl8pPr>
            <a:lvl9pPr algn="l">
              <a:defRPr sz="2325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A reliable run follows the same sequence every 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71CB2E-35D7-4DBD-9DA4-C883943E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5730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ACF558-2291-4980-928C-2B56B62F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51911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D0C04D-9F17-4FDE-9EBA-B5801202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8B1E2D"/>
          </a:solidFill>
          <a:ln xmlns:a="http://schemas.openxmlformats.org/drawingml/2006/main" w="9525">
            <a:solidFill>
              <a:srgbClr val="8B1E2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F41DC4-DE3A-4FFD-861F-F2BB8864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</a:defRPr>
            </a:defPPr>
            <a:lvl1pPr algn="ctr">
              <a:defRPr sz="1650" b="1">
                <a:solidFill>
                  <a:srgbClr val="FFFFFF"/>
                </a:solidFill>
              </a:defRPr>
            </a:lvl1pPr>
            <a:lvl2pPr algn="ctr">
              <a:defRPr sz="1650" b="1">
                <a:solidFill>
                  <a:srgbClr val="FFFFFF"/>
                </a:solidFill>
              </a:defRPr>
            </a:lvl2pPr>
            <a:lvl3pPr algn="ctr">
              <a:defRPr sz="1650" b="1">
                <a:solidFill>
                  <a:srgbClr val="FFFFFF"/>
                </a:solidFill>
              </a:defRPr>
            </a:lvl3pPr>
            <a:lvl4pPr algn="ctr">
              <a:defRPr sz="1650" b="1">
                <a:solidFill>
                  <a:srgbClr val="FFFFFF"/>
                </a:solidFill>
              </a:defRPr>
            </a:lvl4pPr>
            <a:lvl5pPr algn="ctr">
              <a:defRPr sz="1650" b="1">
                <a:solidFill>
                  <a:srgbClr val="FFFFFF"/>
                </a:solidFill>
              </a:defRPr>
            </a:lvl5pPr>
            <a:lvl6pPr algn="ctr">
              <a:defRPr sz="1650" b="1">
                <a:solidFill>
                  <a:srgbClr val="FFFFFF"/>
                </a:solidFill>
              </a:defRPr>
            </a:lvl6pPr>
            <a:lvl7pPr algn="ctr">
              <a:defRPr sz="1650" b="1">
                <a:solidFill>
                  <a:srgbClr val="FFFFFF"/>
                </a:solidFill>
              </a:defRPr>
            </a:lvl7pPr>
            <a:lvl8pPr algn="ctr">
              <a:defRPr sz="1650" b="1">
                <a:solidFill>
                  <a:srgbClr val="FFFFFF"/>
                </a:solidFill>
              </a:defRPr>
            </a:lvl8pPr>
            <a:lvl9pPr algn="ctr"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07D158-9BBD-4434-86F1-5DCC740B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66875"/>
            <a:ext cx="4191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1283F"/>
                </a:solidFill>
              </a:defRPr>
            </a:defPPr>
            <a:lvl1pPr algn="l">
              <a:defRPr sz="1425" b="0">
                <a:solidFill>
                  <a:srgbClr val="11283F"/>
                </a:solidFill>
              </a:defRPr>
            </a:lvl1pPr>
            <a:lvl2pPr algn="l">
              <a:defRPr sz="1425" b="0">
                <a:solidFill>
                  <a:srgbClr val="11283F"/>
                </a:solidFill>
              </a:defRPr>
            </a:lvl2pPr>
            <a:lvl3pPr algn="l">
              <a:defRPr sz="1425" b="0">
                <a:solidFill>
                  <a:srgbClr val="11283F"/>
                </a:solidFill>
              </a:defRPr>
            </a:lvl3pPr>
            <a:lvl4pPr algn="l">
              <a:defRPr sz="1425" b="0">
                <a:solidFill>
                  <a:srgbClr val="11283F"/>
                </a:solidFill>
              </a:defRPr>
            </a:lvl4pPr>
            <a:lvl5pPr algn="l">
              <a:defRPr sz="1425" b="0">
                <a:solidFill>
                  <a:srgbClr val="11283F"/>
                </a:solidFill>
              </a:defRPr>
            </a:lvl5pPr>
            <a:lvl6pPr algn="l">
              <a:defRPr sz="1425" b="0">
                <a:solidFill>
                  <a:srgbClr val="11283F"/>
                </a:solidFill>
              </a:defRPr>
            </a:lvl6pPr>
            <a:lvl7pPr algn="l">
              <a:defRPr sz="1425" b="0">
                <a:solidFill>
                  <a:srgbClr val="11283F"/>
                </a:solidFill>
              </a:defRPr>
            </a:lvl7pPr>
            <a:lvl8pPr algn="l">
              <a:defRPr sz="1425" b="0">
                <a:solidFill>
                  <a:srgbClr val="11283F"/>
                </a:solidFill>
              </a:defRPr>
            </a:lvl8pPr>
            <a:lvl9pPr algn="l">
              <a:defRPr sz="1425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1283F"/>
                </a:solidFill>
              </a:defRPr>
            </a:pPr>
            <a:r>
              <a:rPr sz="1425" b="0">
                <a:solidFill>
                  <a:srgbClr val="11283F"/>
                </a:solidFill>
              </a:rPr>
              <a:t>Level track and confirm clear travel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A030E8-2A45-40E0-8987-B5A86AD6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71625"/>
            <a:ext cx="51911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E890B4-51AE-4FB7-AC06-38429B8D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3355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8B1E2D"/>
          </a:solidFill>
          <a:ln xmlns:a="http://schemas.openxmlformats.org/drawingml/2006/main" w="9525">
            <a:solidFill>
              <a:srgbClr val="8B1E2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A90E34-02C2-4C1C-A413-7D89AC2B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335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</a:defRPr>
            </a:defPPr>
            <a:lvl1pPr algn="ctr">
              <a:defRPr sz="1650" b="1">
                <a:solidFill>
                  <a:srgbClr val="FFFFFF"/>
                </a:solidFill>
              </a:defRPr>
            </a:lvl1pPr>
            <a:lvl2pPr algn="ctr">
              <a:defRPr sz="1650" b="1">
                <a:solidFill>
                  <a:srgbClr val="FFFFFF"/>
                </a:solidFill>
              </a:defRPr>
            </a:lvl2pPr>
            <a:lvl3pPr algn="ctr">
              <a:defRPr sz="1650" b="1">
                <a:solidFill>
                  <a:srgbClr val="FFFFFF"/>
                </a:solidFill>
              </a:defRPr>
            </a:lvl3pPr>
            <a:lvl4pPr algn="ctr">
              <a:defRPr sz="1650" b="1">
                <a:solidFill>
                  <a:srgbClr val="FFFFFF"/>
                </a:solidFill>
              </a:defRPr>
            </a:lvl4pPr>
            <a:lvl5pPr algn="ctr">
              <a:defRPr sz="1650" b="1">
                <a:solidFill>
                  <a:srgbClr val="FFFFFF"/>
                </a:solidFill>
              </a:defRPr>
            </a:lvl5pPr>
            <a:lvl6pPr algn="ctr">
              <a:defRPr sz="1650" b="1">
                <a:solidFill>
                  <a:srgbClr val="FFFFFF"/>
                </a:solidFill>
              </a:defRPr>
            </a:lvl6pPr>
            <a:lvl7pPr algn="ctr">
              <a:defRPr sz="1650" b="1">
                <a:solidFill>
                  <a:srgbClr val="FFFFFF"/>
                </a:solidFill>
              </a:defRPr>
            </a:lvl7pPr>
            <a:lvl8pPr algn="ctr">
              <a:defRPr sz="1650" b="1">
                <a:solidFill>
                  <a:srgbClr val="FFFFFF"/>
                </a:solidFill>
              </a:defRPr>
            </a:lvl8pPr>
            <a:lvl9pPr algn="ctr"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671624-71FB-4A84-AC72-6BBC3820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66875"/>
            <a:ext cx="4191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1283F"/>
                </a:solidFill>
              </a:defRPr>
            </a:defPPr>
            <a:lvl1pPr algn="l">
              <a:defRPr sz="1425" b="0">
                <a:solidFill>
                  <a:srgbClr val="11283F"/>
                </a:solidFill>
              </a:defRPr>
            </a:lvl1pPr>
            <a:lvl2pPr algn="l">
              <a:defRPr sz="1425" b="0">
                <a:solidFill>
                  <a:srgbClr val="11283F"/>
                </a:solidFill>
              </a:defRPr>
            </a:lvl2pPr>
            <a:lvl3pPr algn="l">
              <a:defRPr sz="1425" b="0">
                <a:solidFill>
                  <a:srgbClr val="11283F"/>
                </a:solidFill>
              </a:defRPr>
            </a:lvl3pPr>
            <a:lvl4pPr algn="l">
              <a:defRPr sz="1425" b="0">
                <a:solidFill>
                  <a:srgbClr val="11283F"/>
                </a:solidFill>
              </a:defRPr>
            </a:lvl4pPr>
            <a:lvl5pPr algn="l">
              <a:defRPr sz="1425" b="0">
                <a:solidFill>
                  <a:srgbClr val="11283F"/>
                </a:solidFill>
              </a:defRPr>
            </a:lvl5pPr>
            <a:lvl6pPr algn="l">
              <a:defRPr sz="1425" b="0">
                <a:solidFill>
                  <a:srgbClr val="11283F"/>
                </a:solidFill>
              </a:defRPr>
            </a:lvl6pPr>
            <a:lvl7pPr algn="l">
              <a:defRPr sz="1425" b="0">
                <a:solidFill>
                  <a:srgbClr val="11283F"/>
                </a:solidFill>
              </a:defRPr>
            </a:lvl7pPr>
            <a:lvl8pPr algn="l">
              <a:defRPr sz="1425" b="0">
                <a:solidFill>
                  <a:srgbClr val="11283F"/>
                </a:solidFill>
              </a:defRPr>
            </a:lvl8pPr>
            <a:lvl9pPr algn="l">
              <a:defRPr sz="1425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1283F"/>
                </a:solidFill>
              </a:defRPr>
            </a:pPr>
            <a:r>
              <a:rPr sz="1425" b="0">
                <a:solidFill>
                  <a:srgbClr val="11283F"/>
                </a:solidFill>
              </a:rPr>
              <a:t>Pair the cart by serial number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BE7BAC-066E-4A3E-8A8D-7FE4C194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38425"/>
            <a:ext cx="51911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8F5F0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0661A2-E8E3-41C7-BE6C-C3A0BEFE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8B1E2D"/>
          </a:solidFill>
          <a:ln xmlns:a="http://schemas.openxmlformats.org/drawingml/2006/main" w="9525">
            <a:solidFill>
              <a:srgbClr val="8B1E2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97D0CD-AF98-4408-82B6-A6E6C69E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</a:defRPr>
            </a:defPPr>
            <a:lvl1pPr algn="ctr">
              <a:defRPr sz="1650" b="1">
                <a:solidFill>
                  <a:srgbClr val="FFFFFF"/>
                </a:solidFill>
              </a:defRPr>
            </a:lvl1pPr>
            <a:lvl2pPr algn="ctr">
              <a:defRPr sz="1650" b="1">
                <a:solidFill>
                  <a:srgbClr val="FFFFFF"/>
                </a:solidFill>
              </a:defRPr>
            </a:lvl2pPr>
            <a:lvl3pPr algn="ctr">
              <a:defRPr sz="1650" b="1">
                <a:solidFill>
                  <a:srgbClr val="FFFFFF"/>
                </a:solidFill>
              </a:defRPr>
            </a:lvl3pPr>
            <a:lvl4pPr algn="ctr">
              <a:defRPr sz="1650" b="1">
                <a:solidFill>
                  <a:srgbClr val="FFFFFF"/>
                </a:solidFill>
              </a:defRPr>
            </a:lvl4pPr>
            <a:lvl5pPr algn="ctr">
              <a:defRPr sz="1650" b="1">
                <a:solidFill>
                  <a:srgbClr val="FFFFFF"/>
                </a:solidFill>
              </a:defRPr>
            </a:lvl5pPr>
            <a:lvl6pPr algn="ctr">
              <a:defRPr sz="1650" b="1">
                <a:solidFill>
                  <a:srgbClr val="FFFFFF"/>
                </a:solidFill>
              </a:defRPr>
            </a:lvl6pPr>
            <a:lvl7pPr algn="ctr">
              <a:defRPr sz="1650" b="1">
                <a:solidFill>
                  <a:srgbClr val="FFFFFF"/>
                </a:solidFill>
              </a:defRPr>
            </a:lvl7pPr>
            <a:lvl8pPr algn="ctr">
              <a:defRPr sz="1650" b="1">
                <a:solidFill>
                  <a:srgbClr val="FFFFFF"/>
                </a:solidFill>
              </a:defRPr>
            </a:lvl8pPr>
            <a:lvl9pPr algn="ctr"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8D8D8B-2C19-49A3-B057-CABE026D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33675"/>
            <a:ext cx="4191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1283F"/>
                </a:solidFill>
              </a:defRPr>
            </a:defPPr>
            <a:lvl1pPr algn="l">
              <a:defRPr sz="1425" b="0">
                <a:solidFill>
                  <a:srgbClr val="11283F"/>
                </a:solidFill>
              </a:defRPr>
            </a:lvl1pPr>
            <a:lvl2pPr algn="l">
              <a:defRPr sz="1425" b="0">
                <a:solidFill>
                  <a:srgbClr val="11283F"/>
                </a:solidFill>
              </a:defRPr>
            </a:lvl2pPr>
            <a:lvl3pPr algn="l">
              <a:defRPr sz="1425" b="0">
                <a:solidFill>
                  <a:srgbClr val="11283F"/>
                </a:solidFill>
              </a:defRPr>
            </a:lvl3pPr>
            <a:lvl4pPr algn="l">
              <a:defRPr sz="1425" b="0">
                <a:solidFill>
                  <a:srgbClr val="11283F"/>
                </a:solidFill>
              </a:defRPr>
            </a:lvl4pPr>
            <a:lvl5pPr algn="l">
              <a:defRPr sz="1425" b="0">
                <a:solidFill>
                  <a:srgbClr val="11283F"/>
                </a:solidFill>
              </a:defRPr>
            </a:lvl5pPr>
            <a:lvl6pPr algn="l">
              <a:defRPr sz="1425" b="0">
                <a:solidFill>
                  <a:srgbClr val="11283F"/>
                </a:solidFill>
              </a:defRPr>
            </a:lvl6pPr>
            <a:lvl7pPr algn="l">
              <a:defRPr sz="1425" b="0">
                <a:solidFill>
                  <a:srgbClr val="11283F"/>
                </a:solidFill>
              </a:defRPr>
            </a:lvl7pPr>
            <a:lvl8pPr algn="l">
              <a:defRPr sz="1425" b="0">
                <a:solidFill>
                  <a:srgbClr val="11283F"/>
                </a:solidFill>
              </a:defRPr>
            </a:lvl8pPr>
            <a:lvl9pPr algn="l">
              <a:defRPr sz="1425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1283F"/>
                </a:solidFill>
              </a:defRPr>
            </a:pPr>
            <a:r>
              <a:rPr sz="1425" b="0">
                <a:solidFill>
                  <a:srgbClr val="11283F"/>
                </a:solidFill>
              </a:rPr>
              <a:t>Zero position at equilibrium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7FB3A2-90B7-4623-BDC5-4965B3C0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38425"/>
            <a:ext cx="51911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8F5F0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AE8175-D607-46AB-8947-BAF3C090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0035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8B1E2D"/>
          </a:solidFill>
          <a:ln xmlns:a="http://schemas.openxmlformats.org/drawingml/2006/main" w="9525">
            <a:solidFill>
              <a:srgbClr val="8B1E2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6A21B5-76D1-4449-BD86-F3321ACA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003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</a:defRPr>
            </a:defPPr>
            <a:lvl1pPr algn="ctr">
              <a:defRPr sz="1650" b="1">
                <a:solidFill>
                  <a:srgbClr val="FFFFFF"/>
                </a:solidFill>
              </a:defRPr>
            </a:lvl1pPr>
            <a:lvl2pPr algn="ctr">
              <a:defRPr sz="1650" b="1">
                <a:solidFill>
                  <a:srgbClr val="FFFFFF"/>
                </a:solidFill>
              </a:defRPr>
            </a:lvl2pPr>
            <a:lvl3pPr algn="ctr">
              <a:defRPr sz="1650" b="1">
                <a:solidFill>
                  <a:srgbClr val="FFFFFF"/>
                </a:solidFill>
              </a:defRPr>
            </a:lvl3pPr>
            <a:lvl4pPr algn="ctr">
              <a:defRPr sz="1650" b="1">
                <a:solidFill>
                  <a:srgbClr val="FFFFFF"/>
                </a:solidFill>
              </a:defRPr>
            </a:lvl4pPr>
            <a:lvl5pPr algn="ctr">
              <a:defRPr sz="1650" b="1">
                <a:solidFill>
                  <a:srgbClr val="FFFFFF"/>
                </a:solidFill>
              </a:defRPr>
            </a:lvl5pPr>
            <a:lvl6pPr algn="ctr">
              <a:defRPr sz="1650" b="1">
                <a:solidFill>
                  <a:srgbClr val="FFFFFF"/>
                </a:solidFill>
              </a:defRPr>
            </a:lvl6pPr>
            <a:lvl7pPr algn="ctr">
              <a:defRPr sz="1650" b="1">
                <a:solidFill>
                  <a:srgbClr val="FFFFFF"/>
                </a:solidFill>
              </a:defRPr>
            </a:lvl7pPr>
            <a:lvl8pPr algn="ctr">
              <a:defRPr sz="1650" b="1">
                <a:solidFill>
                  <a:srgbClr val="FFFFFF"/>
                </a:solidFill>
              </a:defRPr>
            </a:lvl8pPr>
            <a:lvl9pPr algn="ctr"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158FB8-A24D-4BC5-AA91-2EF2D34C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33675"/>
            <a:ext cx="4191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1283F"/>
                </a:solidFill>
              </a:defRPr>
            </a:defPPr>
            <a:lvl1pPr algn="l">
              <a:defRPr sz="1425" b="0">
                <a:solidFill>
                  <a:srgbClr val="11283F"/>
                </a:solidFill>
              </a:defRPr>
            </a:lvl1pPr>
            <a:lvl2pPr algn="l">
              <a:defRPr sz="1425" b="0">
                <a:solidFill>
                  <a:srgbClr val="11283F"/>
                </a:solidFill>
              </a:defRPr>
            </a:lvl2pPr>
            <a:lvl3pPr algn="l">
              <a:defRPr sz="1425" b="0">
                <a:solidFill>
                  <a:srgbClr val="11283F"/>
                </a:solidFill>
              </a:defRPr>
            </a:lvl3pPr>
            <a:lvl4pPr algn="l">
              <a:defRPr sz="1425" b="0">
                <a:solidFill>
                  <a:srgbClr val="11283F"/>
                </a:solidFill>
              </a:defRPr>
            </a:lvl4pPr>
            <a:lvl5pPr algn="l">
              <a:defRPr sz="1425" b="0">
                <a:solidFill>
                  <a:srgbClr val="11283F"/>
                </a:solidFill>
              </a:defRPr>
            </a:lvl5pPr>
            <a:lvl6pPr algn="l">
              <a:defRPr sz="1425" b="0">
                <a:solidFill>
                  <a:srgbClr val="11283F"/>
                </a:solidFill>
              </a:defRPr>
            </a:lvl6pPr>
            <a:lvl7pPr algn="l">
              <a:defRPr sz="1425" b="0">
                <a:solidFill>
                  <a:srgbClr val="11283F"/>
                </a:solidFill>
              </a:defRPr>
            </a:lvl7pPr>
            <a:lvl8pPr algn="l">
              <a:defRPr sz="1425" b="0">
                <a:solidFill>
                  <a:srgbClr val="11283F"/>
                </a:solidFill>
              </a:defRPr>
            </a:lvl8pPr>
            <a:lvl9pPr algn="l">
              <a:defRPr sz="1425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1283F"/>
                </a:solidFill>
              </a:defRPr>
            </a:pPr>
            <a:r>
              <a:rPr sz="1425" b="0">
                <a:solidFill>
                  <a:srgbClr val="11283F"/>
                </a:solidFill>
              </a:rPr>
              <a:t>Displace a measured distance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44D0DF-8927-45F6-B9EA-5DB68451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05225"/>
            <a:ext cx="51911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CECD37-27E9-400E-9209-CF35D6A1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8B1E2D"/>
          </a:solidFill>
          <a:ln xmlns:a="http://schemas.openxmlformats.org/drawingml/2006/main" w="9525">
            <a:solidFill>
              <a:srgbClr val="8B1E2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778D21-AFCB-4668-A04E-714180A1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</a:defRPr>
            </a:defPPr>
            <a:lvl1pPr algn="ctr">
              <a:defRPr sz="1650" b="1">
                <a:solidFill>
                  <a:srgbClr val="FFFFFF"/>
                </a:solidFill>
              </a:defRPr>
            </a:lvl1pPr>
            <a:lvl2pPr algn="ctr">
              <a:defRPr sz="1650" b="1">
                <a:solidFill>
                  <a:srgbClr val="FFFFFF"/>
                </a:solidFill>
              </a:defRPr>
            </a:lvl2pPr>
            <a:lvl3pPr algn="ctr">
              <a:defRPr sz="1650" b="1">
                <a:solidFill>
                  <a:srgbClr val="FFFFFF"/>
                </a:solidFill>
              </a:defRPr>
            </a:lvl3pPr>
            <a:lvl4pPr algn="ctr">
              <a:defRPr sz="1650" b="1">
                <a:solidFill>
                  <a:srgbClr val="FFFFFF"/>
                </a:solidFill>
              </a:defRPr>
            </a:lvl4pPr>
            <a:lvl5pPr algn="ctr">
              <a:defRPr sz="1650" b="1">
                <a:solidFill>
                  <a:srgbClr val="FFFFFF"/>
                </a:solidFill>
              </a:defRPr>
            </a:lvl5pPr>
            <a:lvl6pPr algn="ctr">
              <a:defRPr sz="1650" b="1">
                <a:solidFill>
                  <a:srgbClr val="FFFFFF"/>
                </a:solidFill>
              </a:defRPr>
            </a:lvl6pPr>
            <a:lvl7pPr algn="ctr">
              <a:defRPr sz="1650" b="1">
                <a:solidFill>
                  <a:srgbClr val="FFFFFF"/>
                </a:solidFill>
              </a:defRPr>
            </a:lvl7pPr>
            <a:lvl8pPr algn="ctr">
              <a:defRPr sz="1650" b="1">
                <a:solidFill>
                  <a:srgbClr val="FFFFFF"/>
                </a:solidFill>
              </a:defRPr>
            </a:lvl8pPr>
            <a:lvl9pPr algn="ctr"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FDC126-DFD1-4E9C-8A4B-F05A74B0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00475"/>
            <a:ext cx="4191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1283F"/>
                </a:solidFill>
              </a:defRPr>
            </a:defPPr>
            <a:lvl1pPr algn="l">
              <a:defRPr sz="1425" b="1">
                <a:solidFill>
                  <a:srgbClr val="11283F"/>
                </a:solidFill>
              </a:defRPr>
            </a:lvl1pPr>
            <a:lvl2pPr algn="l">
              <a:defRPr sz="1425" b="1">
                <a:solidFill>
                  <a:srgbClr val="11283F"/>
                </a:solidFill>
              </a:defRPr>
            </a:lvl2pPr>
            <a:lvl3pPr algn="l">
              <a:defRPr sz="1425" b="1">
                <a:solidFill>
                  <a:srgbClr val="11283F"/>
                </a:solidFill>
              </a:defRPr>
            </a:lvl3pPr>
            <a:lvl4pPr algn="l">
              <a:defRPr sz="1425" b="1">
                <a:solidFill>
                  <a:srgbClr val="11283F"/>
                </a:solidFill>
              </a:defRPr>
            </a:lvl4pPr>
            <a:lvl5pPr algn="l">
              <a:defRPr sz="1425" b="1">
                <a:solidFill>
                  <a:srgbClr val="11283F"/>
                </a:solidFill>
              </a:defRPr>
            </a:lvl5pPr>
            <a:lvl6pPr algn="l">
              <a:defRPr sz="1425" b="1">
                <a:solidFill>
                  <a:srgbClr val="11283F"/>
                </a:solidFill>
              </a:defRPr>
            </a:lvl6pPr>
            <a:lvl7pPr algn="l">
              <a:defRPr sz="1425" b="1">
                <a:solidFill>
                  <a:srgbClr val="11283F"/>
                </a:solidFill>
              </a:defRPr>
            </a:lvl7pPr>
            <a:lvl8pPr algn="l">
              <a:defRPr sz="1425" b="1">
                <a:solidFill>
                  <a:srgbClr val="11283F"/>
                </a:solidFill>
              </a:defRPr>
            </a:lvl8pPr>
            <a:lvl9pPr algn="l">
              <a:defRPr sz="1425" b="1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1283F"/>
                </a:solidFill>
              </a:defRPr>
            </a:pPr>
            <a:r>
              <a:rPr sz="1425" b="1">
                <a:solidFill>
                  <a:srgbClr val="11283F"/>
                </a:solidFill>
              </a:rPr>
              <a:t>Click Collect, then release without push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7B6411-D4B1-4849-ABCA-90F91306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05225"/>
            <a:ext cx="51911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FA516E-65C1-4A70-BA00-F5F34B0C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6715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8B1E2D"/>
          </a:solidFill>
          <a:ln xmlns:a="http://schemas.openxmlformats.org/drawingml/2006/main" w="9525">
            <a:solidFill>
              <a:srgbClr val="8B1E2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F542E9-F311-48E0-A63B-91621F5E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671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</a:defRPr>
            </a:defPPr>
            <a:lvl1pPr algn="ctr">
              <a:defRPr sz="1650" b="1">
                <a:solidFill>
                  <a:srgbClr val="FFFFFF"/>
                </a:solidFill>
              </a:defRPr>
            </a:lvl1pPr>
            <a:lvl2pPr algn="ctr">
              <a:defRPr sz="1650" b="1">
                <a:solidFill>
                  <a:srgbClr val="FFFFFF"/>
                </a:solidFill>
              </a:defRPr>
            </a:lvl2pPr>
            <a:lvl3pPr algn="ctr">
              <a:defRPr sz="1650" b="1">
                <a:solidFill>
                  <a:srgbClr val="FFFFFF"/>
                </a:solidFill>
              </a:defRPr>
            </a:lvl3pPr>
            <a:lvl4pPr algn="ctr">
              <a:defRPr sz="1650" b="1">
                <a:solidFill>
                  <a:srgbClr val="FFFFFF"/>
                </a:solidFill>
              </a:defRPr>
            </a:lvl4pPr>
            <a:lvl5pPr algn="ctr">
              <a:defRPr sz="1650" b="1">
                <a:solidFill>
                  <a:srgbClr val="FFFFFF"/>
                </a:solidFill>
              </a:defRPr>
            </a:lvl5pPr>
            <a:lvl6pPr algn="ctr">
              <a:defRPr sz="1650" b="1">
                <a:solidFill>
                  <a:srgbClr val="FFFFFF"/>
                </a:solidFill>
              </a:defRPr>
            </a:lvl6pPr>
            <a:lvl7pPr algn="ctr">
              <a:defRPr sz="1650" b="1">
                <a:solidFill>
                  <a:srgbClr val="FFFFFF"/>
                </a:solidFill>
              </a:defRPr>
            </a:lvl7pPr>
            <a:lvl8pPr algn="ctr">
              <a:defRPr sz="1650" b="1">
                <a:solidFill>
                  <a:srgbClr val="FFFFFF"/>
                </a:solidFill>
              </a:defRPr>
            </a:lvl8pPr>
            <a:lvl9pPr algn="ctr"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5430A2-E82C-4E7F-A4EB-D56A64B6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00475"/>
            <a:ext cx="4191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1283F"/>
                </a:solidFill>
              </a:defRPr>
            </a:defPPr>
            <a:lvl1pPr algn="l">
              <a:defRPr sz="1425" b="0">
                <a:solidFill>
                  <a:srgbClr val="11283F"/>
                </a:solidFill>
              </a:defRPr>
            </a:lvl1pPr>
            <a:lvl2pPr algn="l">
              <a:defRPr sz="1425" b="0">
                <a:solidFill>
                  <a:srgbClr val="11283F"/>
                </a:solidFill>
              </a:defRPr>
            </a:lvl2pPr>
            <a:lvl3pPr algn="l">
              <a:defRPr sz="1425" b="0">
                <a:solidFill>
                  <a:srgbClr val="11283F"/>
                </a:solidFill>
              </a:defRPr>
            </a:lvl3pPr>
            <a:lvl4pPr algn="l">
              <a:defRPr sz="1425" b="0">
                <a:solidFill>
                  <a:srgbClr val="11283F"/>
                </a:solidFill>
              </a:defRPr>
            </a:lvl4pPr>
            <a:lvl5pPr algn="l">
              <a:defRPr sz="1425" b="0">
                <a:solidFill>
                  <a:srgbClr val="11283F"/>
                </a:solidFill>
              </a:defRPr>
            </a:lvl5pPr>
            <a:lvl6pPr algn="l">
              <a:defRPr sz="1425" b="0">
                <a:solidFill>
                  <a:srgbClr val="11283F"/>
                </a:solidFill>
              </a:defRPr>
            </a:lvl6pPr>
            <a:lvl7pPr algn="l">
              <a:defRPr sz="1425" b="0">
                <a:solidFill>
                  <a:srgbClr val="11283F"/>
                </a:solidFill>
              </a:defRPr>
            </a:lvl7pPr>
            <a:lvl8pPr algn="l">
              <a:defRPr sz="1425" b="0">
                <a:solidFill>
                  <a:srgbClr val="11283F"/>
                </a:solidFill>
              </a:defRPr>
            </a:lvl8pPr>
            <a:lvl9pPr algn="l">
              <a:defRPr sz="1425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1283F"/>
                </a:solidFill>
              </a:defRPr>
            </a:pPr>
            <a:r>
              <a:rPr sz="1425" b="0">
                <a:solidFill>
                  <a:srgbClr val="11283F"/>
                </a:solidFill>
              </a:rPr>
              <a:t>Record until motion nearly stops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407AD0-8957-4129-80C2-1BDB2B37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72025"/>
            <a:ext cx="51911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8F5F0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B24EA4-A854-44AF-9113-6DCB2AF0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3395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8B1E2D"/>
          </a:solidFill>
          <a:ln xmlns:a="http://schemas.openxmlformats.org/drawingml/2006/main" w="9525">
            <a:solidFill>
              <a:srgbClr val="8B1E2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F86CA0-E78E-4A63-B23B-7C7E6F9B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339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</a:defRPr>
            </a:defPPr>
            <a:lvl1pPr algn="ctr">
              <a:defRPr sz="1650" b="1">
                <a:solidFill>
                  <a:srgbClr val="FFFFFF"/>
                </a:solidFill>
              </a:defRPr>
            </a:lvl1pPr>
            <a:lvl2pPr algn="ctr">
              <a:defRPr sz="1650" b="1">
                <a:solidFill>
                  <a:srgbClr val="FFFFFF"/>
                </a:solidFill>
              </a:defRPr>
            </a:lvl2pPr>
            <a:lvl3pPr algn="ctr">
              <a:defRPr sz="1650" b="1">
                <a:solidFill>
                  <a:srgbClr val="FFFFFF"/>
                </a:solidFill>
              </a:defRPr>
            </a:lvl3pPr>
            <a:lvl4pPr algn="ctr">
              <a:defRPr sz="1650" b="1">
                <a:solidFill>
                  <a:srgbClr val="FFFFFF"/>
                </a:solidFill>
              </a:defRPr>
            </a:lvl4pPr>
            <a:lvl5pPr algn="ctr">
              <a:defRPr sz="1650" b="1">
                <a:solidFill>
                  <a:srgbClr val="FFFFFF"/>
                </a:solidFill>
              </a:defRPr>
            </a:lvl5pPr>
            <a:lvl6pPr algn="ctr">
              <a:defRPr sz="1650" b="1">
                <a:solidFill>
                  <a:srgbClr val="FFFFFF"/>
                </a:solidFill>
              </a:defRPr>
            </a:lvl6pPr>
            <a:lvl7pPr algn="ctr">
              <a:defRPr sz="1650" b="1">
                <a:solidFill>
                  <a:srgbClr val="FFFFFF"/>
                </a:solidFill>
              </a:defRPr>
            </a:lvl7pPr>
            <a:lvl8pPr algn="ctr">
              <a:defRPr sz="1650" b="1">
                <a:solidFill>
                  <a:srgbClr val="FFFFFF"/>
                </a:solidFill>
              </a:defRPr>
            </a:lvl8pPr>
            <a:lvl9pPr algn="ctr"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06720B-B80E-4020-A5B5-56BC86B9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67275"/>
            <a:ext cx="4191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1283F"/>
                </a:solidFill>
              </a:defRPr>
            </a:defPPr>
            <a:lvl1pPr algn="l">
              <a:defRPr sz="1425" b="0">
                <a:solidFill>
                  <a:srgbClr val="11283F"/>
                </a:solidFill>
              </a:defRPr>
            </a:lvl1pPr>
            <a:lvl2pPr algn="l">
              <a:defRPr sz="1425" b="0">
                <a:solidFill>
                  <a:srgbClr val="11283F"/>
                </a:solidFill>
              </a:defRPr>
            </a:lvl2pPr>
            <a:lvl3pPr algn="l">
              <a:defRPr sz="1425" b="0">
                <a:solidFill>
                  <a:srgbClr val="11283F"/>
                </a:solidFill>
              </a:defRPr>
            </a:lvl3pPr>
            <a:lvl4pPr algn="l">
              <a:defRPr sz="1425" b="0">
                <a:solidFill>
                  <a:srgbClr val="11283F"/>
                </a:solidFill>
              </a:defRPr>
            </a:lvl4pPr>
            <a:lvl5pPr algn="l">
              <a:defRPr sz="1425" b="0">
                <a:solidFill>
                  <a:srgbClr val="11283F"/>
                </a:solidFill>
              </a:defRPr>
            </a:lvl5pPr>
            <a:lvl6pPr algn="l">
              <a:defRPr sz="1425" b="0">
                <a:solidFill>
                  <a:srgbClr val="11283F"/>
                </a:solidFill>
              </a:defRPr>
            </a:lvl6pPr>
            <a:lvl7pPr algn="l">
              <a:defRPr sz="1425" b="0">
                <a:solidFill>
                  <a:srgbClr val="11283F"/>
                </a:solidFill>
              </a:defRPr>
            </a:lvl7pPr>
            <a:lvl8pPr algn="l">
              <a:defRPr sz="1425" b="0">
                <a:solidFill>
                  <a:srgbClr val="11283F"/>
                </a:solidFill>
              </a:defRPr>
            </a:lvl8pPr>
            <a:lvl9pPr algn="l">
              <a:defRPr sz="1425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1283F"/>
                </a:solidFill>
              </a:defRPr>
            </a:pPr>
            <a:r>
              <a:rPr sz="1425" b="0">
                <a:solidFill>
                  <a:srgbClr val="11283F"/>
                </a:solidFill>
              </a:rPr>
              <a:t>Export CSV with a descriptive file name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1EF822-7824-4D20-BEFC-639E6B02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72025"/>
            <a:ext cx="51911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8F5F0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9E7701-404C-410F-9E92-5422F48C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3395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8B1E2D"/>
          </a:solidFill>
          <a:ln xmlns:a="http://schemas.openxmlformats.org/drawingml/2006/main" w="9525">
            <a:solidFill>
              <a:srgbClr val="8B1E2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15DE9F-9AAA-4BEC-8234-F6118AD2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339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</a:defRPr>
            </a:defPPr>
            <a:lvl1pPr algn="ctr">
              <a:defRPr sz="1650" b="1">
                <a:solidFill>
                  <a:srgbClr val="FFFFFF"/>
                </a:solidFill>
              </a:defRPr>
            </a:lvl1pPr>
            <a:lvl2pPr algn="ctr">
              <a:defRPr sz="1650" b="1">
                <a:solidFill>
                  <a:srgbClr val="FFFFFF"/>
                </a:solidFill>
              </a:defRPr>
            </a:lvl2pPr>
            <a:lvl3pPr algn="ctr">
              <a:defRPr sz="1650" b="1">
                <a:solidFill>
                  <a:srgbClr val="FFFFFF"/>
                </a:solidFill>
              </a:defRPr>
            </a:lvl3pPr>
            <a:lvl4pPr algn="ctr">
              <a:defRPr sz="1650" b="1">
                <a:solidFill>
                  <a:srgbClr val="FFFFFF"/>
                </a:solidFill>
              </a:defRPr>
            </a:lvl4pPr>
            <a:lvl5pPr algn="ctr">
              <a:defRPr sz="1650" b="1">
                <a:solidFill>
                  <a:srgbClr val="FFFFFF"/>
                </a:solidFill>
              </a:defRPr>
            </a:lvl5pPr>
            <a:lvl6pPr algn="ctr">
              <a:defRPr sz="1650" b="1">
                <a:solidFill>
                  <a:srgbClr val="FFFFFF"/>
                </a:solidFill>
              </a:defRPr>
            </a:lvl6pPr>
            <a:lvl7pPr algn="ctr">
              <a:defRPr sz="1650" b="1">
                <a:solidFill>
                  <a:srgbClr val="FFFFFF"/>
                </a:solidFill>
              </a:defRPr>
            </a:lvl7pPr>
            <a:lvl8pPr algn="ctr">
              <a:defRPr sz="1650" b="1">
                <a:solidFill>
                  <a:srgbClr val="FFFFFF"/>
                </a:solidFill>
              </a:defRPr>
            </a:lvl8pPr>
            <a:lvl9pPr algn="ctr"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0C32D4-DE01-4CF3-977F-293338A1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67275"/>
            <a:ext cx="4191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1283F"/>
                </a:solidFill>
              </a:defRPr>
            </a:defPPr>
            <a:lvl1pPr algn="l">
              <a:defRPr sz="1425" b="0">
                <a:solidFill>
                  <a:srgbClr val="11283F"/>
                </a:solidFill>
              </a:defRPr>
            </a:lvl1pPr>
            <a:lvl2pPr algn="l">
              <a:defRPr sz="1425" b="0">
                <a:solidFill>
                  <a:srgbClr val="11283F"/>
                </a:solidFill>
              </a:defRPr>
            </a:lvl2pPr>
            <a:lvl3pPr algn="l">
              <a:defRPr sz="1425" b="0">
                <a:solidFill>
                  <a:srgbClr val="11283F"/>
                </a:solidFill>
              </a:defRPr>
            </a:lvl3pPr>
            <a:lvl4pPr algn="l">
              <a:defRPr sz="1425" b="0">
                <a:solidFill>
                  <a:srgbClr val="11283F"/>
                </a:solidFill>
              </a:defRPr>
            </a:lvl4pPr>
            <a:lvl5pPr algn="l">
              <a:defRPr sz="1425" b="0">
                <a:solidFill>
                  <a:srgbClr val="11283F"/>
                </a:solidFill>
              </a:defRPr>
            </a:lvl5pPr>
            <a:lvl6pPr algn="l">
              <a:defRPr sz="1425" b="0">
                <a:solidFill>
                  <a:srgbClr val="11283F"/>
                </a:solidFill>
              </a:defRPr>
            </a:lvl6pPr>
            <a:lvl7pPr algn="l">
              <a:defRPr sz="1425" b="0">
                <a:solidFill>
                  <a:srgbClr val="11283F"/>
                </a:solidFill>
              </a:defRPr>
            </a:lvl7pPr>
            <a:lvl8pPr algn="l">
              <a:defRPr sz="1425" b="0">
                <a:solidFill>
                  <a:srgbClr val="11283F"/>
                </a:solidFill>
              </a:defRPr>
            </a:lvl8pPr>
            <a:lvl9pPr algn="l">
              <a:defRPr sz="1425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1283F"/>
                </a:solidFill>
              </a:defRPr>
            </a:pPr>
            <a:r>
              <a:rPr sz="1425" b="0">
                <a:solidFill>
                  <a:srgbClr val="11283F"/>
                </a:solidFill>
              </a:rPr>
              <a:t>Plot immediately and repeat if needed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B86706-EA42-4EF4-9954-2437C080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5B6873"/>
                </a:solidFill>
              </a:defRPr>
            </a:defPPr>
            <a:lvl1pPr algn="r">
              <a:defRPr sz="825" b="0">
                <a:solidFill>
                  <a:srgbClr val="5B6873"/>
                </a:solidFill>
              </a:defRPr>
            </a:lvl1pPr>
            <a:lvl2pPr algn="r">
              <a:defRPr sz="825" b="0">
                <a:solidFill>
                  <a:srgbClr val="5B6873"/>
                </a:solidFill>
              </a:defRPr>
            </a:lvl2pPr>
            <a:lvl3pPr algn="r">
              <a:defRPr sz="825" b="0">
                <a:solidFill>
                  <a:srgbClr val="5B6873"/>
                </a:solidFill>
              </a:defRPr>
            </a:lvl3pPr>
            <a:lvl4pPr algn="r">
              <a:defRPr sz="825" b="0">
                <a:solidFill>
                  <a:srgbClr val="5B6873"/>
                </a:solidFill>
              </a:defRPr>
            </a:lvl4pPr>
            <a:lvl5pPr algn="r">
              <a:defRPr sz="825" b="0">
                <a:solidFill>
                  <a:srgbClr val="5B6873"/>
                </a:solidFill>
              </a:defRPr>
            </a:lvl5pPr>
            <a:lvl6pPr algn="r">
              <a:defRPr sz="825" b="0">
                <a:solidFill>
                  <a:srgbClr val="5B6873"/>
                </a:solidFill>
              </a:defRPr>
            </a:lvl6pPr>
            <a:lvl7pPr algn="r">
              <a:defRPr sz="825" b="0">
                <a:solidFill>
                  <a:srgbClr val="5B6873"/>
                </a:solidFill>
              </a:defRPr>
            </a:lvl7pPr>
            <a:lvl8pPr algn="r">
              <a:defRPr sz="825" b="0">
                <a:solidFill>
                  <a:srgbClr val="5B6873"/>
                </a:solidFill>
              </a:defRPr>
            </a:lvl8pPr>
            <a:lvl9pPr algn="r">
              <a:defRPr sz="825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5B6873"/>
                </a:solidFill>
              </a:defRPr>
            </a:pPr>
            <a:r>
              <a:rPr sz="825" b="0">
                <a:solidFill>
                  <a:srgbClr val="5B6873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3186945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247A68-28F7-4741-8F3E-8F07F1EA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05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8B1E2D"/>
                </a:solidFill>
              </a:defRPr>
            </a:defPPr>
            <a:lvl1pPr algn="l">
              <a:defRPr sz="1050" b="1">
                <a:solidFill>
                  <a:srgbClr val="8B1E2D"/>
                </a:solidFill>
              </a:defRPr>
            </a:lvl1pPr>
            <a:lvl2pPr algn="l">
              <a:defRPr sz="1050" b="1">
                <a:solidFill>
                  <a:srgbClr val="8B1E2D"/>
                </a:solidFill>
              </a:defRPr>
            </a:lvl2pPr>
            <a:lvl3pPr algn="l">
              <a:defRPr sz="1050" b="1">
                <a:solidFill>
                  <a:srgbClr val="8B1E2D"/>
                </a:solidFill>
              </a:defRPr>
            </a:lvl3pPr>
            <a:lvl4pPr algn="l">
              <a:defRPr sz="1050" b="1">
                <a:solidFill>
                  <a:srgbClr val="8B1E2D"/>
                </a:solidFill>
              </a:defRPr>
            </a:lvl4pPr>
            <a:lvl5pPr algn="l">
              <a:defRPr sz="1050" b="1">
                <a:solidFill>
                  <a:srgbClr val="8B1E2D"/>
                </a:solidFill>
              </a:defRPr>
            </a:lvl5pPr>
            <a:lvl6pPr algn="l">
              <a:defRPr sz="1050" b="1">
                <a:solidFill>
                  <a:srgbClr val="8B1E2D"/>
                </a:solidFill>
              </a:defRPr>
            </a:lvl6pPr>
            <a:lvl7pPr algn="l">
              <a:defRPr sz="1050" b="1">
                <a:solidFill>
                  <a:srgbClr val="8B1E2D"/>
                </a:solidFill>
              </a:defRPr>
            </a:lvl7pPr>
            <a:lvl8pPr algn="l">
              <a:defRPr sz="1050" b="1">
                <a:solidFill>
                  <a:srgbClr val="8B1E2D"/>
                </a:solidFill>
              </a:defRPr>
            </a:lvl8pPr>
            <a:lvl9pPr algn="l">
              <a:defRPr sz="1050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8B1E2D"/>
                </a:solidFill>
              </a:defRPr>
            </a:pPr>
            <a:r>
              <a:rPr sz="1050" b="1">
                <a:solidFill>
                  <a:srgbClr val="8B1E2D"/>
                </a:solidFill>
              </a:rPr>
              <a:t>MIE 402  |  DATA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91FDE7-4740-4025-B955-A5996F97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0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0">
                <a:solidFill>
                  <a:srgbClr val="5B6873"/>
                </a:solidFill>
              </a:defRPr>
            </a:defPPr>
            <a:lvl1pPr algn="r">
              <a:defRPr sz="975" b="0">
                <a:solidFill>
                  <a:srgbClr val="5B6873"/>
                </a:solidFill>
              </a:defRPr>
            </a:lvl1pPr>
            <a:lvl2pPr algn="r">
              <a:defRPr sz="975" b="0">
                <a:solidFill>
                  <a:srgbClr val="5B6873"/>
                </a:solidFill>
              </a:defRPr>
            </a:lvl2pPr>
            <a:lvl3pPr algn="r">
              <a:defRPr sz="975" b="0">
                <a:solidFill>
                  <a:srgbClr val="5B6873"/>
                </a:solidFill>
              </a:defRPr>
            </a:lvl3pPr>
            <a:lvl4pPr algn="r">
              <a:defRPr sz="975" b="0">
                <a:solidFill>
                  <a:srgbClr val="5B6873"/>
                </a:solidFill>
              </a:defRPr>
            </a:lvl4pPr>
            <a:lvl5pPr algn="r">
              <a:defRPr sz="975" b="0">
                <a:solidFill>
                  <a:srgbClr val="5B6873"/>
                </a:solidFill>
              </a:defRPr>
            </a:lvl5pPr>
            <a:lvl6pPr algn="r">
              <a:defRPr sz="975" b="0">
                <a:solidFill>
                  <a:srgbClr val="5B6873"/>
                </a:solidFill>
              </a:defRPr>
            </a:lvl6pPr>
            <a:lvl7pPr algn="r">
              <a:defRPr sz="975" b="0">
                <a:solidFill>
                  <a:srgbClr val="5B6873"/>
                </a:solidFill>
              </a:defRPr>
            </a:lvl7pPr>
            <a:lvl8pPr algn="r">
              <a:defRPr sz="975" b="0">
                <a:solidFill>
                  <a:srgbClr val="5B6873"/>
                </a:solidFill>
              </a:defRPr>
            </a:lvl8pPr>
            <a:lvl9pPr algn="r">
              <a:defRPr sz="975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5B6873"/>
                </a:solidFill>
              </a:defRPr>
            </a:pPr>
            <a:r>
              <a:rPr sz="975" b="0">
                <a:solidFill>
                  <a:srgbClr val="5B6873"/>
                </a:solidFill>
              </a:rPr>
              <a:t>44–46 min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086013-41FA-47E2-8519-9D7D0DE6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11287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11111"/>
                </a:solidFill>
              </a:defRPr>
            </a:defPPr>
            <a:lvl1pPr algn="l">
              <a:defRPr sz="2325" b="1">
                <a:solidFill>
                  <a:srgbClr val="111111"/>
                </a:solidFill>
              </a:defRPr>
            </a:lvl1pPr>
            <a:lvl2pPr algn="l">
              <a:defRPr sz="2325" b="1">
                <a:solidFill>
                  <a:srgbClr val="111111"/>
                </a:solidFill>
              </a:defRPr>
            </a:lvl2pPr>
            <a:lvl3pPr algn="l">
              <a:defRPr sz="2325" b="1">
                <a:solidFill>
                  <a:srgbClr val="111111"/>
                </a:solidFill>
              </a:defRPr>
            </a:lvl3pPr>
            <a:lvl4pPr algn="l">
              <a:defRPr sz="2325" b="1">
                <a:solidFill>
                  <a:srgbClr val="111111"/>
                </a:solidFill>
              </a:defRPr>
            </a:lvl4pPr>
            <a:lvl5pPr algn="l">
              <a:defRPr sz="2325" b="1">
                <a:solidFill>
                  <a:srgbClr val="111111"/>
                </a:solidFill>
              </a:defRPr>
            </a:lvl5pPr>
            <a:lvl6pPr algn="l">
              <a:defRPr sz="2325" b="1">
                <a:solidFill>
                  <a:srgbClr val="111111"/>
                </a:solidFill>
              </a:defRPr>
            </a:lvl6pPr>
            <a:lvl7pPr algn="l">
              <a:defRPr sz="2325" b="1">
                <a:solidFill>
                  <a:srgbClr val="111111"/>
                </a:solidFill>
              </a:defRPr>
            </a:lvl7pPr>
            <a:lvl8pPr algn="l">
              <a:defRPr sz="2325" b="1">
                <a:solidFill>
                  <a:srgbClr val="111111"/>
                </a:solidFill>
              </a:defRPr>
            </a:lvl8pPr>
            <a:lvl9pPr algn="l">
              <a:defRPr sz="2325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The analysis code produces four pieces of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E5A167-A303-450F-BE7B-E8983E36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5730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A9DCA2-757D-488C-ADAE-9027C51B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2524125" cy="2857500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F8F5F0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2EC290-E3ED-4356-963A-6A852F84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00250"/>
            <a:ext cx="7048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8B1E2D"/>
          </a:solidFill>
          <a:ln xmlns:a="http://schemas.openxmlformats.org/drawingml/2006/main" w="9525">
            <a:solidFill>
              <a:srgbClr val="8B1E2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6D018D-89F2-4462-8E74-A3529751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00250"/>
            <a:ext cx="70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</a:defRPr>
            </a:defPPr>
            <a:lvl1pPr algn="ctr">
              <a:defRPr sz="2100" b="1">
                <a:solidFill>
                  <a:srgbClr val="FFFFFF"/>
                </a:solidFill>
              </a:defRPr>
            </a:lvl1pPr>
            <a:lvl2pPr algn="ctr">
              <a:defRPr sz="2100" b="1">
                <a:solidFill>
                  <a:srgbClr val="FFFFFF"/>
                </a:solidFill>
              </a:defRPr>
            </a:lvl2pPr>
            <a:lvl3pPr algn="ctr">
              <a:defRPr sz="2100" b="1">
                <a:solidFill>
                  <a:srgbClr val="FFFFFF"/>
                </a:solidFill>
              </a:defRPr>
            </a:lvl3pPr>
            <a:lvl4pPr algn="ctr">
              <a:defRPr sz="2100" b="1">
                <a:solidFill>
                  <a:srgbClr val="FFFFFF"/>
                </a:solidFill>
              </a:defRPr>
            </a:lvl4pPr>
            <a:lvl5pPr algn="ctr">
              <a:defRPr sz="2100" b="1">
                <a:solidFill>
                  <a:srgbClr val="FFFFFF"/>
                </a:solidFill>
              </a:defRPr>
            </a:lvl5pPr>
            <a:lvl6pPr algn="ctr">
              <a:defRPr sz="2100" b="1">
                <a:solidFill>
                  <a:srgbClr val="FFFFFF"/>
                </a:solidFill>
              </a:defRPr>
            </a:lvl6pPr>
            <a:lvl7pPr algn="ctr">
              <a:defRPr sz="2100" b="1">
                <a:solidFill>
                  <a:srgbClr val="FFFFFF"/>
                </a:solidFill>
              </a:defRPr>
            </a:lvl7pPr>
            <a:lvl8pPr algn="ctr">
              <a:defRPr sz="2100" b="1">
                <a:solidFill>
                  <a:srgbClr val="FFFFFF"/>
                </a:solidFill>
              </a:defRPr>
            </a:lvl8pPr>
            <a:lvl9pPr algn="ctr">
              <a:defRPr sz="21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17ADD1-0C1A-4062-8BDD-F52D1743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05125"/>
            <a:ext cx="2181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1283F"/>
                </a:solidFill>
              </a:defRPr>
            </a:defPPr>
            <a:lvl1pPr algn="ctr">
              <a:defRPr sz="1650" b="1">
                <a:solidFill>
                  <a:srgbClr val="11283F"/>
                </a:solidFill>
              </a:defRPr>
            </a:lvl1pPr>
            <a:lvl2pPr algn="ctr">
              <a:defRPr sz="1650" b="1">
                <a:solidFill>
                  <a:srgbClr val="11283F"/>
                </a:solidFill>
              </a:defRPr>
            </a:lvl2pPr>
            <a:lvl3pPr algn="ctr">
              <a:defRPr sz="1650" b="1">
                <a:solidFill>
                  <a:srgbClr val="11283F"/>
                </a:solidFill>
              </a:defRPr>
            </a:lvl3pPr>
            <a:lvl4pPr algn="ctr">
              <a:defRPr sz="1650" b="1">
                <a:solidFill>
                  <a:srgbClr val="11283F"/>
                </a:solidFill>
              </a:defRPr>
            </a:lvl4pPr>
            <a:lvl5pPr algn="ctr">
              <a:defRPr sz="1650" b="1">
                <a:solidFill>
                  <a:srgbClr val="11283F"/>
                </a:solidFill>
              </a:defRPr>
            </a:lvl5pPr>
            <a:lvl6pPr algn="ctr">
              <a:defRPr sz="1650" b="1">
                <a:solidFill>
                  <a:srgbClr val="11283F"/>
                </a:solidFill>
              </a:defRPr>
            </a:lvl6pPr>
            <a:lvl7pPr algn="ctr">
              <a:defRPr sz="1650" b="1">
                <a:solidFill>
                  <a:srgbClr val="11283F"/>
                </a:solidFill>
              </a:defRPr>
            </a:lvl7pPr>
            <a:lvl8pPr algn="ctr">
              <a:defRPr sz="1650" b="1">
                <a:solidFill>
                  <a:srgbClr val="11283F"/>
                </a:solidFill>
              </a:defRPr>
            </a:lvl8pPr>
            <a:lvl9pPr algn="ctr">
              <a:defRPr sz="1650" b="1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1283F"/>
                </a:solidFill>
              </a:defRPr>
            </a:pPr>
            <a:r>
              <a:rPr sz="1650" b="1">
                <a:solidFill>
                  <a:srgbClr val="11283F"/>
                </a:solidFill>
              </a:rPr>
              <a:t>clean x(t)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D10970-250B-44AA-9473-AA2D983C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76625"/>
            <a:ext cx="204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5B6873"/>
                </a:solidFill>
              </a:defRPr>
            </a:defPPr>
            <a:lvl1pPr algn="ctr">
              <a:defRPr sz="1350" b="0">
                <a:solidFill>
                  <a:srgbClr val="5B6873"/>
                </a:solidFill>
              </a:defRPr>
            </a:lvl1pPr>
            <a:lvl2pPr algn="ctr">
              <a:defRPr sz="1350" b="0">
                <a:solidFill>
                  <a:srgbClr val="5B6873"/>
                </a:solidFill>
              </a:defRPr>
            </a:lvl2pPr>
            <a:lvl3pPr algn="ctr">
              <a:defRPr sz="1350" b="0">
                <a:solidFill>
                  <a:srgbClr val="5B6873"/>
                </a:solidFill>
              </a:defRPr>
            </a:lvl3pPr>
            <a:lvl4pPr algn="ctr">
              <a:defRPr sz="1350" b="0">
                <a:solidFill>
                  <a:srgbClr val="5B6873"/>
                </a:solidFill>
              </a:defRPr>
            </a:lvl4pPr>
            <a:lvl5pPr algn="ctr">
              <a:defRPr sz="1350" b="0">
                <a:solidFill>
                  <a:srgbClr val="5B6873"/>
                </a:solidFill>
              </a:defRPr>
            </a:lvl5pPr>
            <a:lvl6pPr algn="ctr">
              <a:defRPr sz="1350" b="0">
                <a:solidFill>
                  <a:srgbClr val="5B6873"/>
                </a:solidFill>
              </a:defRPr>
            </a:lvl6pPr>
            <a:lvl7pPr algn="ctr">
              <a:defRPr sz="1350" b="0">
                <a:solidFill>
                  <a:srgbClr val="5B6873"/>
                </a:solidFill>
              </a:defRPr>
            </a:lvl7pPr>
            <a:lvl8pPr algn="ctr">
              <a:defRPr sz="1350" b="0">
                <a:solidFill>
                  <a:srgbClr val="5B6873"/>
                </a:solidFill>
              </a:defRPr>
            </a:lvl8pPr>
            <a:lvl9pPr algn="ctr">
              <a:defRPr sz="1350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B6873"/>
                </a:solidFill>
              </a:defRPr>
            </a:pPr>
            <a:r>
              <a:rPr sz="1350" b="0">
                <a:solidFill>
                  <a:srgbClr val="5B6873"/>
                </a:solidFill>
              </a:rPr>
              <a:t>remove offset and inspect drift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67CFC8-9DED-4C6F-A05C-EFB5B469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809750"/>
            <a:ext cx="2524125" cy="2857500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F8F5F0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83BA82-4649-4929-9CA6-CEDF000F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00250"/>
            <a:ext cx="7048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8B1E2D"/>
          </a:solidFill>
          <a:ln xmlns:a="http://schemas.openxmlformats.org/drawingml/2006/main" w="9525">
            <a:solidFill>
              <a:srgbClr val="8B1E2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A6F4F1-29EF-464D-91E9-1A5BF7D3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00250"/>
            <a:ext cx="70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</a:defRPr>
            </a:defPPr>
            <a:lvl1pPr algn="ctr">
              <a:defRPr sz="2100" b="1">
                <a:solidFill>
                  <a:srgbClr val="FFFFFF"/>
                </a:solidFill>
              </a:defRPr>
            </a:lvl1pPr>
            <a:lvl2pPr algn="ctr">
              <a:defRPr sz="2100" b="1">
                <a:solidFill>
                  <a:srgbClr val="FFFFFF"/>
                </a:solidFill>
              </a:defRPr>
            </a:lvl2pPr>
            <a:lvl3pPr algn="ctr">
              <a:defRPr sz="2100" b="1">
                <a:solidFill>
                  <a:srgbClr val="FFFFFF"/>
                </a:solidFill>
              </a:defRPr>
            </a:lvl3pPr>
            <a:lvl4pPr algn="ctr">
              <a:defRPr sz="2100" b="1">
                <a:solidFill>
                  <a:srgbClr val="FFFFFF"/>
                </a:solidFill>
              </a:defRPr>
            </a:lvl4pPr>
            <a:lvl5pPr algn="ctr">
              <a:defRPr sz="2100" b="1">
                <a:solidFill>
                  <a:srgbClr val="FFFFFF"/>
                </a:solidFill>
              </a:defRPr>
            </a:lvl5pPr>
            <a:lvl6pPr algn="ctr">
              <a:defRPr sz="2100" b="1">
                <a:solidFill>
                  <a:srgbClr val="FFFFFF"/>
                </a:solidFill>
              </a:defRPr>
            </a:lvl6pPr>
            <a:lvl7pPr algn="ctr">
              <a:defRPr sz="2100" b="1">
                <a:solidFill>
                  <a:srgbClr val="FFFFFF"/>
                </a:solidFill>
              </a:defRPr>
            </a:lvl7pPr>
            <a:lvl8pPr algn="ctr">
              <a:defRPr sz="2100" b="1">
                <a:solidFill>
                  <a:srgbClr val="FFFFFF"/>
                </a:solidFill>
              </a:defRPr>
            </a:lvl8pPr>
            <a:lvl9pPr algn="ctr">
              <a:defRPr sz="21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94E934-CBA0-4336-A1D1-2A34775C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905125"/>
            <a:ext cx="2181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1283F"/>
                </a:solidFill>
              </a:defRPr>
            </a:defPPr>
            <a:lvl1pPr algn="ctr">
              <a:defRPr sz="1650" b="1">
                <a:solidFill>
                  <a:srgbClr val="11283F"/>
                </a:solidFill>
              </a:defRPr>
            </a:lvl1pPr>
            <a:lvl2pPr algn="ctr">
              <a:defRPr sz="1650" b="1">
                <a:solidFill>
                  <a:srgbClr val="11283F"/>
                </a:solidFill>
              </a:defRPr>
            </a:lvl2pPr>
            <a:lvl3pPr algn="ctr">
              <a:defRPr sz="1650" b="1">
                <a:solidFill>
                  <a:srgbClr val="11283F"/>
                </a:solidFill>
              </a:defRPr>
            </a:lvl3pPr>
            <a:lvl4pPr algn="ctr">
              <a:defRPr sz="1650" b="1">
                <a:solidFill>
                  <a:srgbClr val="11283F"/>
                </a:solidFill>
              </a:defRPr>
            </a:lvl4pPr>
            <a:lvl5pPr algn="ctr">
              <a:defRPr sz="1650" b="1">
                <a:solidFill>
                  <a:srgbClr val="11283F"/>
                </a:solidFill>
              </a:defRPr>
            </a:lvl5pPr>
            <a:lvl6pPr algn="ctr">
              <a:defRPr sz="1650" b="1">
                <a:solidFill>
                  <a:srgbClr val="11283F"/>
                </a:solidFill>
              </a:defRPr>
            </a:lvl6pPr>
            <a:lvl7pPr algn="ctr">
              <a:defRPr sz="1650" b="1">
                <a:solidFill>
                  <a:srgbClr val="11283F"/>
                </a:solidFill>
              </a:defRPr>
            </a:lvl7pPr>
            <a:lvl8pPr algn="ctr">
              <a:defRPr sz="1650" b="1">
                <a:solidFill>
                  <a:srgbClr val="11283F"/>
                </a:solidFill>
              </a:defRPr>
            </a:lvl8pPr>
            <a:lvl9pPr algn="ctr">
              <a:defRPr sz="1650" b="1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1283F"/>
                </a:solidFill>
              </a:defRPr>
            </a:pPr>
            <a:r>
              <a:rPr sz="1650" b="1">
                <a:solidFill>
                  <a:srgbClr val="11283F"/>
                </a:solidFill>
              </a:rPr>
              <a:t>peak table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3BEF47-751C-400F-AB1E-87C57079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76625"/>
            <a:ext cx="204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5B6873"/>
                </a:solidFill>
              </a:defRPr>
            </a:defPPr>
            <a:lvl1pPr algn="ctr">
              <a:defRPr sz="1350" b="0">
                <a:solidFill>
                  <a:srgbClr val="5B6873"/>
                </a:solidFill>
              </a:defRPr>
            </a:lvl1pPr>
            <a:lvl2pPr algn="ctr">
              <a:defRPr sz="1350" b="0">
                <a:solidFill>
                  <a:srgbClr val="5B6873"/>
                </a:solidFill>
              </a:defRPr>
            </a:lvl2pPr>
            <a:lvl3pPr algn="ctr">
              <a:defRPr sz="1350" b="0">
                <a:solidFill>
                  <a:srgbClr val="5B6873"/>
                </a:solidFill>
              </a:defRPr>
            </a:lvl3pPr>
            <a:lvl4pPr algn="ctr">
              <a:defRPr sz="1350" b="0">
                <a:solidFill>
                  <a:srgbClr val="5B6873"/>
                </a:solidFill>
              </a:defRPr>
            </a:lvl4pPr>
            <a:lvl5pPr algn="ctr">
              <a:defRPr sz="1350" b="0">
                <a:solidFill>
                  <a:srgbClr val="5B6873"/>
                </a:solidFill>
              </a:defRPr>
            </a:lvl5pPr>
            <a:lvl6pPr algn="ctr">
              <a:defRPr sz="1350" b="0">
                <a:solidFill>
                  <a:srgbClr val="5B6873"/>
                </a:solidFill>
              </a:defRPr>
            </a:lvl6pPr>
            <a:lvl7pPr algn="ctr">
              <a:defRPr sz="1350" b="0">
                <a:solidFill>
                  <a:srgbClr val="5B6873"/>
                </a:solidFill>
              </a:defRPr>
            </a:lvl7pPr>
            <a:lvl8pPr algn="ctr">
              <a:defRPr sz="1350" b="0">
                <a:solidFill>
                  <a:srgbClr val="5B6873"/>
                </a:solidFill>
              </a:defRPr>
            </a:lvl8pPr>
            <a:lvl9pPr algn="ctr">
              <a:defRPr sz="1350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B6873"/>
                </a:solidFill>
              </a:defRPr>
            </a:pPr>
            <a:r>
              <a:rPr sz="1350" b="0">
                <a:solidFill>
                  <a:srgbClr val="5B6873"/>
                </a:solidFill>
              </a:rPr>
              <a:t>times, amplitudes, and cycle spacing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FDC28E-A2EA-486F-B131-39183207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2524125" cy="2857500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F8F5F0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3ECC8F-715F-4952-9F50-8A9973F4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000250"/>
            <a:ext cx="7048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8B1E2D"/>
          </a:solidFill>
          <a:ln xmlns:a="http://schemas.openxmlformats.org/drawingml/2006/main" w="9525">
            <a:solidFill>
              <a:srgbClr val="8B1E2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98DFF0-7912-42E0-9CDB-A5DB26E2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000250"/>
            <a:ext cx="70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</a:defRPr>
            </a:defPPr>
            <a:lvl1pPr algn="ctr">
              <a:defRPr sz="2100" b="1">
                <a:solidFill>
                  <a:srgbClr val="FFFFFF"/>
                </a:solidFill>
              </a:defRPr>
            </a:lvl1pPr>
            <a:lvl2pPr algn="ctr">
              <a:defRPr sz="2100" b="1">
                <a:solidFill>
                  <a:srgbClr val="FFFFFF"/>
                </a:solidFill>
              </a:defRPr>
            </a:lvl2pPr>
            <a:lvl3pPr algn="ctr">
              <a:defRPr sz="2100" b="1">
                <a:solidFill>
                  <a:srgbClr val="FFFFFF"/>
                </a:solidFill>
              </a:defRPr>
            </a:lvl3pPr>
            <a:lvl4pPr algn="ctr">
              <a:defRPr sz="2100" b="1">
                <a:solidFill>
                  <a:srgbClr val="FFFFFF"/>
                </a:solidFill>
              </a:defRPr>
            </a:lvl4pPr>
            <a:lvl5pPr algn="ctr">
              <a:defRPr sz="2100" b="1">
                <a:solidFill>
                  <a:srgbClr val="FFFFFF"/>
                </a:solidFill>
              </a:defRPr>
            </a:lvl5pPr>
            <a:lvl6pPr algn="ctr">
              <a:defRPr sz="2100" b="1">
                <a:solidFill>
                  <a:srgbClr val="FFFFFF"/>
                </a:solidFill>
              </a:defRPr>
            </a:lvl6pPr>
            <a:lvl7pPr algn="ctr">
              <a:defRPr sz="2100" b="1">
                <a:solidFill>
                  <a:srgbClr val="FFFFFF"/>
                </a:solidFill>
              </a:defRPr>
            </a:lvl7pPr>
            <a:lvl8pPr algn="ctr">
              <a:defRPr sz="2100" b="1">
                <a:solidFill>
                  <a:srgbClr val="FFFFFF"/>
                </a:solidFill>
              </a:defRPr>
            </a:lvl8pPr>
            <a:lvl9pPr algn="ctr">
              <a:defRPr sz="21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D850AA-2275-46F3-A6E3-3DC3EFFD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05125"/>
            <a:ext cx="2181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1283F"/>
                </a:solidFill>
              </a:defRPr>
            </a:defPPr>
            <a:lvl1pPr algn="ctr">
              <a:defRPr sz="1650" b="1">
                <a:solidFill>
                  <a:srgbClr val="11283F"/>
                </a:solidFill>
              </a:defRPr>
            </a:lvl1pPr>
            <a:lvl2pPr algn="ctr">
              <a:defRPr sz="1650" b="1">
                <a:solidFill>
                  <a:srgbClr val="11283F"/>
                </a:solidFill>
              </a:defRPr>
            </a:lvl2pPr>
            <a:lvl3pPr algn="ctr">
              <a:defRPr sz="1650" b="1">
                <a:solidFill>
                  <a:srgbClr val="11283F"/>
                </a:solidFill>
              </a:defRPr>
            </a:lvl3pPr>
            <a:lvl4pPr algn="ctr">
              <a:defRPr sz="1650" b="1">
                <a:solidFill>
                  <a:srgbClr val="11283F"/>
                </a:solidFill>
              </a:defRPr>
            </a:lvl4pPr>
            <a:lvl5pPr algn="ctr">
              <a:defRPr sz="1650" b="1">
                <a:solidFill>
                  <a:srgbClr val="11283F"/>
                </a:solidFill>
              </a:defRPr>
            </a:lvl5pPr>
            <a:lvl6pPr algn="ctr">
              <a:defRPr sz="1650" b="1">
                <a:solidFill>
                  <a:srgbClr val="11283F"/>
                </a:solidFill>
              </a:defRPr>
            </a:lvl6pPr>
            <a:lvl7pPr algn="ctr">
              <a:defRPr sz="1650" b="1">
                <a:solidFill>
                  <a:srgbClr val="11283F"/>
                </a:solidFill>
              </a:defRPr>
            </a:lvl7pPr>
            <a:lvl8pPr algn="ctr">
              <a:defRPr sz="1650" b="1">
                <a:solidFill>
                  <a:srgbClr val="11283F"/>
                </a:solidFill>
              </a:defRPr>
            </a:lvl8pPr>
            <a:lvl9pPr algn="ctr">
              <a:defRPr sz="1650" b="1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1283F"/>
                </a:solidFill>
              </a:defRPr>
            </a:pPr>
            <a:r>
              <a:rPr sz="1650" b="1">
                <a:solidFill>
                  <a:srgbClr val="11283F"/>
                </a:solidFill>
              </a:rPr>
              <a:t>decay estimate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94F320-01EB-4C8B-8037-614D4CFF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476625"/>
            <a:ext cx="204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5B6873"/>
                </a:solidFill>
              </a:defRPr>
            </a:defPPr>
            <a:lvl1pPr algn="ctr">
              <a:defRPr sz="1350" b="0">
                <a:solidFill>
                  <a:srgbClr val="5B6873"/>
                </a:solidFill>
              </a:defRPr>
            </a:lvl1pPr>
            <a:lvl2pPr algn="ctr">
              <a:defRPr sz="1350" b="0">
                <a:solidFill>
                  <a:srgbClr val="5B6873"/>
                </a:solidFill>
              </a:defRPr>
            </a:lvl2pPr>
            <a:lvl3pPr algn="ctr">
              <a:defRPr sz="1350" b="0">
                <a:solidFill>
                  <a:srgbClr val="5B6873"/>
                </a:solidFill>
              </a:defRPr>
            </a:lvl3pPr>
            <a:lvl4pPr algn="ctr">
              <a:defRPr sz="1350" b="0">
                <a:solidFill>
                  <a:srgbClr val="5B6873"/>
                </a:solidFill>
              </a:defRPr>
            </a:lvl4pPr>
            <a:lvl5pPr algn="ctr">
              <a:defRPr sz="1350" b="0">
                <a:solidFill>
                  <a:srgbClr val="5B6873"/>
                </a:solidFill>
              </a:defRPr>
            </a:lvl5pPr>
            <a:lvl6pPr algn="ctr">
              <a:defRPr sz="1350" b="0">
                <a:solidFill>
                  <a:srgbClr val="5B6873"/>
                </a:solidFill>
              </a:defRPr>
            </a:lvl6pPr>
            <a:lvl7pPr algn="ctr">
              <a:defRPr sz="1350" b="0">
                <a:solidFill>
                  <a:srgbClr val="5B6873"/>
                </a:solidFill>
              </a:defRPr>
            </a:lvl7pPr>
            <a:lvl8pPr algn="ctr">
              <a:defRPr sz="1350" b="0">
                <a:solidFill>
                  <a:srgbClr val="5B6873"/>
                </a:solidFill>
              </a:defRPr>
            </a:lvl8pPr>
            <a:lvl9pPr algn="ctr">
              <a:defRPr sz="1350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B6873"/>
                </a:solidFill>
              </a:defRPr>
            </a:pPr>
            <a:r>
              <a:rPr sz="1350" b="0">
                <a:solidFill>
                  <a:srgbClr val="5B6873"/>
                </a:solidFill>
              </a:rPr>
              <a:t>δ, ζ, and fitted envelope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7B55A5-103B-4CE8-BD26-08A25580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809750"/>
            <a:ext cx="2524125" cy="2857500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F9ECEC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4D0D18-8D98-4F61-98B6-64EAFB82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00250"/>
            <a:ext cx="7048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8B1E2D"/>
          </a:solidFill>
          <a:ln xmlns:a="http://schemas.openxmlformats.org/drawingml/2006/main" w="9525">
            <a:solidFill>
              <a:srgbClr val="8B1E2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18976A-17EB-4166-9515-8A6E8653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00250"/>
            <a:ext cx="70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</a:defRPr>
            </a:defPPr>
            <a:lvl1pPr algn="ctr">
              <a:defRPr sz="2100" b="1">
                <a:solidFill>
                  <a:srgbClr val="FFFFFF"/>
                </a:solidFill>
              </a:defRPr>
            </a:lvl1pPr>
            <a:lvl2pPr algn="ctr">
              <a:defRPr sz="2100" b="1">
                <a:solidFill>
                  <a:srgbClr val="FFFFFF"/>
                </a:solidFill>
              </a:defRPr>
            </a:lvl2pPr>
            <a:lvl3pPr algn="ctr">
              <a:defRPr sz="2100" b="1">
                <a:solidFill>
                  <a:srgbClr val="FFFFFF"/>
                </a:solidFill>
              </a:defRPr>
            </a:lvl3pPr>
            <a:lvl4pPr algn="ctr">
              <a:defRPr sz="2100" b="1">
                <a:solidFill>
                  <a:srgbClr val="FFFFFF"/>
                </a:solidFill>
              </a:defRPr>
            </a:lvl4pPr>
            <a:lvl5pPr algn="ctr">
              <a:defRPr sz="2100" b="1">
                <a:solidFill>
                  <a:srgbClr val="FFFFFF"/>
                </a:solidFill>
              </a:defRPr>
            </a:lvl5pPr>
            <a:lvl6pPr algn="ctr">
              <a:defRPr sz="2100" b="1">
                <a:solidFill>
                  <a:srgbClr val="FFFFFF"/>
                </a:solidFill>
              </a:defRPr>
            </a:lvl6pPr>
            <a:lvl7pPr algn="ctr">
              <a:defRPr sz="2100" b="1">
                <a:solidFill>
                  <a:srgbClr val="FFFFFF"/>
                </a:solidFill>
              </a:defRPr>
            </a:lvl7pPr>
            <a:lvl8pPr algn="ctr">
              <a:defRPr sz="2100" b="1">
                <a:solidFill>
                  <a:srgbClr val="FFFFFF"/>
                </a:solidFill>
              </a:defRPr>
            </a:lvl8pPr>
            <a:lvl9pPr algn="ctr">
              <a:defRPr sz="21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251B8C-B300-49F5-8941-7791CF94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905125"/>
            <a:ext cx="2181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1283F"/>
                </a:solidFill>
              </a:defRPr>
            </a:defPPr>
            <a:lvl1pPr algn="ctr">
              <a:defRPr sz="1650" b="1">
                <a:solidFill>
                  <a:srgbClr val="11283F"/>
                </a:solidFill>
              </a:defRPr>
            </a:lvl1pPr>
            <a:lvl2pPr algn="ctr">
              <a:defRPr sz="1650" b="1">
                <a:solidFill>
                  <a:srgbClr val="11283F"/>
                </a:solidFill>
              </a:defRPr>
            </a:lvl2pPr>
            <a:lvl3pPr algn="ctr">
              <a:defRPr sz="1650" b="1">
                <a:solidFill>
                  <a:srgbClr val="11283F"/>
                </a:solidFill>
              </a:defRPr>
            </a:lvl3pPr>
            <a:lvl4pPr algn="ctr">
              <a:defRPr sz="1650" b="1">
                <a:solidFill>
                  <a:srgbClr val="11283F"/>
                </a:solidFill>
              </a:defRPr>
            </a:lvl4pPr>
            <a:lvl5pPr algn="ctr">
              <a:defRPr sz="1650" b="1">
                <a:solidFill>
                  <a:srgbClr val="11283F"/>
                </a:solidFill>
              </a:defRPr>
            </a:lvl5pPr>
            <a:lvl6pPr algn="ctr">
              <a:defRPr sz="1650" b="1">
                <a:solidFill>
                  <a:srgbClr val="11283F"/>
                </a:solidFill>
              </a:defRPr>
            </a:lvl6pPr>
            <a:lvl7pPr algn="ctr">
              <a:defRPr sz="1650" b="1">
                <a:solidFill>
                  <a:srgbClr val="11283F"/>
                </a:solidFill>
              </a:defRPr>
            </a:lvl7pPr>
            <a:lvl8pPr algn="ctr">
              <a:defRPr sz="1650" b="1">
                <a:solidFill>
                  <a:srgbClr val="11283F"/>
                </a:solidFill>
              </a:defRPr>
            </a:lvl8pPr>
            <a:lvl9pPr algn="ctr">
              <a:defRPr sz="1650" b="1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1283F"/>
                </a:solidFill>
              </a:defRPr>
            </a:pPr>
            <a:r>
              <a:rPr sz="1650" b="1">
                <a:solidFill>
                  <a:srgbClr val="11283F"/>
                </a:solidFill>
              </a:rPr>
              <a:t>frequency check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AE9652-921F-4D66-BEE8-E25C0C87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76625"/>
            <a:ext cx="204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5B6873"/>
                </a:solidFill>
              </a:defRPr>
            </a:defPPr>
            <a:lvl1pPr algn="ctr">
              <a:defRPr sz="1350" b="0">
                <a:solidFill>
                  <a:srgbClr val="5B6873"/>
                </a:solidFill>
              </a:defRPr>
            </a:lvl1pPr>
            <a:lvl2pPr algn="ctr">
              <a:defRPr sz="1350" b="0">
                <a:solidFill>
                  <a:srgbClr val="5B6873"/>
                </a:solidFill>
              </a:defRPr>
            </a:lvl2pPr>
            <a:lvl3pPr algn="ctr">
              <a:defRPr sz="1350" b="0">
                <a:solidFill>
                  <a:srgbClr val="5B6873"/>
                </a:solidFill>
              </a:defRPr>
            </a:lvl3pPr>
            <a:lvl4pPr algn="ctr">
              <a:defRPr sz="1350" b="0">
                <a:solidFill>
                  <a:srgbClr val="5B6873"/>
                </a:solidFill>
              </a:defRPr>
            </a:lvl4pPr>
            <a:lvl5pPr algn="ctr">
              <a:defRPr sz="1350" b="0">
                <a:solidFill>
                  <a:srgbClr val="5B6873"/>
                </a:solidFill>
              </a:defRPr>
            </a:lvl5pPr>
            <a:lvl6pPr algn="ctr">
              <a:defRPr sz="1350" b="0">
                <a:solidFill>
                  <a:srgbClr val="5B6873"/>
                </a:solidFill>
              </a:defRPr>
            </a:lvl6pPr>
            <a:lvl7pPr algn="ctr">
              <a:defRPr sz="1350" b="0">
                <a:solidFill>
                  <a:srgbClr val="5B6873"/>
                </a:solidFill>
              </a:defRPr>
            </a:lvl7pPr>
            <a:lvl8pPr algn="ctr">
              <a:defRPr sz="1350" b="0">
                <a:solidFill>
                  <a:srgbClr val="5B6873"/>
                </a:solidFill>
              </a:defRPr>
            </a:lvl8pPr>
            <a:lvl9pPr algn="ctr">
              <a:defRPr sz="1350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B6873"/>
                </a:solidFill>
              </a:defRPr>
            </a:pPr>
            <a:r>
              <a:rPr sz="1350" b="0">
                <a:solidFill>
                  <a:srgbClr val="5B6873"/>
                </a:solidFill>
              </a:rPr>
              <a:t>time-domain f_d and FFT peak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221558-05A3-4AA3-A025-5CCA5B7A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191125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8B1E2D"/>
                </a:solidFill>
              </a:defRPr>
            </a:defPPr>
            <a:lvl1pPr algn="ctr">
              <a:defRPr sz="1500" b="1">
                <a:solidFill>
                  <a:srgbClr val="8B1E2D"/>
                </a:solidFill>
              </a:defRPr>
            </a:lvl1pPr>
            <a:lvl2pPr algn="ctr">
              <a:defRPr sz="1500" b="1">
                <a:solidFill>
                  <a:srgbClr val="8B1E2D"/>
                </a:solidFill>
              </a:defRPr>
            </a:lvl2pPr>
            <a:lvl3pPr algn="ctr">
              <a:defRPr sz="1500" b="1">
                <a:solidFill>
                  <a:srgbClr val="8B1E2D"/>
                </a:solidFill>
              </a:defRPr>
            </a:lvl3pPr>
            <a:lvl4pPr algn="ctr">
              <a:defRPr sz="1500" b="1">
                <a:solidFill>
                  <a:srgbClr val="8B1E2D"/>
                </a:solidFill>
              </a:defRPr>
            </a:lvl4pPr>
            <a:lvl5pPr algn="ctr">
              <a:defRPr sz="1500" b="1">
                <a:solidFill>
                  <a:srgbClr val="8B1E2D"/>
                </a:solidFill>
              </a:defRPr>
            </a:lvl5pPr>
            <a:lvl6pPr algn="ctr">
              <a:defRPr sz="1500" b="1">
                <a:solidFill>
                  <a:srgbClr val="8B1E2D"/>
                </a:solidFill>
              </a:defRPr>
            </a:lvl6pPr>
            <a:lvl7pPr algn="ctr">
              <a:defRPr sz="1500" b="1">
                <a:solidFill>
                  <a:srgbClr val="8B1E2D"/>
                </a:solidFill>
              </a:defRPr>
            </a:lvl7pPr>
            <a:lvl8pPr algn="ctr">
              <a:defRPr sz="1500" b="1">
                <a:solidFill>
                  <a:srgbClr val="8B1E2D"/>
                </a:solidFill>
              </a:defRPr>
            </a:lvl8pPr>
            <a:lvl9pPr algn="ctr">
              <a:defRPr sz="1500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8B1E2D"/>
                </a:solidFill>
              </a:defRPr>
            </a:pPr>
            <a:r>
              <a:rPr sz="1500" b="1">
                <a:solidFill>
                  <a:srgbClr val="8B1E2D"/>
                </a:solidFill>
              </a:rPr>
              <a:t>Keep raw CSV files unchanged. The code writes figures and a summary table to a separate results folder.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FAE643-0A47-4C58-97B3-2E9FDF77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5B6873"/>
                </a:solidFill>
              </a:defRPr>
            </a:defPPr>
            <a:lvl1pPr algn="r">
              <a:defRPr sz="825" b="0">
                <a:solidFill>
                  <a:srgbClr val="5B6873"/>
                </a:solidFill>
              </a:defRPr>
            </a:lvl1pPr>
            <a:lvl2pPr algn="r">
              <a:defRPr sz="825" b="0">
                <a:solidFill>
                  <a:srgbClr val="5B6873"/>
                </a:solidFill>
              </a:defRPr>
            </a:lvl2pPr>
            <a:lvl3pPr algn="r">
              <a:defRPr sz="825" b="0">
                <a:solidFill>
                  <a:srgbClr val="5B6873"/>
                </a:solidFill>
              </a:defRPr>
            </a:lvl3pPr>
            <a:lvl4pPr algn="r">
              <a:defRPr sz="825" b="0">
                <a:solidFill>
                  <a:srgbClr val="5B6873"/>
                </a:solidFill>
              </a:defRPr>
            </a:lvl4pPr>
            <a:lvl5pPr algn="r">
              <a:defRPr sz="825" b="0">
                <a:solidFill>
                  <a:srgbClr val="5B6873"/>
                </a:solidFill>
              </a:defRPr>
            </a:lvl5pPr>
            <a:lvl6pPr algn="r">
              <a:defRPr sz="825" b="0">
                <a:solidFill>
                  <a:srgbClr val="5B6873"/>
                </a:solidFill>
              </a:defRPr>
            </a:lvl6pPr>
            <a:lvl7pPr algn="r">
              <a:defRPr sz="825" b="0">
                <a:solidFill>
                  <a:srgbClr val="5B6873"/>
                </a:solidFill>
              </a:defRPr>
            </a:lvl7pPr>
            <a:lvl8pPr algn="r">
              <a:defRPr sz="825" b="0">
                <a:solidFill>
                  <a:srgbClr val="5B6873"/>
                </a:solidFill>
              </a:defRPr>
            </a:lvl8pPr>
            <a:lvl9pPr algn="r">
              <a:defRPr sz="825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5B6873"/>
                </a:solidFill>
              </a:defRPr>
            </a:pPr>
            <a:r>
              <a:rPr sz="825" b="0">
                <a:solidFill>
                  <a:srgbClr val="5B6873"/>
                </a:solidFill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08443270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E3A017-895A-45C9-BDC4-72E2926A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05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8B1E2D"/>
                </a:solidFill>
              </a:defRPr>
            </a:defPPr>
            <a:lvl1pPr algn="l">
              <a:defRPr sz="1050" b="1">
                <a:solidFill>
                  <a:srgbClr val="8B1E2D"/>
                </a:solidFill>
              </a:defRPr>
            </a:lvl1pPr>
            <a:lvl2pPr algn="l">
              <a:defRPr sz="1050" b="1">
                <a:solidFill>
                  <a:srgbClr val="8B1E2D"/>
                </a:solidFill>
              </a:defRPr>
            </a:lvl2pPr>
            <a:lvl3pPr algn="l">
              <a:defRPr sz="1050" b="1">
                <a:solidFill>
                  <a:srgbClr val="8B1E2D"/>
                </a:solidFill>
              </a:defRPr>
            </a:lvl3pPr>
            <a:lvl4pPr algn="l">
              <a:defRPr sz="1050" b="1">
                <a:solidFill>
                  <a:srgbClr val="8B1E2D"/>
                </a:solidFill>
              </a:defRPr>
            </a:lvl4pPr>
            <a:lvl5pPr algn="l">
              <a:defRPr sz="1050" b="1">
                <a:solidFill>
                  <a:srgbClr val="8B1E2D"/>
                </a:solidFill>
              </a:defRPr>
            </a:lvl5pPr>
            <a:lvl6pPr algn="l">
              <a:defRPr sz="1050" b="1">
                <a:solidFill>
                  <a:srgbClr val="8B1E2D"/>
                </a:solidFill>
              </a:defRPr>
            </a:lvl6pPr>
            <a:lvl7pPr algn="l">
              <a:defRPr sz="1050" b="1">
                <a:solidFill>
                  <a:srgbClr val="8B1E2D"/>
                </a:solidFill>
              </a:defRPr>
            </a:lvl7pPr>
            <a:lvl8pPr algn="l">
              <a:defRPr sz="1050" b="1">
                <a:solidFill>
                  <a:srgbClr val="8B1E2D"/>
                </a:solidFill>
              </a:defRPr>
            </a:lvl8pPr>
            <a:lvl9pPr algn="l">
              <a:defRPr sz="1050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8B1E2D"/>
                </a:solidFill>
              </a:defRPr>
            </a:pPr>
            <a:r>
              <a:rPr sz="1050" b="1">
                <a:solidFill>
                  <a:srgbClr val="8B1E2D"/>
                </a:solidFill>
              </a:rPr>
              <a:t>MIE 402  |  TROUBLESHOOTING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BA4BA0-FA04-427F-83C9-54E941DA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0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0">
                <a:solidFill>
                  <a:srgbClr val="5B6873"/>
                </a:solidFill>
              </a:defRPr>
            </a:defPPr>
            <a:lvl1pPr algn="r">
              <a:defRPr sz="975" b="0">
                <a:solidFill>
                  <a:srgbClr val="5B6873"/>
                </a:solidFill>
              </a:defRPr>
            </a:lvl1pPr>
            <a:lvl2pPr algn="r">
              <a:defRPr sz="975" b="0">
                <a:solidFill>
                  <a:srgbClr val="5B6873"/>
                </a:solidFill>
              </a:defRPr>
            </a:lvl2pPr>
            <a:lvl3pPr algn="r">
              <a:defRPr sz="975" b="0">
                <a:solidFill>
                  <a:srgbClr val="5B6873"/>
                </a:solidFill>
              </a:defRPr>
            </a:lvl3pPr>
            <a:lvl4pPr algn="r">
              <a:defRPr sz="975" b="0">
                <a:solidFill>
                  <a:srgbClr val="5B6873"/>
                </a:solidFill>
              </a:defRPr>
            </a:lvl4pPr>
            <a:lvl5pPr algn="r">
              <a:defRPr sz="975" b="0">
                <a:solidFill>
                  <a:srgbClr val="5B6873"/>
                </a:solidFill>
              </a:defRPr>
            </a:lvl5pPr>
            <a:lvl6pPr algn="r">
              <a:defRPr sz="975" b="0">
                <a:solidFill>
                  <a:srgbClr val="5B6873"/>
                </a:solidFill>
              </a:defRPr>
            </a:lvl6pPr>
            <a:lvl7pPr algn="r">
              <a:defRPr sz="975" b="0">
                <a:solidFill>
                  <a:srgbClr val="5B6873"/>
                </a:solidFill>
              </a:defRPr>
            </a:lvl7pPr>
            <a:lvl8pPr algn="r">
              <a:defRPr sz="975" b="0">
                <a:solidFill>
                  <a:srgbClr val="5B6873"/>
                </a:solidFill>
              </a:defRPr>
            </a:lvl8pPr>
            <a:lvl9pPr algn="r">
              <a:defRPr sz="975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5B6873"/>
                </a:solidFill>
              </a:defRPr>
            </a:pPr>
            <a:r>
              <a:rPr sz="975" b="0">
                <a:solidFill>
                  <a:srgbClr val="5B6873"/>
                </a:solidFill>
              </a:rPr>
              <a:t>46–48 min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21B4EC-35DE-4DF4-943F-8193C8D3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11287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11111"/>
                </a:solidFill>
              </a:defRPr>
            </a:defPPr>
            <a:lvl1pPr algn="l">
              <a:defRPr sz="2325" b="1">
                <a:solidFill>
                  <a:srgbClr val="111111"/>
                </a:solidFill>
              </a:defRPr>
            </a:lvl1pPr>
            <a:lvl2pPr algn="l">
              <a:defRPr sz="2325" b="1">
                <a:solidFill>
                  <a:srgbClr val="111111"/>
                </a:solidFill>
              </a:defRPr>
            </a:lvl2pPr>
            <a:lvl3pPr algn="l">
              <a:defRPr sz="2325" b="1">
                <a:solidFill>
                  <a:srgbClr val="111111"/>
                </a:solidFill>
              </a:defRPr>
            </a:lvl3pPr>
            <a:lvl4pPr algn="l">
              <a:defRPr sz="2325" b="1">
                <a:solidFill>
                  <a:srgbClr val="111111"/>
                </a:solidFill>
              </a:defRPr>
            </a:lvl4pPr>
            <a:lvl5pPr algn="l">
              <a:defRPr sz="2325" b="1">
                <a:solidFill>
                  <a:srgbClr val="111111"/>
                </a:solidFill>
              </a:defRPr>
            </a:lvl5pPr>
            <a:lvl6pPr algn="l">
              <a:defRPr sz="2325" b="1">
                <a:solidFill>
                  <a:srgbClr val="111111"/>
                </a:solidFill>
              </a:defRPr>
            </a:lvl6pPr>
            <a:lvl7pPr algn="l">
              <a:defRPr sz="2325" b="1">
                <a:solidFill>
                  <a:srgbClr val="111111"/>
                </a:solidFill>
              </a:defRPr>
            </a:lvl7pPr>
            <a:lvl8pPr algn="l">
              <a:defRPr sz="2325" b="1">
                <a:solidFill>
                  <a:srgbClr val="111111"/>
                </a:solidFill>
              </a:defRPr>
            </a:lvl8pPr>
            <a:lvl9pPr algn="l">
              <a:defRPr sz="2325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Quality checks catch most bad runs before students leave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E4C0C1-6546-4571-B751-832D10CD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5730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B85BEA-DA3D-40DB-9B24-D750137D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5143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EF7F1"/>
          </a:solidFill>
          <a:ln xmlns:a="http://schemas.openxmlformats.org/drawingml/2006/main" w="9525">
            <a:solidFill>
              <a:srgbClr val="D5E7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D15E32-E172-4B58-9269-B205F6DD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4619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357A5A"/>
                </a:solidFill>
              </a:defRPr>
            </a:defPPr>
            <a:lvl1pPr algn="l">
              <a:defRPr sz="1800" b="1">
                <a:solidFill>
                  <a:srgbClr val="357A5A"/>
                </a:solidFill>
              </a:defRPr>
            </a:lvl1pPr>
            <a:lvl2pPr algn="l">
              <a:defRPr sz="1800" b="1">
                <a:solidFill>
                  <a:srgbClr val="357A5A"/>
                </a:solidFill>
              </a:defRPr>
            </a:lvl2pPr>
            <a:lvl3pPr algn="l">
              <a:defRPr sz="1800" b="1">
                <a:solidFill>
                  <a:srgbClr val="357A5A"/>
                </a:solidFill>
              </a:defRPr>
            </a:lvl3pPr>
            <a:lvl4pPr algn="l">
              <a:defRPr sz="1800" b="1">
                <a:solidFill>
                  <a:srgbClr val="357A5A"/>
                </a:solidFill>
              </a:defRPr>
            </a:lvl4pPr>
            <a:lvl5pPr algn="l">
              <a:defRPr sz="1800" b="1">
                <a:solidFill>
                  <a:srgbClr val="357A5A"/>
                </a:solidFill>
              </a:defRPr>
            </a:lvl5pPr>
            <a:lvl6pPr algn="l">
              <a:defRPr sz="1800" b="1">
                <a:solidFill>
                  <a:srgbClr val="357A5A"/>
                </a:solidFill>
              </a:defRPr>
            </a:lvl6pPr>
            <a:lvl7pPr algn="l">
              <a:defRPr sz="1800" b="1">
                <a:solidFill>
                  <a:srgbClr val="357A5A"/>
                </a:solidFill>
              </a:defRPr>
            </a:lvl7pPr>
            <a:lvl8pPr algn="l">
              <a:defRPr sz="1800" b="1">
                <a:solidFill>
                  <a:srgbClr val="357A5A"/>
                </a:solidFill>
              </a:defRPr>
            </a:lvl8pPr>
            <a:lvl9pPr algn="l">
              <a:defRPr sz="1800" b="1">
                <a:solidFill>
                  <a:srgbClr val="357A5A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57A5A"/>
                </a:solidFill>
              </a:defRPr>
            </a:pPr>
            <a:r>
              <a:rPr sz="1800" b="1">
                <a:solidFill>
                  <a:srgbClr val="357A5A"/>
                </a:solidFill>
              </a:rPr>
              <a:t>Accept the run when…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B14E0A-6D7A-4478-9008-68851C33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8B1E2D"/>
                </a:solidFill>
              </a:defRPr>
            </a:defPPr>
            <a:lvl1pPr algn="l">
              <a:defRPr sz="1575" b="1">
                <a:solidFill>
                  <a:srgbClr val="8B1E2D"/>
                </a:solidFill>
              </a:defRPr>
            </a:lvl1pPr>
            <a:lvl2pPr algn="l">
              <a:defRPr sz="1575" b="1">
                <a:solidFill>
                  <a:srgbClr val="8B1E2D"/>
                </a:solidFill>
              </a:defRPr>
            </a:lvl2pPr>
            <a:lvl3pPr algn="l">
              <a:defRPr sz="1575" b="1">
                <a:solidFill>
                  <a:srgbClr val="8B1E2D"/>
                </a:solidFill>
              </a:defRPr>
            </a:lvl3pPr>
            <a:lvl4pPr algn="l">
              <a:defRPr sz="1575" b="1">
                <a:solidFill>
                  <a:srgbClr val="8B1E2D"/>
                </a:solidFill>
              </a:defRPr>
            </a:lvl4pPr>
            <a:lvl5pPr algn="l">
              <a:defRPr sz="1575" b="1">
                <a:solidFill>
                  <a:srgbClr val="8B1E2D"/>
                </a:solidFill>
              </a:defRPr>
            </a:lvl5pPr>
            <a:lvl6pPr algn="l">
              <a:defRPr sz="1575" b="1">
                <a:solidFill>
                  <a:srgbClr val="8B1E2D"/>
                </a:solidFill>
              </a:defRPr>
            </a:lvl6pPr>
            <a:lvl7pPr algn="l">
              <a:defRPr sz="1575" b="1">
                <a:solidFill>
                  <a:srgbClr val="8B1E2D"/>
                </a:solidFill>
              </a:defRPr>
            </a:lvl7pPr>
            <a:lvl8pPr algn="l">
              <a:defRPr sz="1575" b="1">
                <a:solidFill>
                  <a:srgbClr val="8B1E2D"/>
                </a:solidFill>
              </a:defRPr>
            </a:lvl8pPr>
            <a:lvl9pPr algn="l">
              <a:defRPr sz="1575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8B1E2D"/>
                </a:solidFill>
              </a:defRPr>
            </a:pPr>
            <a:r>
              <a:rPr sz="1575" b="1">
                <a:solidFill>
                  <a:srgbClr val="8B1E2D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2C711F-8CF1-42E1-B2B4-A3F23A28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81250"/>
            <a:ext cx="4162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1283F"/>
                </a:solidFill>
              </a:defRPr>
            </a:defPPr>
            <a:lvl1pPr algn="l">
              <a:defRPr sz="1425" b="0">
                <a:solidFill>
                  <a:srgbClr val="11283F"/>
                </a:solidFill>
              </a:defRPr>
            </a:lvl1pPr>
            <a:lvl2pPr algn="l">
              <a:defRPr sz="1425" b="0">
                <a:solidFill>
                  <a:srgbClr val="11283F"/>
                </a:solidFill>
              </a:defRPr>
            </a:lvl2pPr>
            <a:lvl3pPr algn="l">
              <a:defRPr sz="1425" b="0">
                <a:solidFill>
                  <a:srgbClr val="11283F"/>
                </a:solidFill>
              </a:defRPr>
            </a:lvl3pPr>
            <a:lvl4pPr algn="l">
              <a:defRPr sz="1425" b="0">
                <a:solidFill>
                  <a:srgbClr val="11283F"/>
                </a:solidFill>
              </a:defRPr>
            </a:lvl4pPr>
            <a:lvl5pPr algn="l">
              <a:defRPr sz="1425" b="0">
                <a:solidFill>
                  <a:srgbClr val="11283F"/>
                </a:solidFill>
              </a:defRPr>
            </a:lvl5pPr>
            <a:lvl6pPr algn="l">
              <a:defRPr sz="1425" b="0">
                <a:solidFill>
                  <a:srgbClr val="11283F"/>
                </a:solidFill>
              </a:defRPr>
            </a:lvl6pPr>
            <a:lvl7pPr algn="l">
              <a:defRPr sz="1425" b="0">
                <a:solidFill>
                  <a:srgbClr val="11283F"/>
                </a:solidFill>
              </a:defRPr>
            </a:lvl7pPr>
            <a:lvl8pPr algn="l">
              <a:defRPr sz="1425" b="0">
                <a:solidFill>
                  <a:srgbClr val="11283F"/>
                </a:solidFill>
              </a:defRPr>
            </a:lvl8pPr>
            <a:lvl9pPr algn="l">
              <a:defRPr sz="1425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1283F"/>
                </a:solidFill>
              </a:defRPr>
            </a:pPr>
            <a:r>
              <a:rPr sz="1425" b="0">
                <a:solidFill>
                  <a:srgbClr val="11283F"/>
                </a:solidFill>
              </a:rPr>
              <a:t>several complete cycles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D33BC2-EDC4-4F71-8A5A-97857B4E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8B1E2D"/>
                </a:solidFill>
              </a:defRPr>
            </a:defPPr>
            <a:lvl1pPr algn="l">
              <a:defRPr sz="1575" b="1">
                <a:solidFill>
                  <a:srgbClr val="8B1E2D"/>
                </a:solidFill>
              </a:defRPr>
            </a:lvl1pPr>
            <a:lvl2pPr algn="l">
              <a:defRPr sz="1575" b="1">
                <a:solidFill>
                  <a:srgbClr val="8B1E2D"/>
                </a:solidFill>
              </a:defRPr>
            </a:lvl2pPr>
            <a:lvl3pPr algn="l">
              <a:defRPr sz="1575" b="1">
                <a:solidFill>
                  <a:srgbClr val="8B1E2D"/>
                </a:solidFill>
              </a:defRPr>
            </a:lvl3pPr>
            <a:lvl4pPr algn="l">
              <a:defRPr sz="1575" b="1">
                <a:solidFill>
                  <a:srgbClr val="8B1E2D"/>
                </a:solidFill>
              </a:defRPr>
            </a:lvl4pPr>
            <a:lvl5pPr algn="l">
              <a:defRPr sz="1575" b="1">
                <a:solidFill>
                  <a:srgbClr val="8B1E2D"/>
                </a:solidFill>
              </a:defRPr>
            </a:lvl5pPr>
            <a:lvl6pPr algn="l">
              <a:defRPr sz="1575" b="1">
                <a:solidFill>
                  <a:srgbClr val="8B1E2D"/>
                </a:solidFill>
              </a:defRPr>
            </a:lvl6pPr>
            <a:lvl7pPr algn="l">
              <a:defRPr sz="1575" b="1">
                <a:solidFill>
                  <a:srgbClr val="8B1E2D"/>
                </a:solidFill>
              </a:defRPr>
            </a:lvl7pPr>
            <a:lvl8pPr algn="l">
              <a:defRPr sz="1575" b="1">
                <a:solidFill>
                  <a:srgbClr val="8B1E2D"/>
                </a:solidFill>
              </a:defRPr>
            </a:lvl8pPr>
            <a:lvl9pPr algn="l">
              <a:defRPr sz="1575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8B1E2D"/>
                </a:solidFill>
              </a:defRPr>
            </a:pPr>
            <a:r>
              <a:rPr sz="1575" b="1">
                <a:solidFill>
                  <a:srgbClr val="8B1E2D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94AE07-16C7-4EB6-9684-10496A8D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38450"/>
            <a:ext cx="4162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1283F"/>
                </a:solidFill>
              </a:defRPr>
            </a:defPPr>
            <a:lvl1pPr algn="l">
              <a:defRPr sz="1425" b="0">
                <a:solidFill>
                  <a:srgbClr val="11283F"/>
                </a:solidFill>
              </a:defRPr>
            </a:lvl1pPr>
            <a:lvl2pPr algn="l">
              <a:defRPr sz="1425" b="0">
                <a:solidFill>
                  <a:srgbClr val="11283F"/>
                </a:solidFill>
              </a:defRPr>
            </a:lvl2pPr>
            <a:lvl3pPr algn="l">
              <a:defRPr sz="1425" b="0">
                <a:solidFill>
                  <a:srgbClr val="11283F"/>
                </a:solidFill>
              </a:defRPr>
            </a:lvl3pPr>
            <a:lvl4pPr algn="l">
              <a:defRPr sz="1425" b="0">
                <a:solidFill>
                  <a:srgbClr val="11283F"/>
                </a:solidFill>
              </a:defRPr>
            </a:lvl4pPr>
            <a:lvl5pPr algn="l">
              <a:defRPr sz="1425" b="0">
                <a:solidFill>
                  <a:srgbClr val="11283F"/>
                </a:solidFill>
              </a:defRPr>
            </a:lvl5pPr>
            <a:lvl6pPr algn="l">
              <a:defRPr sz="1425" b="0">
                <a:solidFill>
                  <a:srgbClr val="11283F"/>
                </a:solidFill>
              </a:defRPr>
            </a:lvl6pPr>
            <a:lvl7pPr algn="l">
              <a:defRPr sz="1425" b="0">
                <a:solidFill>
                  <a:srgbClr val="11283F"/>
                </a:solidFill>
              </a:defRPr>
            </a:lvl7pPr>
            <a:lvl8pPr algn="l">
              <a:defRPr sz="1425" b="0">
                <a:solidFill>
                  <a:srgbClr val="11283F"/>
                </a:solidFill>
              </a:defRPr>
            </a:lvl8pPr>
            <a:lvl9pPr algn="l">
              <a:defRPr sz="1425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1283F"/>
                </a:solidFill>
              </a:defRPr>
            </a:pPr>
            <a:r>
              <a:rPr sz="1425" b="0">
                <a:solidFill>
                  <a:srgbClr val="11283F"/>
                </a:solidFill>
              </a:rPr>
              <a:t>smooth exponential-like envelope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0A6E91-8688-43CC-927B-79AF2F28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9565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8B1E2D"/>
                </a:solidFill>
              </a:defRPr>
            </a:defPPr>
            <a:lvl1pPr algn="l">
              <a:defRPr sz="1575" b="1">
                <a:solidFill>
                  <a:srgbClr val="8B1E2D"/>
                </a:solidFill>
              </a:defRPr>
            </a:lvl1pPr>
            <a:lvl2pPr algn="l">
              <a:defRPr sz="1575" b="1">
                <a:solidFill>
                  <a:srgbClr val="8B1E2D"/>
                </a:solidFill>
              </a:defRPr>
            </a:lvl2pPr>
            <a:lvl3pPr algn="l">
              <a:defRPr sz="1575" b="1">
                <a:solidFill>
                  <a:srgbClr val="8B1E2D"/>
                </a:solidFill>
              </a:defRPr>
            </a:lvl3pPr>
            <a:lvl4pPr algn="l">
              <a:defRPr sz="1575" b="1">
                <a:solidFill>
                  <a:srgbClr val="8B1E2D"/>
                </a:solidFill>
              </a:defRPr>
            </a:lvl4pPr>
            <a:lvl5pPr algn="l">
              <a:defRPr sz="1575" b="1">
                <a:solidFill>
                  <a:srgbClr val="8B1E2D"/>
                </a:solidFill>
              </a:defRPr>
            </a:lvl5pPr>
            <a:lvl6pPr algn="l">
              <a:defRPr sz="1575" b="1">
                <a:solidFill>
                  <a:srgbClr val="8B1E2D"/>
                </a:solidFill>
              </a:defRPr>
            </a:lvl6pPr>
            <a:lvl7pPr algn="l">
              <a:defRPr sz="1575" b="1">
                <a:solidFill>
                  <a:srgbClr val="8B1E2D"/>
                </a:solidFill>
              </a:defRPr>
            </a:lvl7pPr>
            <a:lvl8pPr algn="l">
              <a:defRPr sz="1575" b="1">
                <a:solidFill>
                  <a:srgbClr val="8B1E2D"/>
                </a:solidFill>
              </a:defRPr>
            </a:lvl8pPr>
            <a:lvl9pPr algn="l">
              <a:defRPr sz="1575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8B1E2D"/>
                </a:solidFill>
              </a:defRPr>
            </a:pPr>
            <a:r>
              <a:rPr sz="1575" b="1">
                <a:solidFill>
                  <a:srgbClr val="8B1E2D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9822D5-B6DA-499D-8A24-CDE17AE9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95650"/>
            <a:ext cx="4162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1283F"/>
                </a:solidFill>
              </a:defRPr>
            </a:defPPr>
            <a:lvl1pPr algn="l">
              <a:defRPr sz="1425" b="0">
                <a:solidFill>
                  <a:srgbClr val="11283F"/>
                </a:solidFill>
              </a:defRPr>
            </a:lvl1pPr>
            <a:lvl2pPr algn="l">
              <a:defRPr sz="1425" b="0">
                <a:solidFill>
                  <a:srgbClr val="11283F"/>
                </a:solidFill>
              </a:defRPr>
            </a:lvl2pPr>
            <a:lvl3pPr algn="l">
              <a:defRPr sz="1425" b="0">
                <a:solidFill>
                  <a:srgbClr val="11283F"/>
                </a:solidFill>
              </a:defRPr>
            </a:lvl3pPr>
            <a:lvl4pPr algn="l">
              <a:defRPr sz="1425" b="0">
                <a:solidFill>
                  <a:srgbClr val="11283F"/>
                </a:solidFill>
              </a:defRPr>
            </a:lvl4pPr>
            <a:lvl5pPr algn="l">
              <a:defRPr sz="1425" b="0">
                <a:solidFill>
                  <a:srgbClr val="11283F"/>
                </a:solidFill>
              </a:defRPr>
            </a:lvl5pPr>
            <a:lvl6pPr algn="l">
              <a:defRPr sz="1425" b="0">
                <a:solidFill>
                  <a:srgbClr val="11283F"/>
                </a:solidFill>
              </a:defRPr>
            </a:lvl6pPr>
            <a:lvl7pPr algn="l">
              <a:defRPr sz="1425" b="0">
                <a:solidFill>
                  <a:srgbClr val="11283F"/>
                </a:solidFill>
              </a:defRPr>
            </a:lvl7pPr>
            <a:lvl8pPr algn="l">
              <a:defRPr sz="1425" b="0">
                <a:solidFill>
                  <a:srgbClr val="11283F"/>
                </a:solidFill>
              </a:defRPr>
            </a:lvl8pPr>
            <a:lvl9pPr algn="l">
              <a:defRPr sz="1425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1283F"/>
                </a:solidFill>
              </a:defRPr>
            </a:pPr>
            <a:r>
              <a:rPr sz="1425" b="0">
                <a:solidFill>
                  <a:srgbClr val="11283F"/>
                </a:solidFill>
              </a:rPr>
              <a:t>cart remains on track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3C10A9-5B4F-4096-993B-4A8FAD55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5285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8B1E2D"/>
                </a:solidFill>
              </a:defRPr>
            </a:defPPr>
            <a:lvl1pPr algn="l">
              <a:defRPr sz="1575" b="1">
                <a:solidFill>
                  <a:srgbClr val="8B1E2D"/>
                </a:solidFill>
              </a:defRPr>
            </a:lvl1pPr>
            <a:lvl2pPr algn="l">
              <a:defRPr sz="1575" b="1">
                <a:solidFill>
                  <a:srgbClr val="8B1E2D"/>
                </a:solidFill>
              </a:defRPr>
            </a:lvl2pPr>
            <a:lvl3pPr algn="l">
              <a:defRPr sz="1575" b="1">
                <a:solidFill>
                  <a:srgbClr val="8B1E2D"/>
                </a:solidFill>
              </a:defRPr>
            </a:lvl3pPr>
            <a:lvl4pPr algn="l">
              <a:defRPr sz="1575" b="1">
                <a:solidFill>
                  <a:srgbClr val="8B1E2D"/>
                </a:solidFill>
              </a:defRPr>
            </a:lvl4pPr>
            <a:lvl5pPr algn="l">
              <a:defRPr sz="1575" b="1">
                <a:solidFill>
                  <a:srgbClr val="8B1E2D"/>
                </a:solidFill>
              </a:defRPr>
            </a:lvl5pPr>
            <a:lvl6pPr algn="l">
              <a:defRPr sz="1575" b="1">
                <a:solidFill>
                  <a:srgbClr val="8B1E2D"/>
                </a:solidFill>
              </a:defRPr>
            </a:lvl6pPr>
            <a:lvl7pPr algn="l">
              <a:defRPr sz="1575" b="1">
                <a:solidFill>
                  <a:srgbClr val="8B1E2D"/>
                </a:solidFill>
              </a:defRPr>
            </a:lvl7pPr>
            <a:lvl8pPr algn="l">
              <a:defRPr sz="1575" b="1">
                <a:solidFill>
                  <a:srgbClr val="8B1E2D"/>
                </a:solidFill>
              </a:defRPr>
            </a:lvl8pPr>
            <a:lvl9pPr algn="l">
              <a:defRPr sz="1575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8B1E2D"/>
                </a:solidFill>
              </a:defRPr>
            </a:pPr>
            <a:r>
              <a:rPr sz="1575" b="1">
                <a:solidFill>
                  <a:srgbClr val="8B1E2D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F53A7C-0E14-497F-9F01-86976836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52850"/>
            <a:ext cx="4162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1283F"/>
                </a:solidFill>
              </a:defRPr>
            </a:defPPr>
            <a:lvl1pPr algn="l">
              <a:defRPr sz="1425" b="0">
                <a:solidFill>
                  <a:srgbClr val="11283F"/>
                </a:solidFill>
              </a:defRPr>
            </a:lvl1pPr>
            <a:lvl2pPr algn="l">
              <a:defRPr sz="1425" b="0">
                <a:solidFill>
                  <a:srgbClr val="11283F"/>
                </a:solidFill>
              </a:defRPr>
            </a:lvl2pPr>
            <a:lvl3pPr algn="l">
              <a:defRPr sz="1425" b="0">
                <a:solidFill>
                  <a:srgbClr val="11283F"/>
                </a:solidFill>
              </a:defRPr>
            </a:lvl3pPr>
            <a:lvl4pPr algn="l">
              <a:defRPr sz="1425" b="0">
                <a:solidFill>
                  <a:srgbClr val="11283F"/>
                </a:solidFill>
              </a:defRPr>
            </a:lvl4pPr>
            <a:lvl5pPr algn="l">
              <a:defRPr sz="1425" b="0">
                <a:solidFill>
                  <a:srgbClr val="11283F"/>
                </a:solidFill>
              </a:defRPr>
            </a:lvl5pPr>
            <a:lvl6pPr algn="l">
              <a:defRPr sz="1425" b="0">
                <a:solidFill>
                  <a:srgbClr val="11283F"/>
                </a:solidFill>
              </a:defRPr>
            </a:lvl6pPr>
            <a:lvl7pPr algn="l">
              <a:defRPr sz="1425" b="0">
                <a:solidFill>
                  <a:srgbClr val="11283F"/>
                </a:solidFill>
              </a:defRPr>
            </a:lvl7pPr>
            <a:lvl8pPr algn="l">
              <a:defRPr sz="1425" b="0">
                <a:solidFill>
                  <a:srgbClr val="11283F"/>
                </a:solidFill>
              </a:defRPr>
            </a:lvl8pPr>
            <a:lvl9pPr algn="l">
              <a:defRPr sz="1425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1283F"/>
                </a:solidFill>
              </a:defRPr>
            </a:pPr>
            <a:r>
              <a:rPr sz="1425" b="0">
                <a:solidFill>
                  <a:srgbClr val="11283F"/>
                </a:solidFill>
              </a:rPr>
              <a:t>no clipped or missing samples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DBD300-E8CC-44DA-85A0-7AE4184A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005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8B1E2D"/>
                </a:solidFill>
              </a:defRPr>
            </a:defPPr>
            <a:lvl1pPr algn="l">
              <a:defRPr sz="1575" b="1">
                <a:solidFill>
                  <a:srgbClr val="8B1E2D"/>
                </a:solidFill>
              </a:defRPr>
            </a:lvl1pPr>
            <a:lvl2pPr algn="l">
              <a:defRPr sz="1575" b="1">
                <a:solidFill>
                  <a:srgbClr val="8B1E2D"/>
                </a:solidFill>
              </a:defRPr>
            </a:lvl2pPr>
            <a:lvl3pPr algn="l">
              <a:defRPr sz="1575" b="1">
                <a:solidFill>
                  <a:srgbClr val="8B1E2D"/>
                </a:solidFill>
              </a:defRPr>
            </a:lvl3pPr>
            <a:lvl4pPr algn="l">
              <a:defRPr sz="1575" b="1">
                <a:solidFill>
                  <a:srgbClr val="8B1E2D"/>
                </a:solidFill>
              </a:defRPr>
            </a:lvl4pPr>
            <a:lvl5pPr algn="l">
              <a:defRPr sz="1575" b="1">
                <a:solidFill>
                  <a:srgbClr val="8B1E2D"/>
                </a:solidFill>
              </a:defRPr>
            </a:lvl5pPr>
            <a:lvl6pPr algn="l">
              <a:defRPr sz="1575" b="1">
                <a:solidFill>
                  <a:srgbClr val="8B1E2D"/>
                </a:solidFill>
              </a:defRPr>
            </a:lvl6pPr>
            <a:lvl7pPr algn="l">
              <a:defRPr sz="1575" b="1">
                <a:solidFill>
                  <a:srgbClr val="8B1E2D"/>
                </a:solidFill>
              </a:defRPr>
            </a:lvl7pPr>
            <a:lvl8pPr algn="l">
              <a:defRPr sz="1575" b="1">
                <a:solidFill>
                  <a:srgbClr val="8B1E2D"/>
                </a:solidFill>
              </a:defRPr>
            </a:lvl8pPr>
            <a:lvl9pPr algn="l">
              <a:defRPr sz="1575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8B1E2D"/>
                </a:solidFill>
              </a:defRPr>
            </a:pPr>
            <a:r>
              <a:rPr sz="1575" b="1">
                <a:solidFill>
                  <a:srgbClr val="8B1E2D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03CD52-F0F3-41F9-B01E-EDC8C515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10050"/>
            <a:ext cx="4162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1283F"/>
                </a:solidFill>
              </a:defRPr>
            </a:defPPr>
            <a:lvl1pPr algn="l">
              <a:defRPr sz="1425" b="0">
                <a:solidFill>
                  <a:srgbClr val="11283F"/>
                </a:solidFill>
              </a:defRPr>
            </a:lvl1pPr>
            <a:lvl2pPr algn="l">
              <a:defRPr sz="1425" b="0">
                <a:solidFill>
                  <a:srgbClr val="11283F"/>
                </a:solidFill>
              </a:defRPr>
            </a:lvl2pPr>
            <a:lvl3pPr algn="l">
              <a:defRPr sz="1425" b="0">
                <a:solidFill>
                  <a:srgbClr val="11283F"/>
                </a:solidFill>
              </a:defRPr>
            </a:lvl3pPr>
            <a:lvl4pPr algn="l">
              <a:defRPr sz="1425" b="0">
                <a:solidFill>
                  <a:srgbClr val="11283F"/>
                </a:solidFill>
              </a:defRPr>
            </a:lvl4pPr>
            <a:lvl5pPr algn="l">
              <a:defRPr sz="1425" b="0">
                <a:solidFill>
                  <a:srgbClr val="11283F"/>
                </a:solidFill>
              </a:defRPr>
            </a:lvl5pPr>
            <a:lvl6pPr algn="l">
              <a:defRPr sz="1425" b="0">
                <a:solidFill>
                  <a:srgbClr val="11283F"/>
                </a:solidFill>
              </a:defRPr>
            </a:lvl6pPr>
            <a:lvl7pPr algn="l">
              <a:defRPr sz="1425" b="0">
                <a:solidFill>
                  <a:srgbClr val="11283F"/>
                </a:solidFill>
              </a:defRPr>
            </a:lvl7pPr>
            <a:lvl8pPr algn="l">
              <a:defRPr sz="1425" b="0">
                <a:solidFill>
                  <a:srgbClr val="11283F"/>
                </a:solidFill>
              </a:defRPr>
            </a:lvl8pPr>
            <a:lvl9pPr algn="l">
              <a:defRPr sz="1425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1283F"/>
                </a:solidFill>
              </a:defRPr>
            </a:pPr>
            <a:r>
              <a:rPr sz="1425" b="0">
                <a:solidFill>
                  <a:srgbClr val="11283F"/>
                </a:solidFill>
              </a:rPr>
              <a:t>metadata matches file name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2C4208-6057-4E9A-94F2-4D411810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66875"/>
            <a:ext cx="5143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AEEEE"/>
          </a:solidFill>
          <a:ln xmlns:a="http://schemas.openxmlformats.org/drawingml/2006/main" w="9525">
            <a:solidFill>
              <a:srgbClr val="ECD1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4FD2B3-9511-420D-8081-3E70C388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57375"/>
            <a:ext cx="4619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8B1E2D"/>
                </a:solidFill>
              </a:defRPr>
            </a:defPPr>
            <a:lvl1pPr algn="l">
              <a:defRPr sz="1800" b="1">
                <a:solidFill>
                  <a:srgbClr val="8B1E2D"/>
                </a:solidFill>
              </a:defRPr>
            </a:lvl1pPr>
            <a:lvl2pPr algn="l">
              <a:defRPr sz="1800" b="1">
                <a:solidFill>
                  <a:srgbClr val="8B1E2D"/>
                </a:solidFill>
              </a:defRPr>
            </a:lvl2pPr>
            <a:lvl3pPr algn="l">
              <a:defRPr sz="1800" b="1">
                <a:solidFill>
                  <a:srgbClr val="8B1E2D"/>
                </a:solidFill>
              </a:defRPr>
            </a:lvl3pPr>
            <a:lvl4pPr algn="l">
              <a:defRPr sz="1800" b="1">
                <a:solidFill>
                  <a:srgbClr val="8B1E2D"/>
                </a:solidFill>
              </a:defRPr>
            </a:lvl4pPr>
            <a:lvl5pPr algn="l">
              <a:defRPr sz="1800" b="1">
                <a:solidFill>
                  <a:srgbClr val="8B1E2D"/>
                </a:solidFill>
              </a:defRPr>
            </a:lvl5pPr>
            <a:lvl6pPr algn="l">
              <a:defRPr sz="1800" b="1">
                <a:solidFill>
                  <a:srgbClr val="8B1E2D"/>
                </a:solidFill>
              </a:defRPr>
            </a:lvl6pPr>
            <a:lvl7pPr algn="l">
              <a:defRPr sz="1800" b="1">
                <a:solidFill>
                  <a:srgbClr val="8B1E2D"/>
                </a:solidFill>
              </a:defRPr>
            </a:lvl7pPr>
            <a:lvl8pPr algn="l">
              <a:defRPr sz="1800" b="1">
                <a:solidFill>
                  <a:srgbClr val="8B1E2D"/>
                </a:solidFill>
              </a:defRPr>
            </a:lvl8pPr>
            <a:lvl9pPr algn="l">
              <a:defRPr sz="1800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8B1E2D"/>
                </a:solidFill>
              </a:defRPr>
            </a:pPr>
            <a:r>
              <a:rPr sz="1800" b="1">
                <a:solidFill>
                  <a:srgbClr val="8B1E2D"/>
                </a:solidFill>
              </a:rPr>
              <a:t>Repeat the run when…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8EACFA-D25E-4B12-8692-15086746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8B1E2D"/>
                </a:solidFill>
              </a:defRPr>
            </a:defPPr>
            <a:lvl1pPr algn="l">
              <a:defRPr sz="1575" b="1">
                <a:solidFill>
                  <a:srgbClr val="8B1E2D"/>
                </a:solidFill>
              </a:defRPr>
            </a:lvl1pPr>
            <a:lvl2pPr algn="l">
              <a:defRPr sz="1575" b="1">
                <a:solidFill>
                  <a:srgbClr val="8B1E2D"/>
                </a:solidFill>
              </a:defRPr>
            </a:lvl2pPr>
            <a:lvl3pPr algn="l">
              <a:defRPr sz="1575" b="1">
                <a:solidFill>
                  <a:srgbClr val="8B1E2D"/>
                </a:solidFill>
              </a:defRPr>
            </a:lvl3pPr>
            <a:lvl4pPr algn="l">
              <a:defRPr sz="1575" b="1">
                <a:solidFill>
                  <a:srgbClr val="8B1E2D"/>
                </a:solidFill>
              </a:defRPr>
            </a:lvl4pPr>
            <a:lvl5pPr algn="l">
              <a:defRPr sz="1575" b="1">
                <a:solidFill>
                  <a:srgbClr val="8B1E2D"/>
                </a:solidFill>
              </a:defRPr>
            </a:lvl5pPr>
            <a:lvl6pPr algn="l">
              <a:defRPr sz="1575" b="1">
                <a:solidFill>
                  <a:srgbClr val="8B1E2D"/>
                </a:solidFill>
              </a:defRPr>
            </a:lvl6pPr>
            <a:lvl7pPr algn="l">
              <a:defRPr sz="1575" b="1">
                <a:solidFill>
                  <a:srgbClr val="8B1E2D"/>
                </a:solidFill>
              </a:defRPr>
            </a:lvl7pPr>
            <a:lvl8pPr algn="l">
              <a:defRPr sz="1575" b="1">
                <a:solidFill>
                  <a:srgbClr val="8B1E2D"/>
                </a:solidFill>
              </a:defRPr>
            </a:lvl8pPr>
            <a:lvl9pPr algn="l">
              <a:defRPr sz="1575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8B1E2D"/>
                </a:solidFill>
              </a:defRPr>
            </a:pPr>
            <a:r>
              <a:rPr sz="1575" b="1">
                <a:solidFill>
                  <a:srgbClr val="8B1E2D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79B957-4C77-44E6-B94A-02161ECC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81250"/>
            <a:ext cx="4162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1283F"/>
                </a:solidFill>
              </a:defRPr>
            </a:defPPr>
            <a:lvl1pPr algn="l">
              <a:defRPr sz="1425" b="0">
                <a:solidFill>
                  <a:srgbClr val="11283F"/>
                </a:solidFill>
              </a:defRPr>
            </a:lvl1pPr>
            <a:lvl2pPr algn="l">
              <a:defRPr sz="1425" b="0">
                <a:solidFill>
                  <a:srgbClr val="11283F"/>
                </a:solidFill>
              </a:defRPr>
            </a:lvl2pPr>
            <a:lvl3pPr algn="l">
              <a:defRPr sz="1425" b="0">
                <a:solidFill>
                  <a:srgbClr val="11283F"/>
                </a:solidFill>
              </a:defRPr>
            </a:lvl3pPr>
            <a:lvl4pPr algn="l">
              <a:defRPr sz="1425" b="0">
                <a:solidFill>
                  <a:srgbClr val="11283F"/>
                </a:solidFill>
              </a:defRPr>
            </a:lvl4pPr>
            <a:lvl5pPr algn="l">
              <a:defRPr sz="1425" b="0">
                <a:solidFill>
                  <a:srgbClr val="11283F"/>
                </a:solidFill>
              </a:defRPr>
            </a:lvl5pPr>
            <a:lvl6pPr algn="l">
              <a:defRPr sz="1425" b="0">
                <a:solidFill>
                  <a:srgbClr val="11283F"/>
                </a:solidFill>
              </a:defRPr>
            </a:lvl6pPr>
            <a:lvl7pPr algn="l">
              <a:defRPr sz="1425" b="0">
                <a:solidFill>
                  <a:srgbClr val="11283F"/>
                </a:solidFill>
              </a:defRPr>
            </a:lvl7pPr>
            <a:lvl8pPr algn="l">
              <a:defRPr sz="1425" b="0">
                <a:solidFill>
                  <a:srgbClr val="11283F"/>
                </a:solidFill>
              </a:defRPr>
            </a:lvl8pPr>
            <a:lvl9pPr algn="l">
              <a:defRPr sz="1425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1283F"/>
                </a:solidFill>
              </a:defRPr>
            </a:pPr>
            <a:r>
              <a:rPr sz="1425" b="0">
                <a:solidFill>
                  <a:srgbClr val="11283F"/>
                </a:solidFill>
              </a:rPr>
              <a:t>push at release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B5E728-43C9-4D04-880D-17A06B2A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3845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8B1E2D"/>
                </a:solidFill>
              </a:defRPr>
            </a:defPPr>
            <a:lvl1pPr algn="l">
              <a:defRPr sz="1575" b="1">
                <a:solidFill>
                  <a:srgbClr val="8B1E2D"/>
                </a:solidFill>
              </a:defRPr>
            </a:lvl1pPr>
            <a:lvl2pPr algn="l">
              <a:defRPr sz="1575" b="1">
                <a:solidFill>
                  <a:srgbClr val="8B1E2D"/>
                </a:solidFill>
              </a:defRPr>
            </a:lvl2pPr>
            <a:lvl3pPr algn="l">
              <a:defRPr sz="1575" b="1">
                <a:solidFill>
                  <a:srgbClr val="8B1E2D"/>
                </a:solidFill>
              </a:defRPr>
            </a:lvl3pPr>
            <a:lvl4pPr algn="l">
              <a:defRPr sz="1575" b="1">
                <a:solidFill>
                  <a:srgbClr val="8B1E2D"/>
                </a:solidFill>
              </a:defRPr>
            </a:lvl4pPr>
            <a:lvl5pPr algn="l">
              <a:defRPr sz="1575" b="1">
                <a:solidFill>
                  <a:srgbClr val="8B1E2D"/>
                </a:solidFill>
              </a:defRPr>
            </a:lvl5pPr>
            <a:lvl6pPr algn="l">
              <a:defRPr sz="1575" b="1">
                <a:solidFill>
                  <a:srgbClr val="8B1E2D"/>
                </a:solidFill>
              </a:defRPr>
            </a:lvl6pPr>
            <a:lvl7pPr algn="l">
              <a:defRPr sz="1575" b="1">
                <a:solidFill>
                  <a:srgbClr val="8B1E2D"/>
                </a:solidFill>
              </a:defRPr>
            </a:lvl7pPr>
            <a:lvl8pPr algn="l">
              <a:defRPr sz="1575" b="1">
                <a:solidFill>
                  <a:srgbClr val="8B1E2D"/>
                </a:solidFill>
              </a:defRPr>
            </a:lvl8pPr>
            <a:lvl9pPr algn="l">
              <a:defRPr sz="1575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8B1E2D"/>
                </a:solidFill>
              </a:defRPr>
            </a:pPr>
            <a:r>
              <a:rPr sz="1575" b="1">
                <a:solidFill>
                  <a:srgbClr val="8B1E2D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BEAB8D-901D-44B5-A696-70A5C9B6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38450"/>
            <a:ext cx="4162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1283F"/>
                </a:solidFill>
              </a:defRPr>
            </a:defPPr>
            <a:lvl1pPr algn="l">
              <a:defRPr sz="1425" b="0">
                <a:solidFill>
                  <a:srgbClr val="11283F"/>
                </a:solidFill>
              </a:defRPr>
            </a:lvl1pPr>
            <a:lvl2pPr algn="l">
              <a:defRPr sz="1425" b="0">
                <a:solidFill>
                  <a:srgbClr val="11283F"/>
                </a:solidFill>
              </a:defRPr>
            </a:lvl2pPr>
            <a:lvl3pPr algn="l">
              <a:defRPr sz="1425" b="0">
                <a:solidFill>
                  <a:srgbClr val="11283F"/>
                </a:solidFill>
              </a:defRPr>
            </a:lvl3pPr>
            <a:lvl4pPr algn="l">
              <a:defRPr sz="1425" b="0">
                <a:solidFill>
                  <a:srgbClr val="11283F"/>
                </a:solidFill>
              </a:defRPr>
            </a:lvl4pPr>
            <a:lvl5pPr algn="l">
              <a:defRPr sz="1425" b="0">
                <a:solidFill>
                  <a:srgbClr val="11283F"/>
                </a:solidFill>
              </a:defRPr>
            </a:lvl5pPr>
            <a:lvl6pPr algn="l">
              <a:defRPr sz="1425" b="0">
                <a:solidFill>
                  <a:srgbClr val="11283F"/>
                </a:solidFill>
              </a:defRPr>
            </a:lvl6pPr>
            <a:lvl7pPr algn="l">
              <a:defRPr sz="1425" b="0">
                <a:solidFill>
                  <a:srgbClr val="11283F"/>
                </a:solidFill>
              </a:defRPr>
            </a:lvl7pPr>
            <a:lvl8pPr algn="l">
              <a:defRPr sz="1425" b="0">
                <a:solidFill>
                  <a:srgbClr val="11283F"/>
                </a:solidFill>
              </a:defRPr>
            </a:lvl8pPr>
            <a:lvl9pPr algn="l">
              <a:defRPr sz="1425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1283F"/>
                </a:solidFill>
              </a:defRPr>
            </a:pPr>
            <a:r>
              <a:rPr sz="1425" b="0">
                <a:solidFill>
                  <a:srgbClr val="11283F"/>
                </a:solidFill>
              </a:rPr>
              <a:t>spring goes slack or overstretches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B1DE71-B274-4877-8B25-D25BC850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9565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8B1E2D"/>
                </a:solidFill>
              </a:defRPr>
            </a:defPPr>
            <a:lvl1pPr algn="l">
              <a:defRPr sz="1575" b="1">
                <a:solidFill>
                  <a:srgbClr val="8B1E2D"/>
                </a:solidFill>
              </a:defRPr>
            </a:lvl1pPr>
            <a:lvl2pPr algn="l">
              <a:defRPr sz="1575" b="1">
                <a:solidFill>
                  <a:srgbClr val="8B1E2D"/>
                </a:solidFill>
              </a:defRPr>
            </a:lvl2pPr>
            <a:lvl3pPr algn="l">
              <a:defRPr sz="1575" b="1">
                <a:solidFill>
                  <a:srgbClr val="8B1E2D"/>
                </a:solidFill>
              </a:defRPr>
            </a:lvl3pPr>
            <a:lvl4pPr algn="l">
              <a:defRPr sz="1575" b="1">
                <a:solidFill>
                  <a:srgbClr val="8B1E2D"/>
                </a:solidFill>
              </a:defRPr>
            </a:lvl4pPr>
            <a:lvl5pPr algn="l">
              <a:defRPr sz="1575" b="1">
                <a:solidFill>
                  <a:srgbClr val="8B1E2D"/>
                </a:solidFill>
              </a:defRPr>
            </a:lvl5pPr>
            <a:lvl6pPr algn="l">
              <a:defRPr sz="1575" b="1">
                <a:solidFill>
                  <a:srgbClr val="8B1E2D"/>
                </a:solidFill>
              </a:defRPr>
            </a:lvl6pPr>
            <a:lvl7pPr algn="l">
              <a:defRPr sz="1575" b="1">
                <a:solidFill>
                  <a:srgbClr val="8B1E2D"/>
                </a:solidFill>
              </a:defRPr>
            </a:lvl7pPr>
            <a:lvl8pPr algn="l">
              <a:defRPr sz="1575" b="1">
                <a:solidFill>
                  <a:srgbClr val="8B1E2D"/>
                </a:solidFill>
              </a:defRPr>
            </a:lvl8pPr>
            <a:lvl9pPr algn="l">
              <a:defRPr sz="1575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8B1E2D"/>
                </a:solidFill>
              </a:defRPr>
            </a:pPr>
            <a:r>
              <a:rPr sz="1575" b="1">
                <a:solidFill>
                  <a:srgbClr val="8B1E2D"/>
                </a:solidFill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36B274-52DD-48DC-A6A5-F76C5342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95650"/>
            <a:ext cx="4162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1283F"/>
                </a:solidFill>
              </a:defRPr>
            </a:defPPr>
            <a:lvl1pPr algn="l">
              <a:defRPr sz="1425" b="0">
                <a:solidFill>
                  <a:srgbClr val="11283F"/>
                </a:solidFill>
              </a:defRPr>
            </a:lvl1pPr>
            <a:lvl2pPr algn="l">
              <a:defRPr sz="1425" b="0">
                <a:solidFill>
                  <a:srgbClr val="11283F"/>
                </a:solidFill>
              </a:defRPr>
            </a:lvl2pPr>
            <a:lvl3pPr algn="l">
              <a:defRPr sz="1425" b="0">
                <a:solidFill>
                  <a:srgbClr val="11283F"/>
                </a:solidFill>
              </a:defRPr>
            </a:lvl3pPr>
            <a:lvl4pPr algn="l">
              <a:defRPr sz="1425" b="0">
                <a:solidFill>
                  <a:srgbClr val="11283F"/>
                </a:solidFill>
              </a:defRPr>
            </a:lvl4pPr>
            <a:lvl5pPr algn="l">
              <a:defRPr sz="1425" b="0">
                <a:solidFill>
                  <a:srgbClr val="11283F"/>
                </a:solidFill>
              </a:defRPr>
            </a:lvl5pPr>
            <a:lvl6pPr algn="l">
              <a:defRPr sz="1425" b="0">
                <a:solidFill>
                  <a:srgbClr val="11283F"/>
                </a:solidFill>
              </a:defRPr>
            </a:lvl6pPr>
            <a:lvl7pPr algn="l">
              <a:defRPr sz="1425" b="0">
                <a:solidFill>
                  <a:srgbClr val="11283F"/>
                </a:solidFill>
              </a:defRPr>
            </a:lvl7pPr>
            <a:lvl8pPr algn="l">
              <a:defRPr sz="1425" b="0">
                <a:solidFill>
                  <a:srgbClr val="11283F"/>
                </a:solidFill>
              </a:defRPr>
            </a:lvl8pPr>
            <a:lvl9pPr algn="l">
              <a:defRPr sz="1425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1283F"/>
                </a:solidFill>
              </a:defRPr>
            </a:pPr>
            <a:r>
              <a:rPr sz="1425" b="0">
                <a:solidFill>
                  <a:srgbClr val="11283F"/>
                </a:solidFill>
              </a:rPr>
              <a:t>cart or cable rubs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29C87C-4346-44A7-A0DC-49B05C08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5285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8B1E2D"/>
                </a:solidFill>
              </a:defRPr>
            </a:defPPr>
            <a:lvl1pPr algn="l">
              <a:defRPr sz="1575" b="1">
                <a:solidFill>
                  <a:srgbClr val="8B1E2D"/>
                </a:solidFill>
              </a:defRPr>
            </a:lvl1pPr>
            <a:lvl2pPr algn="l">
              <a:defRPr sz="1575" b="1">
                <a:solidFill>
                  <a:srgbClr val="8B1E2D"/>
                </a:solidFill>
              </a:defRPr>
            </a:lvl2pPr>
            <a:lvl3pPr algn="l">
              <a:defRPr sz="1575" b="1">
                <a:solidFill>
                  <a:srgbClr val="8B1E2D"/>
                </a:solidFill>
              </a:defRPr>
            </a:lvl3pPr>
            <a:lvl4pPr algn="l">
              <a:defRPr sz="1575" b="1">
                <a:solidFill>
                  <a:srgbClr val="8B1E2D"/>
                </a:solidFill>
              </a:defRPr>
            </a:lvl4pPr>
            <a:lvl5pPr algn="l">
              <a:defRPr sz="1575" b="1">
                <a:solidFill>
                  <a:srgbClr val="8B1E2D"/>
                </a:solidFill>
              </a:defRPr>
            </a:lvl5pPr>
            <a:lvl6pPr algn="l">
              <a:defRPr sz="1575" b="1">
                <a:solidFill>
                  <a:srgbClr val="8B1E2D"/>
                </a:solidFill>
              </a:defRPr>
            </a:lvl6pPr>
            <a:lvl7pPr algn="l">
              <a:defRPr sz="1575" b="1">
                <a:solidFill>
                  <a:srgbClr val="8B1E2D"/>
                </a:solidFill>
              </a:defRPr>
            </a:lvl7pPr>
            <a:lvl8pPr algn="l">
              <a:defRPr sz="1575" b="1">
                <a:solidFill>
                  <a:srgbClr val="8B1E2D"/>
                </a:solidFill>
              </a:defRPr>
            </a:lvl8pPr>
            <a:lvl9pPr algn="l">
              <a:defRPr sz="1575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8B1E2D"/>
                </a:solidFill>
              </a:defRPr>
            </a:pPr>
            <a:r>
              <a:rPr sz="1575" b="1">
                <a:solidFill>
                  <a:srgbClr val="8B1E2D"/>
                </a:solidFill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956C27-C5AE-47F1-B7BE-8B28C1E2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52850"/>
            <a:ext cx="4162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1283F"/>
                </a:solidFill>
              </a:defRPr>
            </a:defPPr>
            <a:lvl1pPr algn="l">
              <a:defRPr sz="1425" b="0">
                <a:solidFill>
                  <a:srgbClr val="11283F"/>
                </a:solidFill>
              </a:defRPr>
            </a:lvl1pPr>
            <a:lvl2pPr algn="l">
              <a:defRPr sz="1425" b="0">
                <a:solidFill>
                  <a:srgbClr val="11283F"/>
                </a:solidFill>
              </a:defRPr>
            </a:lvl2pPr>
            <a:lvl3pPr algn="l">
              <a:defRPr sz="1425" b="0">
                <a:solidFill>
                  <a:srgbClr val="11283F"/>
                </a:solidFill>
              </a:defRPr>
            </a:lvl3pPr>
            <a:lvl4pPr algn="l">
              <a:defRPr sz="1425" b="0">
                <a:solidFill>
                  <a:srgbClr val="11283F"/>
                </a:solidFill>
              </a:defRPr>
            </a:lvl4pPr>
            <a:lvl5pPr algn="l">
              <a:defRPr sz="1425" b="0">
                <a:solidFill>
                  <a:srgbClr val="11283F"/>
                </a:solidFill>
              </a:defRPr>
            </a:lvl5pPr>
            <a:lvl6pPr algn="l">
              <a:defRPr sz="1425" b="0">
                <a:solidFill>
                  <a:srgbClr val="11283F"/>
                </a:solidFill>
              </a:defRPr>
            </a:lvl6pPr>
            <a:lvl7pPr algn="l">
              <a:defRPr sz="1425" b="0">
                <a:solidFill>
                  <a:srgbClr val="11283F"/>
                </a:solidFill>
              </a:defRPr>
            </a:lvl7pPr>
            <a:lvl8pPr algn="l">
              <a:defRPr sz="1425" b="0">
                <a:solidFill>
                  <a:srgbClr val="11283F"/>
                </a:solidFill>
              </a:defRPr>
            </a:lvl8pPr>
            <a:lvl9pPr algn="l">
              <a:defRPr sz="1425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1283F"/>
                </a:solidFill>
              </a:defRPr>
            </a:pPr>
            <a:r>
              <a:rPr sz="1425" b="0">
                <a:solidFill>
                  <a:srgbClr val="11283F"/>
                </a:solidFill>
              </a:rPr>
              <a:t>track not level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7F5743-C830-44CF-A973-997A62ED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1005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8B1E2D"/>
                </a:solidFill>
              </a:defRPr>
            </a:defPPr>
            <a:lvl1pPr algn="l">
              <a:defRPr sz="1575" b="1">
                <a:solidFill>
                  <a:srgbClr val="8B1E2D"/>
                </a:solidFill>
              </a:defRPr>
            </a:lvl1pPr>
            <a:lvl2pPr algn="l">
              <a:defRPr sz="1575" b="1">
                <a:solidFill>
                  <a:srgbClr val="8B1E2D"/>
                </a:solidFill>
              </a:defRPr>
            </a:lvl2pPr>
            <a:lvl3pPr algn="l">
              <a:defRPr sz="1575" b="1">
                <a:solidFill>
                  <a:srgbClr val="8B1E2D"/>
                </a:solidFill>
              </a:defRPr>
            </a:lvl3pPr>
            <a:lvl4pPr algn="l">
              <a:defRPr sz="1575" b="1">
                <a:solidFill>
                  <a:srgbClr val="8B1E2D"/>
                </a:solidFill>
              </a:defRPr>
            </a:lvl4pPr>
            <a:lvl5pPr algn="l">
              <a:defRPr sz="1575" b="1">
                <a:solidFill>
                  <a:srgbClr val="8B1E2D"/>
                </a:solidFill>
              </a:defRPr>
            </a:lvl5pPr>
            <a:lvl6pPr algn="l">
              <a:defRPr sz="1575" b="1">
                <a:solidFill>
                  <a:srgbClr val="8B1E2D"/>
                </a:solidFill>
              </a:defRPr>
            </a:lvl6pPr>
            <a:lvl7pPr algn="l">
              <a:defRPr sz="1575" b="1">
                <a:solidFill>
                  <a:srgbClr val="8B1E2D"/>
                </a:solidFill>
              </a:defRPr>
            </a:lvl7pPr>
            <a:lvl8pPr algn="l">
              <a:defRPr sz="1575" b="1">
                <a:solidFill>
                  <a:srgbClr val="8B1E2D"/>
                </a:solidFill>
              </a:defRPr>
            </a:lvl8pPr>
            <a:lvl9pPr algn="l">
              <a:defRPr sz="1575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8B1E2D"/>
                </a:solidFill>
              </a:defRPr>
            </a:pPr>
            <a:r>
              <a:rPr sz="1575" b="1">
                <a:solidFill>
                  <a:srgbClr val="8B1E2D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8D9F44-9141-48DA-8F50-FF51E1FF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210050"/>
            <a:ext cx="4162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1283F"/>
                </a:solidFill>
              </a:defRPr>
            </a:defPPr>
            <a:lvl1pPr algn="l">
              <a:defRPr sz="1425" b="0">
                <a:solidFill>
                  <a:srgbClr val="11283F"/>
                </a:solidFill>
              </a:defRPr>
            </a:lvl1pPr>
            <a:lvl2pPr algn="l">
              <a:defRPr sz="1425" b="0">
                <a:solidFill>
                  <a:srgbClr val="11283F"/>
                </a:solidFill>
              </a:defRPr>
            </a:lvl2pPr>
            <a:lvl3pPr algn="l">
              <a:defRPr sz="1425" b="0">
                <a:solidFill>
                  <a:srgbClr val="11283F"/>
                </a:solidFill>
              </a:defRPr>
            </a:lvl3pPr>
            <a:lvl4pPr algn="l">
              <a:defRPr sz="1425" b="0">
                <a:solidFill>
                  <a:srgbClr val="11283F"/>
                </a:solidFill>
              </a:defRPr>
            </a:lvl4pPr>
            <a:lvl5pPr algn="l">
              <a:defRPr sz="1425" b="0">
                <a:solidFill>
                  <a:srgbClr val="11283F"/>
                </a:solidFill>
              </a:defRPr>
            </a:lvl5pPr>
            <a:lvl6pPr algn="l">
              <a:defRPr sz="1425" b="0">
                <a:solidFill>
                  <a:srgbClr val="11283F"/>
                </a:solidFill>
              </a:defRPr>
            </a:lvl6pPr>
            <a:lvl7pPr algn="l">
              <a:defRPr sz="1425" b="0">
                <a:solidFill>
                  <a:srgbClr val="11283F"/>
                </a:solidFill>
              </a:defRPr>
            </a:lvl7pPr>
            <a:lvl8pPr algn="l">
              <a:defRPr sz="1425" b="0">
                <a:solidFill>
                  <a:srgbClr val="11283F"/>
                </a:solidFill>
              </a:defRPr>
            </a:lvl8pPr>
            <a:lvl9pPr algn="l">
              <a:defRPr sz="1425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1283F"/>
                </a:solidFill>
              </a:defRPr>
            </a:pPr>
            <a:r>
              <a:rPr sz="1425" b="0">
                <a:solidFill>
                  <a:srgbClr val="11283F"/>
                </a:solidFill>
              </a:rPr>
              <a:t>wrong mass or spring recorded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DCB978-003E-4EF5-86C3-FD74D00A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476875"/>
            <a:ext cx="838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8B1E2D"/>
                </a:solidFill>
              </a:defRPr>
            </a:defPPr>
            <a:lvl1pPr algn="ctr">
              <a:defRPr sz="1575" b="1">
                <a:solidFill>
                  <a:srgbClr val="8B1E2D"/>
                </a:solidFill>
              </a:defRPr>
            </a:lvl1pPr>
            <a:lvl2pPr algn="ctr">
              <a:defRPr sz="1575" b="1">
                <a:solidFill>
                  <a:srgbClr val="8B1E2D"/>
                </a:solidFill>
              </a:defRPr>
            </a:lvl2pPr>
            <a:lvl3pPr algn="ctr">
              <a:defRPr sz="1575" b="1">
                <a:solidFill>
                  <a:srgbClr val="8B1E2D"/>
                </a:solidFill>
              </a:defRPr>
            </a:lvl3pPr>
            <a:lvl4pPr algn="ctr">
              <a:defRPr sz="1575" b="1">
                <a:solidFill>
                  <a:srgbClr val="8B1E2D"/>
                </a:solidFill>
              </a:defRPr>
            </a:lvl4pPr>
            <a:lvl5pPr algn="ctr">
              <a:defRPr sz="1575" b="1">
                <a:solidFill>
                  <a:srgbClr val="8B1E2D"/>
                </a:solidFill>
              </a:defRPr>
            </a:lvl5pPr>
            <a:lvl6pPr algn="ctr">
              <a:defRPr sz="1575" b="1">
                <a:solidFill>
                  <a:srgbClr val="8B1E2D"/>
                </a:solidFill>
              </a:defRPr>
            </a:lvl6pPr>
            <a:lvl7pPr algn="ctr">
              <a:defRPr sz="1575" b="1">
                <a:solidFill>
                  <a:srgbClr val="8B1E2D"/>
                </a:solidFill>
              </a:defRPr>
            </a:lvl7pPr>
            <a:lvl8pPr algn="ctr">
              <a:defRPr sz="1575" b="1">
                <a:solidFill>
                  <a:srgbClr val="8B1E2D"/>
                </a:solidFill>
              </a:defRPr>
            </a:lvl8pPr>
            <a:lvl9pPr algn="ctr">
              <a:defRPr sz="1575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8B1E2D"/>
                </a:solidFill>
              </a:defRPr>
            </a:pPr>
            <a:r>
              <a:rPr sz="1575" b="1">
                <a:solidFill>
                  <a:srgbClr val="8B1E2D"/>
                </a:solidFill>
              </a:rPr>
              <a:t>Fully analyze one case and show the result to the GTA before leaving.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CD2EDC-C547-47D0-821E-B813EA1E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5B6873"/>
                </a:solidFill>
              </a:defRPr>
            </a:defPPr>
            <a:lvl1pPr algn="r">
              <a:defRPr sz="825" b="0">
                <a:solidFill>
                  <a:srgbClr val="5B6873"/>
                </a:solidFill>
              </a:defRPr>
            </a:lvl1pPr>
            <a:lvl2pPr algn="r">
              <a:defRPr sz="825" b="0">
                <a:solidFill>
                  <a:srgbClr val="5B6873"/>
                </a:solidFill>
              </a:defRPr>
            </a:lvl2pPr>
            <a:lvl3pPr algn="r">
              <a:defRPr sz="825" b="0">
                <a:solidFill>
                  <a:srgbClr val="5B6873"/>
                </a:solidFill>
              </a:defRPr>
            </a:lvl3pPr>
            <a:lvl4pPr algn="r">
              <a:defRPr sz="825" b="0">
                <a:solidFill>
                  <a:srgbClr val="5B6873"/>
                </a:solidFill>
              </a:defRPr>
            </a:lvl4pPr>
            <a:lvl5pPr algn="r">
              <a:defRPr sz="825" b="0">
                <a:solidFill>
                  <a:srgbClr val="5B6873"/>
                </a:solidFill>
              </a:defRPr>
            </a:lvl5pPr>
            <a:lvl6pPr algn="r">
              <a:defRPr sz="825" b="0">
                <a:solidFill>
                  <a:srgbClr val="5B6873"/>
                </a:solidFill>
              </a:defRPr>
            </a:lvl6pPr>
            <a:lvl7pPr algn="r">
              <a:defRPr sz="825" b="0">
                <a:solidFill>
                  <a:srgbClr val="5B6873"/>
                </a:solidFill>
              </a:defRPr>
            </a:lvl7pPr>
            <a:lvl8pPr algn="r">
              <a:defRPr sz="825" b="0">
                <a:solidFill>
                  <a:srgbClr val="5B6873"/>
                </a:solidFill>
              </a:defRPr>
            </a:lvl8pPr>
            <a:lvl9pPr algn="r">
              <a:defRPr sz="825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5B6873"/>
                </a:solidFill>
              </a:defRPr>
            </a:pPr>
            <a:r>
              <a:rPr sz="825" b="0">
                <a:solidFill>
                  <a:srgbClr val="5B6873"/>
                </a:solidFill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01394736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26D03E-0B62-452F-BF25-A0F34175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05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8B1E2D"/>
                </a:solidFill>
              </a:defRPr>
            </a:defPPr>
            <a:lvl1pPr algn="l">
              <a:defRPr sz="1050" b="1">
                <a:solidFill>
                  <a:srgbClr val="8B1E2D"/>
                </a:solidFill>
              </a:defRPr>
            </a:lvl1pPr>
            <a:lvl2pPr algn="l">
              <a:defRPr sz="1050" b="1">
                <a:solidFill>
                  <a:srgbClr val="8B1E2D"/>
                </a:solidFill>
              </a:defRPr>
            </a:lvl2pPr>
            <a:lvl3pPr algn="l">
              <a:defRPr sz="1050" b="1">
                <a:solidFill>
                  <a:srgbClr val="8B1E2D"/>
                </a:solidFill>
              </a:defRPr>
            </a:lvl3pPr>
            <a:lvl4pPr algn="l">
              <a:defRPr sz="1050" b="1">
                <a:solidFill>
                  <a:srgbClr val="8B1E2D"/>
                </a:solidFill>
              </a:defRPr>
            </a:lvl4pPr>
            <a:lvl5pPr algn="l">
              <a:defRPr sz="1050" b="1">
                <a:solidFill>
                  <a:srgbClr val="8B1E2D"/>
                </a:solidFill>
              </a:defRPr>
            </a:lvl5pPr>
            <a:lvl6pPr algn="l">
              <a:defRPr sz="1050" b="1">
                <a:solidFill>
                  <a:srgbClr val="8B1E2D"/>
                </a:solidFill>
              </a:defRPr>
            </a:lvl6pPr>
            <a:lvl7pPr algn="l">
              <a:defRPr sz="1050" b="1">
                <a:solidFill>
                  <a:srgbClr val="8B1E2D"/>
                </a:solidFill>
              </a:defRPr>
            </a:lvl7pPr>
            <a:lvl8pPr algn="l">
              <a:defRPr sz="1050" b="1">
                <a:solidFill>
                  <a:srgbClr val="8B1E2D"/>
                </a:solidFill>
              </a:defRPr>
            </a:lvl8pPr>
            <a:lvl9pPr algn="l">
              <a:defRPr sz="1050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8B1E2D"/>
                </a:solidFill>
              </a:defRPr>
            </a:pPr>
            <a:r>
              <a:rPr sz="1050" b="1">
                <a:solidFill>
                  <a:srgbClr val="8B1E2D"/>
                </a:solidFill>
              </a:rPr>
              <a:t>MIE 402  |  PRE-LAB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CFD2CD-08D5-4E1D-B94E-CBCF4096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0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0">
                <a:solidFill>
                  <a:srgbClr val="5B6873"/>
                </a:solidFill>
              </a:defRPr>
            </a:defPPr>
            <a:lvl1pPr algn="r">
              <a:defRPr sz="975" b="0">
                <a:solidFill>
                  <a:srgbClr val="5B6873"/>
                </a:solidFill>
              </a:defRPr>
            </a:lvl1pPr>
            <a:lvl2pPr algn="r">
              <a:defRPr sz="975" b="0">
                <a:solidFill>
                  <a:srgbClr val="5B6873"/>
                </a:solidFill>
              </a:defRPr>
            </a:lvl2pPr>
            <a:lvl3pPr algn="r">
              <a:defRPr sz="975" b="0">
                <a:solidFill>
                  <a:srgbClr val="5B6873"/>
                </a:solidFill>
              </a:defRPr>
            </a:lvl3pPr>
            <a:lvl4pPr algn="r">
              <a:defRPr sz="975" b="0">
                <a:solidFill>
                  <a:srgbClr val="5B6873"/>
                </a:solidFill>
              </a:defRPr>
            </a:lvl4pPr>
            <a:lvl5pPr algn="r">
              <a:defRPr sz="975" b="0">
                <a:solidFill>
                  <a:srgbClr val="5B6873"/>
                </a:solidFill>
              </a:defRPr>
            </a:lvl5pPr>
            <a:lvl6pPr algn="r">
              <a:defRPr sz="975" b="0">
                <a:solidFill>
                  <a:srgbClr val="5B6873"/>
                </a:solidFill>
              </a:defRPr>
            </a:lvl6pPr>
            <a:lvl7pPr algn="r">
              <a:defRPr sz="975" b="0">
                <a:solidFill>
                  <a:srgbClr val="5B6873"/>
                </a:solidFill>
              </a:defRPr>
            </a:lvl7pPr>
            <a:lvl8pPr algn="r">
              <a:defRPr sz="975" b="0">
                <a:solidFill>
                  <a:srgbClr val="5B6873"/>
                </a:solidFill>
              </a:defRPr>
            </a:lvl8pPr>
            <a:lvl9pPr algn="r">
              <a:defRPr sz="975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5B6873"/>
                </a:solidFill>
              </a:defRPr>
            </a:pPr>
            <a:r>
              <a:rPr sz="975" b="0">
                <a:solidFill>
                  <a:srgbClr val="5B6873"/>
                </a:solidFill>
              </a:rPr>
              <a:t>48–49 min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24BF00-B719-40D4-ACA1-FE77B889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11287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11111"/>
                </a:solidFill>
              </a:defRPr>
            </a:defPPr>
            <a:lvl1pPr algn="l">
              <a:defRPr sz="2325" b="1">
                <a:solidFill>
                  <a:srgbClr val="111111"/>
                </a:solidFill>
              </a:defRPr>
            </a:lvl1pPr>
            <a:lvl2pPr algn="l">
              <a:defRPr sz="2325" b="1">
                <a:solidFill>
                  <a:srgbClr val="111111"/>
                </a:solidFill>
              </a:defRPr>
            </a:lvl2pPr>
            <a:lvl3pPr algn="l">
              <a:defRPr sz="2325" b="1">
                <a:solidFill>
                  <a:srgbClr val="111111"/>
                </a:solidFill>
              </a:defRPr>
            </a:lvl3pPr>
            <a:lvl4pPr algn="l">
              <a:defRPr sz="2325" b="1">
                <a:solidFill>
                  <a:srgbClr val="111111"/>
                </a:solidFill>
              </a:defRPr>
            </a:lvl4pPr>
            <a:lvl5pPr algn="l">
              <a:defRPr sz="2325" b="1">
                <a:solidFill>
                  <a:srgbClr val="111111"/>
                </a:solidFill>
              </a:defRPr>
            </a:lvl5pPr>
            <a:lvl6pPr algn="l">
              <a:defRPr sz="2325" b="1">
                <a:solidFill>
                  <a:srgbClr val="111111"/>
                </a:solidFill>
              </a:defRPr>
            </a:lvl6pPr>
            <a:lvl7pPr algn="l">
              <a:defRPr sz="2325" b="1">
                <a:solidFill>
                  <a:srgbClr val="111111"/>
                </a:solidFill>
              </a:defRPr>
            </a:lvl7pPr>
            <a:lvl8pPr algn="l">
              <a:defRPr sz="2325" b="1">
                <a:solidFill>
                  <a:srgbClr val="111111"/>
                </a:solidFill>
              </a:defRPr>
            </a:lvl8pPr>
            <a:lvl9pPr algn="l">
              <a:defRPr sz="2325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Pre‑Lab 4 prepares the decisions made at the bench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DAFFF6-AA41-45FA-ACCD-ADFCAA46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5730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ED7DE7-8C98-4304-B5CE-DBE19C28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71625"/>
            <a:ext cx="228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8B1E2D"/>
                </a:solidFill>
              </a:defRPr>
            </a:defPPr>
            <a:lvl1pPr algn="l">
              <a:defRPr sz="1725" b="1">
                <a:solidFill>
                  <a:srgbClr val="8B1E2D"/>
                </a:solidFill>
              </a:defRPr>
            </a:lvl1pPr>
            <a:lvl2pPr algn="l">
              <a:defRPr sz="1725" b="1">
                <a:solidFill>
                  <a:srgbClr val="8B1E2D"/>
                </a:solidFill>
              </a:defRPr>
            </a:lvl2pPr>
            <a:lvl3pPr algn="l">
              <a:defRPr sz="1725" b="1">
                <a:solidFill>
                  <a:srgbClr val="8B1E2D"/>
                </a:solidFill>
              </a:defRPr>
            </a:lvl3pPr>
            <a:lvl4pPr algn="l">
              <a:defRPr sz="1725" b="1">
                <a:solidFill>
                  <a:srgbClr val="8B1E2D"/>
                </a:solidFill>
              </a:defRPr>
            </a:lvl4pPr>
            <a:lvl5pPr algn="l">
              <a:defRPr sz="1725" b="1">
                <a:solidFill>
                  <a:srgbClr val="8B1E2D"/>
                </a:solidFill>
              </a:defRPr>
            </a:lvl5pPr>
            <a:lvl6pPr algn="l">
              <a:defRPr sz="1725" b="1">
                <a:solidFill>
                  <a:srgbClr val="8B1E2D"/>
                </a:solidFill>
              </a:defRPr>
            </a:lvl6pPr>
            <a:lvl7pPr algn="l">
              <a:defRPr sz="1725" b="1">
                <a:solidFill>
                  <a:srgbClr val="8B1E2D"/>
                </a:solidFill>
              </a:defRPr>
            </a:lvl7pPr>
            <a:lvl8pPr algn="l">
              <a:defRPr sz="1725" b="1">
                <a:solidFill>
                  <a:srgbClr val="8B1E2D"/>
                </a:solidFill>
              </a:defRPr>
            </a:lvl8pPr>
            <a:lvl9pPr algn="l">
              <a:defRPr sz="1725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8B1E2D"/>
                </a:solidFill>
              </a:defRPr>
            </a:pPr>
            <a:r>
              <a:rPr sz="1725" b="1">
                <a:solidFill>
                  <a:srgbClr val="8B1E2D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0ABCE3-89A2-48E0-816E-CAA240ED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71625"/>
            <a:ext cx="9639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11283F"/>
                </a:solidFill>
              </a:defRPr>
            </a:defPPr>
            <a:lvl1pPr algn="l">
              <a:defRPr sz="1575" b="0">
                <a:solidFill>
                  <a:srgbClr val="11283F"/>
                </a:solidFill>
              </a:defRPr>
            </a:lvl1pPr>
            <a:lvl2pPr algn="l">
              <a:defRPr sz="1575" b="0">
                <a:solidFill>
                  <a:srgbClr val="11283F"/>
                </a:solidFill>
              </a:defRPr>
            </a:lvl2pPr>
            <a:lvl3pPr algn="l">
              <a:defRPr sz="1575" b="0">
                <a:solidFill>
                  <a:srgbClr val="11283F"/>
                </a:solidFill>
              </a:defRPr>
            </a:lvl3pPr>
            <a:lvl4pPr algn="l">
              <a:defRPr sz="1575" b="0">
                <a:solidFill>
                  <a:srgbClr val="11283F"/>
                </a:solidFill>
              </a:defRPr>
            </a:lvl4pPr>
            <a:lvl5pPr algn="l">
              <a:defRPr sz="1575" b="0">
                <a:solidFill>
                  <a:srgbClr val="11283F"/>
                </a:solidFill>
              </a:defRPr>
            </a:lvl5pPr>
            <a:lvl6pPr algn="l">
              <a:defRPr sz="1575" b="0">
                <a:solidFill>
                  <a:srgbClr val="11283F"/>
                </a:solidFill>
              </a:defRPr>
            </a:lvl6pPr>
            <a:lvl7pPr algn="l">
              <a:defRPr sz="1575" b="0">
                <a:solidFill>
                  <a:srgbClr val="11283F"/>
                </a:solidFill>
              </a:defRPr>
            </a:lvl7pPr>
            <a:lvl8pPr algn="l">
              <a:defRPr sz="1575" b="0">
                <a:solidFill>
                  <a:srgbClr val="11283F"/>
                </a:solidFill>
              </a:defRPr>
            </a:lvl8pPr>
            <a:lvl9pPr algn="l">
              <a:defRPr sz="1575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1283F"/>
                </a:solidFill>
              </a:defRPr>
            </a:pPr>
            <a:r>
              <a:rPr sz="1575" b="0">
                <a:solidFill>
                  <a:srgbClr val="11283F"/>
                </a:solidFill>
              </a:rPr>
              <a:t>Identify the industrial role of free-response testing.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21D413-6AE7-4947-A239-A62D124E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228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8B1E2D"/>
                </a:solidFill>
              </a:defRPr>
            </a:defPPr>
            <a:lvl1pPr algn="l">
              <a:defRPr sz="1725" b="1">
                <a:solidFill>
                  <a:srgbClr val="8B1E2D"/>
                </a:solidFill>
              </a:defRPr>
            </a:lvl1pPr>
            <a:lvl2pPr algn="l">
              <a:defRPr sz="1725" b="1">
                <a:solidFill>
                  <a:srgbClr val="8B1E2D"/>
                </a:solidFill>
              </a:defRPr>
            </a:lvl2pPr>
            <a:lvl3pPr algn="l">
              <a:defRPr sz="1725" b="1">
                <a:solidFill>
                  <a:srgbClr val="8B1E2D"/>
                </a:solidFill>
              </a:defRPr>
            </a:lvl3pPr>
            <a:lvl4pPr algn="l">
              <a:defRPr sz="1725" b="1">
                <a:solidFill>
                  <a:srgbClr val="8B1E2D"/>
                </a:solidFill>
              </a:defRPr>
            </a:lvl4pPr>
            <a:lvl5pPr algn="l">
              <a:defRPr sz="1725" b="1">
                <a:solidFill>
                  <a:srgbClr val="8B1E2D"/>
                </a:solidFill>
              </a:defRPr>
            </a:lvl5pPr>
            <a:lvl6pPr algn="l">
              <a:defRPr sz="1725" b="1">
                <a:solidFill>
                  <a:srgbClr val="8B1E2D"/>
                </a:solidFill>
              </a:defRPr>
            </a:lvl6pPr>
            <a:lvl7pPr algn="l">
              <a:defRPr sz="1725" b="1">
                <a:solidFill>
                  <a:srgbClr val="8B1E2D"/>
                </a:solidFill>
              </a:defRPr>
            </a:lvl7pPr>
            <a:lvl8pPr algn="l">
              <a:defRPr sz="1725" b="1">
                <a:solidFill>
                  <a:srgbClr val="8B1E2D"/>
                </a:solidFill>
              </a:defRPr>
            </a:lvl8pPr>
            <a:lvl9pPr algn="l">
              <a:defRPr sz="1725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8B1E2D"/>
                </a:solidFill>
              </a:defRPr>
            </a:pPr>
            <a:r>
              <a:rPr sz="1725" b="1">
                <a:solidFill>
                  <a:srgbClr val="8B1E2D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D382F1-DCDF-49A7-8799-242FC845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190750"/>
            <a:ext cx="9639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11283F"/>
                </a:solidFill>
              </a:defRPr>
            </a:defPPr>
            <a:lvl1pPr algn="l">
              <a:defRPr sz="1575" b="0">
                <a:solidFill>
                  <a:srgbClr val="11283F"/>
                </a:solidFill>
              </a:defRPr>
            </a:lvl1pPr>
            <a:lvl2pPr algn="l">
              <a:defRPr sz="1575" b="0">
                <a:solidFill>
                  <a:srgbClr val="11283F"/>
                </a:solidFill>
              </a:defRPr>
            </a:lvl2pPr>
            <a:lvl3pPr algn="l">
              <a:defRPr sz="1575" b="0">
                <a:solidFill>
                  <a:srgbClr val="11283F"/>
                </a:solidFill>
              </a:defRPr>
            </a:lvl3pPr>
            <a:lvl4pPr algn="l">
              <a:defRPr sz="1575" b="0">
                <a:solidFill>
                  <a:srgbClr val="11283F"/>
                </a:solidFill>
              </a:defRPr>
            </a:lvl4pPr>
            <a:lvl5pPr algn="l">
              <a:defRPr sz="1575" b="0">
                <a:solidFill>
                  <a:srgbClr val="11283F"/>
                </a:solidFill>
              </a:defRPr>
            </a:lvl5pPr>
            <a:lvl6pPr algn="l">
              <a:defRPr sz="1575" b="0">
                <a:solidFill>
                  <a:srgbClr val="11283F"/>
                </a:solidFill>
              </a:defRPr>
            </a:lvl6pPr>
            <a:lvl7pPr algn="l">
              <a:defRPr sz="1575" b="0">
                <a:solidFill>
                  <a:srgbClr val="11283F"/>
                </a:solidFill>
              </a:defRPr>
            </a:lvl7pPr>
            <a:lvl8pPr algn="l">
              <a:defRPr sz="1575" b="0">
                <a:solidFill>
                  <a:srgbClr val="11283F"/>
                </a:solidFill>
              </a:defRPr>
            </a:lvl8pPr>
            <a:lvl9pPr algn="l">
              <a:defRPr sz="1575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1283F"/>
                </a:solidFill>
              </a:defRPr>
            </a:pPr>
            <a:r>
              <a:rPr sz="1575" b="0">
                <a:solidFill>
                  <a:srgbClr val="11283F"/>
                </a:solidFill>
              </a:rPr>
              <a:t>Calculate ωₙ, ζ, and ω_d for a new spring–mass–damper case.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618BBC-CA1D-4F70-B22D-63F51B42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09875"/>
            <a:ext cx="228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8B1E2D"/>
                </a:solidFill>
              </a:defRPr>
            </a:defPPr>
            <a:lvl1pPr algn="l">
              <a:defRPr sz="1725" b="1">
                <a:solidFill>
                  <a:srgbClr val="8B1E2D"/>
                </a:solidFill>
              </a:defRPr>
            </a:lvl1pPr>
            <a:lvl2pPr algn="l">
              <a:defRPr sz="1725" b="1">
                <a:solidFill>
                  <a:srgbClr val="8B1E2D"/>
                </a:solidFill>
              </a:defRPr>
            </a:lvl2pPr>
            <a:lvl3pPr algn="l">
              <a:defRPr sz="1725" b="1">
                <a:solidFill>
                  <a:srgbClr val="8B1E2D"/>
                </a:solidFill>
              </a:defRPr>
            </a:lvl3pPr>
            <a:lvl4pPr algn="l">
              <a:defRPr sz="1725" b="1">
                <a:solidFill>
                  <a:srgbClr val="8B1E2D"/>
                </a:solidFill>
              </a:defRPr>
            </a:lvl4pPr>
            <a:lvl5pPr algn="l">
              <a:defRPr sz="1725" b="1">
                <a:solidFill>
                  <a:srgbClr val="8B1E2D"/>
                </a:solidFill>
              </a:defRPr>
            </a:lvl5pPr>
            <a:lvl6pPr algn="l">
              <a:defRPr sz="1725" b="1">
                <a:solidFill>
                  <a:srgbClr val="8B1E2D"/>
                </a:solidFill>
              </a:defRPr>
            </a:lvl6pPr>
            <a:lvl7pPr algn="l">
              <a:defRPr sz="1725" b="1">
                <a:solidFill>
                  <a:srgbClr val="8B1E2D"/>
                </a:solidFill>
              </a:defRPr>
            </a:lvl7pPr>
            <a:lvl8pPr algn="l">
              <a:defRPr sz="1725" b="1">
                <a:solidFill>
                  <a:srgbClr val="8B1E2D"/>
                </a:solidFill>
              </a:defRPr>
            </a:lvl8pPr>
            <a:lvl9pPr algn="l">
              <a:defRPr sz="1725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8B1E2D"/>
                </a:solidFill>
              </a:defRPr>
            </a:pPr>
            <a:r>
              <a:rPr sz="1725" b="1">
                <a:solidFill>
                  <a:srgbClr val="8B1E2D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1ADBC7-828E-496F-ACC7-56410D48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809875"/>
            <a:ext cx="9639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11283F"/>
                </a:solidFill>
              </a:defRPr>
            </a:defPPr>
            <a:lvl1pPr algn="l">
              <a:defRPr sz="1575" b="0">
                <a:solidFill>
                  <a:srgbClr val="11283F"/>
                </a:solidFill>
              </a:defRPr>
            </a:lvl1pPr>
            <a:lvl2pPr algn="l">
              <a:defRPr sz="1575" b="0">
                <a:solidFill>
                  <a:srgbClr val="11283F"/>
                </a:solidFill>
              </a:defRPr>
            </a:lvl2pPr>
            <a:lvl3pPr algn="l">
              <a:defRPr sz="1575" b="0">
                <a:solidFill>
                  <a:srgbClr val="11283F"/>
                </a:solidFill>
              </a:defRPr>
            </a:lvl3pPr>
            <a:lvl4pPr algn="l">
              <a:defRPr sz="1575" b="0">
                <a:solidFill>
                  <a:srgbClr val="11283F"/>
                </a:solidFill>
              </a:defRPr>
            </a:lvl4pPr>
            <a:lvl5pPr algn="l">
              <a:defRPr sz="1575" b="0">
                <a:solidFill>
                  <a:srgbClr val="11283F"/>
                </a:solidFill>
              </a:defRPr>
            </a:lvl5pPr>
            <a:lvl6pPr algn="l">
              <a:defRPr sz="1575" b="0">
                <a:solidFill>
                  <a:srgbClr val="11283F"/>
                </a:solidFill>
              </a:defRPr>
            </a:lvl6pPr>
            <a:lvl7pPr algn="l">
              <a:defRPr sz="1575" b="0">
                <a:solidFill>
                  <a:srgbClr val="11283F"/>
                </a:solidFill>
              </a:defRPr>
            </a:lvl7pPr>
            <a:lvl8pPr algn="l">
              <a:defRPr sz="1575" b="0">
                <a:solidFill>
                  <a:srgbClr val="11283F"/>
                </a:solidFill>
              </a:defRPr>
            </a:lvl8pPr>
            <a:lvl9pPr algn="l">
              <a:defRPr sz="1575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1283F"/>
                </a:solidFill>
              </a:defRPr>
            </a:pPr>
            <a:r>
              <a:rPr sz="1575" b="0">
                <a:solidFill>
                  <a:srgbClr val="11283F"/>
                </a:solidFill>
              </a:rPr>
              <a:t>Predict how mass, stiffness, and damping change the record.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54838D-5AE9-4A31-86DE-4F94D455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228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8B1E2D"/>
                </a:solidFill>
              </a:defRPr>
            </a:defPPr>
            <a:lvl1pPr algn="l">
              <a:defRPr sz="1725" b="1">
                <a:solidFill>
                  <a:srgbClr val="8B1E2D"/>
                </a:solidFill>
              </a:defRPr>
            </a:lvl1pPr>
            <a:lvl2pPr algn="l">
              <a:defRPr sz="1725" b="1">
                <a:solidFill>
                  <a:srgbClr val="8B1E2D"/>
                </a:solidFill>
              </a:defRPr>
            </a:lvl2pPr>
            <a:lvl3pPr algn="l">
              <a:defRPr sz="1725" b="1">
                <a:solidFill>
                  <a:srgbClr val="8B1E2D"/>
                </a:solidFill>
              </a:defRPr>
            </a:lvl3pPr>
            <a:lvl4pPr algn="l">
              <a:defRPr sz="1725" b="1">
                <a:solidFill>
                  <a:srgbClr val="8B1E2D"/>
                </a:solidFill>
              </a:defRPr>
            </a:lvl4pPr>
            <a:lvl5pPr algn="l">
              <a:defRPr sz="1725" b="1">
                <a:solidFill>
                  <a:srgbClr val="8B1E2D"/>
                </a:solidFill>
              </a:defRPr>
            </a:lvl5pPr>
            <a:lvl6pPr algn="l">
              <a:defRPr sz="1725" b="1">
                <a:solidFill>
                  <a:srgbClr val="8B1E2D"/>
                </a:solidFill>
              </a:defRPr>
            </a:lvl6pPr>
            <a:lvl7pPr algn="l">
              <a:defRPr sz="1725" b="1">
                <a:solidFill>
                  <a:srgbClr val="8B1E2D"/>
                </a:solidFill>
              </a:defRPr>
            </a:lvl7pPr>
            <a:lvl8pPr algn="l">
              <a:defRPr sz="1725" b="1">
                <a:solidFill>
                  <a:srgbClr val="8B1E2D"/>
                </a:solidFill>
              </a:defRPr>
            </a:lvl8pPr>
            <a:lvl9pPr algn="l">
              <a:defRPr sz="1725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8B1E2D"/>
                </a:solidFill>
              </a:defRPr>
            </a:pPr>
            <a:r>
              <a:rPr sz="1725" b="1">
                <a:solidFill>
                  <a:srgbClr val="8B1E2D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F294BA-B6CB-4DB8-9D53-E70886F9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0"/>
            <a:ext cx="9639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11283F"/>
                </a:solidFill>
              </a:defRPr>
            </a:defPPr>
            <a:lvl1pPr algn="l">
              <a:defRPr sz="1575" b="0">
                <a:solidFill>
                  <a:srgbClr val="11283F"/>
                </a:solidFill>
              </a:defRPr>
            </a:lvl1pPr>
            <a:lvl2pPr algn="l">
              <a:defRPr sz="1575" b="0">
                <a:solidFill>
                  <a:srgbClr val="11283F"/>
                </a:solidFill>
              </a:defRPr>
            </a:lvl2pPr>
            <a:lvl3pPr algn="l">
              <a:defRPr sz="1575" b="0">
                <a:solidFill>
                  <a:srgbClr val="11283F"/>
                </a:solidFill>
              </a:defRPr>
            </a:lvl3pPr>
            <a:lvl4pPr algn="l">
              <a:defRPr sz="1575" b="0">
                <a:solidFill>
                  <a:srgbClr val="11283F"/>
                </a:solidFill>
              </a:defRPr>
            </a:lvl4pPr>
            <a:lvl5pPr algn="l">
              <a:defRPr sz="1575" b="0">
                <a:solidFill>
                  <a:srgbClr val="11283F"/>
                </a:solidFill>
              </a:defRPr>
            </a:lvl5pPr>
            <a:lvl6pPr algn="l">
              <a:defRPr sz="1575" b="0">
                <a:solidFill>
                  <a:srgbClr val="11283F"/>
                </a:solidFill>
              </a:defRPr>
            </a:lvl6pPr>
            <a:lvl7pPr algn="l">
              <a:defRPr sz="1575" b="0">
                <a:solidFill>
                  <a:srgbClr val="11283F"/>
                </a:solidFill>
              </a:defRPr>
            </a:lvl7pPr>
            <a:lvl8pPr algn="l">
              <a:defRPr sz="1575" b="0">
                <a:solidFill>
                  <a:srgbClr val="11283F"/>
                </a:solidFill>
              </a:defRPr>
            </a:lvl8pPr>
            <a:lvl9pPr algn="l">
              <a:defRPr sz="1575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1283F"/>
                </a:solidFill>
              </a:defRPr>
            </a:pPr>
            <a:r>
              <a:rPr sz="1575" b="0">
                <a:solidFill>
                  <a:srgbClr val="11283F"/>
                </a:solidFill>
              </a:rPr>
              <a:t>Run provided code for an analytical response and a numerical solution.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43E15B-28A3-429A-B4D0-972314FA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48125"/>
            <a:ext cx="228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8B1E2D"/>
                </a:solidFill>
              </a:defRPr>
            </a:defPPr>
            <a:lvl1pPr algn="l">
              <a:defRPr sz="1725" b="1">
                <a:solidFill>
                  <a:srgbClr val="8B1E2D"/>
                </a:solidFill>
              </a:defRPr>
            </a:lvl1pPr>
            <a:lvl2pPr algn="l">
              <a:defRPr sz="1725" b="1">
                <a:solidFill>
                  <a:srgbClr val="8B1E2D"/>
                </a:solidFill>
              </a:defRPr>
            </a:lvl2pPr>
            <a:lvl3pPr algn="l">
              <a:defRPr sz="1725" b="1">
                <a:solidFill>
                  <a:srgbClr val="8B1E2D"/>
                </a:solidFill>
              </a:defRPr>
            </a:lvl3pPr>
            <a:lvl4pPr algn="l">
              <a:defRPr sz="1725" b="1">
                <a:solidFill>
                  <a:srgbClr val="8B1E2D"/>
                </a:solidFill>
              </a:defRPr>
            </a:lvl4pPr>
            <a:lvl5pPr algn="l">
              <a:defRPr sz="1725" b="1">
                <a:solidFill>
                  <a:srgbClr val="8B1E2D"/>
                </a:solidFill>
              </a:defRPr>
            </a:lvl5pPr>
            <a:lvl6pPr algn="l">
              <a:defRPr sz="1725" b="1">
                <a:solidFill>
                  <a:srgbClr val="8B1E2D"/>
                </a:solidFill>
              </a:defRPr>
            </a:lvl6pPr>
            <a:lvl7pPr algn="l">
              <a:defRPr sz="1725" b="1">
                <a:solidFill>
                  <a:srgbClr val="8B1E2D"/>
                </a:solidFill>
              </a:defRPr>
            </a:lvl7pPr>
            <a:lvl8pPr algn="l">
              <a:defRPr sz="1725" b="1">
                <a:solidFill>
                  <a:srgbClr val="8B1E2D"/>
                </a:solidFill>
              </a:defRPr>
            </a:lvl8pPr>
            <a:lvl9pPr algn="l">
              <a:defRPr sz="1725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8B1E2D"/>
                </a:solidFill>
              </a:defRPr>
            </a:pPr>
            <a:r>
              <a:rPr sz="1725" b="1">
                <a:solidFill>
                  <a:srgbClr val="8B1E2D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2B71B3-6139-4C97-A394-805EC081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48125"/>
            <a:ext cx="9639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11283F"/>
                </a:solidFill>
              </a:defRPr>
            </a:defPPr>
            <a:lvl1pPr algn="l">
              <a:defRPr sz="1575" b="0">
                <a:solidFill>
                  <a:srgbClr val="11283F"/>
                </a:solidFill>
              </a:defRPr>
            </a:lvl1pPr>
            <a:lvl2pPr algn="l">
              <a:defRPr sz="1575" b="0">
                <a:solidFill>
                  <a:srgbClr val="11283F"/>
                </a:solidFill>
              </a:defRPr>
            </a:lvl2pPr>
            <a:lvl3pPr algn="l">
              <a:defRPr sz="1575" b="0">
                <a:solidFill>
                  <a:srgbClr val="11283F"/>
                </a:solidFill>
              </a:defRPr>
            </a:lvl3pPr>
            <a:lvl4pPr algn="l">
              <a:defRPr sz="1575" b="0">
                <a:solidFill>
                  <a:srgbClr val="11283F"/>
                </a:solidFill>
              </a:defRPr>
            </a:lvl4pPr>
            <a:lvl5pPr algn="l">
              <a:defRPr sz="1575" b="0">
                <a:solidFill>
                  <a:srgbClr val="11283F"/>
                </a:solidFill>
              </a:defRPr>
            </a:lvl5pPr>
            <a:lvl6pPr algn="l">
              <a:defRPr sz="1575" b="0">
                <a:solidFill>
                  <a:srgbClr val="11283F"/>
                </a:solidFill>
              </a:defRPr>
            </a:lvl6pPr>
            <a:lvl7pPr algn="l">
              <a:defRPr sz="1575" b="0">
                <a:solidFill>
                  <a:srgbClr val="11283F"/>
                </a:solidFill>
              </a:defRPr>
            </a:lvl7pPr>
            <a:lvl8pPr algn="l">
              <a:defRPr sz="1575" b="0">
                <a:solidFill>
                  <a:srgbClr val="11283F"/>
                </a:solidFill>
              </a:defRPr>
            </a:lvl8pPr>
            <a:lvl9pPr algn="l">
              <a:defRPr sz="1575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1283F"/>
                </a:solidFill>
              </a:defRPr>
            </a:pPr>
            <a:r>
              <a:rPr sz="1575" b="0">
                <a:solidFill>
                  <a:srgbClr val="11283F"/>
                </a:solidFill>
              </a:rPr>
              <a:t>Use provided peak-analysis code to estimate damping and frequency.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7E1B94-8DBE-414C-A278-F17F8728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67250"/>
            <a:ext cx="228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8B1E2D"/>
                </a:solidFill>
              </a:defRPr>
            </a:defPPr>
            <a:lvl1pPr algn="l">
              <a:defRPr sz="1725" b="1">
                <a:solidFill>
                  <a:srgbClr val="8B1E2D"/>
                </a:solidFill>
              </a:defRPr>
            </a:lvl1pPr>
            <a:lvl2pPr algn="l">
              <a:defRPr sz="1725" b="1">
                <a:solidFill>
                  <a:srgbClr val="8B1E2D"/>
                </a:solidFill>
              </a:defRPr>
            </a:lvl2pPr>
            <a:lvl3pPr algn="l">
              <a:defRPr sz="1725" b="1">
                <a:solidFill>
                  <a:srgbClr val="8B1E2D"/>
                </a:solidFill>
              </a:defRPr>
            </a:lvl3pPr>
            <a:lvl4pPr algn="l">
              <a:defRPr sz="1725" b="1">
                <a:solidFill>
                  <a:srgbClr val="8B1E2D"/>
                </a:solidFill>
              </a:defRPr>
            </a:lvl4pPr>
            <a:lvl5pPr algn="l">
              <a:defRPr sz="1725" b="1">
                <a:solidFill>
                  <a:srgbClr val="8B1E2D"/>
                </a:solidFill>
              </a:defRPr>
            </a:lvl5pPr>
            <a:lvl6pPr algn="l">
              <a:defRPr sz="1725" b="1">
                <a:solidFill>
                  <a:srgbClr val="8B1E2D"/>
                </a:solidFill>
              </a:defRPr>
            </a:lvl6pPr>
            <a:lvl7pPr algn="l">
              <a:defRPr sz="1725" b="1">
                <a:solidFill>
                  <a:srgbClr val="8B1E2D"/>
                </a:solidFill>
              </a:defRPr>
            </a:lvl7pPr>
            <a:lvl8pPr algn="l">
              <a:defRPr sz="1725" b="1">
                <a:solidFill>
                  <a:srgbClr val="8B1E2D"/>
                </a:solidFill>
              </a:defRPr>
            </a:lvl8pPr>
            <a:lvl9pPr algn="l">
              <a:defRPr sz="1725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8B1E2D"/>
                </a:solidFill>
              </a:defRPr>
            </a:pPr>
            <a:r>
              <a:rPr sz="1725" b="1">
                <a:solidFill>
                  <a:srgbClr val="8B1E2D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DE377F-51ED-4018-BA2D-7ADA270A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67250"/>
            <a:ext cx="9639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11283F"/>
                </a:solidFill>
              </a:defRPr>
            </a:defPPr>
            <a:lvl1pPr algn="l">
              <a:defRPr sz="1575" b="0">
                <a:solidFill>
                  <a:srgbClr val="11283F"/>
                </a:solidFill>
              </a:defRPr>
            </a:lvl1pPr>
            <a:lvl2pPr algn="l">
              <a:defRPr sz="1575" b="0">
                <a:solidFill>
                  <a:srgbClr val="11283F"/>
                </a:solidFill>
              </a:defRPr>
            </a:lvl2pPr>
            <a:lvl3pPr algn="l">
              <a:defRPr sz="1575" b="0">
                <a:solidFill>
                  <a:srgbClr val="11283F"/>
                </a:solidFill>
              </a:defRPr>
            </a:lvl3pPr>
            <a:lvl4pPr algn="l">
              <a:defRPr sz="1575" b="0">
                <a:solidFill>
                  <a:srgbClr val="11283F"/>
                </a:solidFill>
              </a:defRPr>
            </a:lvl4pPr>
            <a:lvl5pPr algn="l">
              <a:defRPr sz="1575" b="0">
                <a:solidFill>
                  <a:srgbClr val="11283F"/>
                </a:solidFill>
              </a:defRPr>
            </a:lvl5pPr>
            <a:lvl6pPr algn="l">
              <a:defRPr sz="1575" b="0">
                <a:solidFill>
                  <a:srgbClr val="11283F"/>
                </a:solidFill>
              </a:defRPr>
            </a:lvl6pPr>
            <a:lvl7pPr algn="l">
              <a:defRPr sz="1575" b="0">
                <a:solidFill>
                  <a:srgbClr val="11283F"/>
                </a:solidFill>
              </a:defRPr>
            </a:lvl7pPr>
            <a:lvl8pPr algn="l">
              <a:defRPr sz="1575" b="0">
                <a:solidFill>
                  <a:srgbClr val="11283F"/>
                </a:solidFill>
              </a:defRPr>
            </a:lvl8pPr>
            <a:lvl9pPr algn="l">
              <a:defRPr sz="1575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1283F"/>
                </a:solidFill>
              </a:defRPr>
            </a:pPr>
            <a:r>
              <a:rPr sz="1575" b="0">
                <a:solidFill>
                  <a:srgbClr val="11283F"/>
                </a:solidFill>
              </a:rPr>
              <a:t>Submit one Word or PDF file with answers and required figures before your own Lab 4 section begins.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3D0B26-4073-425F-93F1-81FB0C5A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52450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8B1E2D"/>
                </a:solidFill>
              </a:defRPr>
            </a:defPPr>
            <a:lvl1pPr algn="ctr">
              <a:defRPr sz="1500" b="1">
                <a:solidFill>
                  <a:srgbClr val="8B1E2D"/>
                </a:solidFill>
              </a:defRPr>
            </a:lvl1pPr>
            <a:lvl2pPr algn="ctr">
              <a:defRPr sz="1500" b="1">
                <a:solidFill>
                  <a:srgbClr val="8B1E2D"/>
                </a:solidFill>
              </a:defRPr>
            </a:lvl2pPr>
            <a:lvl3pPr algn="ctr">
              <a:defRPr sz="1500" b="1">
                <a:solidFill>
                  <a:srgbClr val="8B1E2D"/>
                </a:solidFill>
              </a:defRPr>
            </a:lvl3pPr>
            <a:lvl4pPr algn="ctr">
              <a:defRPr sz="1500" b="1">
                <a:solidFill>
                  <a:srgbClr val="8B1E2D"/>
                </a:solidFill>
              </a:defRPr>
            </a:lvl4pPr>
            <a:lvl5pPr algn="ctr">
              <a:defRPr sz="1500" b="1">
                <a:solidFill>
                  <a:srgbClr val="8B1E2D"/>
                </a:solidFill>
              </a:defRPr>
            </a:lvl5pPr>
            <a:lvl6pPr algn="ctr">
              <a:defRPr sz="1500" b="1">
                <a:solidFill>
                  <a:srgbClr val="8B1E2D"/>
                </a:solidFill>
              </a:defRPr>
            </a:lvl6pPr>
            <a:lvl7pPr algn="ctr">
              <a:defRPr sz="1500" b="1">
                <a:solidFill>
                  <a:srgbClr val="8B1E2D"/>
                </a:solidFill>
              </a:defRPr>
            </a:lvl7pPr>
            <a:lvl8pPr algn="ctr">
              <a:defRPr sz="1500" b="1">
                <a:solidFill>
                  <a:srgbClr val="8B1E2D"/>
                </a:solidFill>
              </a:defRPr>
            </a:lvl8pPr>
            <a:lvl9pPr algn="ctr">
              <a:defRPr sz="1500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8B1E2D"/>
                </a:solidFill>
              </a:defRPr>
            </a:pPr>
            <a:r>
              <a:rPr sz="1500" b="1">
                <a:solidFill>
                  <a:srgbClr val="8B1E2D"/>
                </a:solidFill>
              </a:rPr>
              <a:t>No Python or MATLAB programming is required. Students run supplied code, interpret outputs, and explain the physics.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9836C7-50B2-434C-84DD-4A582788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5B6873"/>
                </a:solidFill>
              </a:defRPr>
            </a:defPPr>
            <a:lvl1pPr algn="r">
              <a:defRPr sz="825" b="0">
                <a:solidFill>
                  <a:srgbClr val="5B6873"/>
                </a:solidFill>
              </a:defRPr>
            </a:lvl1pPr>
            <a:lvl2pPr algn="r">
              <a:defRPr sz="825" b="0">
                <a:solidFill>
                  <a:srgbClr val="5B6873"/>
                </a:solidFill>
              </a:defRPr>
            </a:lvl2pPr>
            <a:lvl3pPr algn="r">
              <a:defRPr sz="825" b="0">
                <a:solidFill>
                  <a:srgbClr val="5B6873"/>
                </a:solidFill>
              </a:defRPr>
            </a:lvl3pPr>
            <a:lvl4pPr algn="r">
              <a:defRPr sz="825" b="0">
                <a:solidFill>
                  <a:srgbClr val="5B6873"/>
                </a:solidFill>
              </a:defRPr>
            </a:lvl4pPr>
            <a:lvl5pPr algn="r">
              <a:defRPr sz="825" b="0">
                <a:solidFill>
                  <a:srgbClr val="5B6873"/>
                </a:solidFill>
              </a:defRPr>
            </a:lvl5pPr>
            <a:lvl6pPr algn="r">
              <a:defRPr sz="825" b="0">
                <a:solidFill>
                  <a:srgbClr val="5B6873"/>
                </a:solidFill>
              </a:defRPr>
            </a:lvl6pPr>
            <a:lvl7pPr algn="r">
              <a:defRPr sz="825" b="0">
                <a:solidFill>
                  <a:srgbClr val="5B6873"/>
                </a:solidFill>
              </a:defRPr>
            </a:lvl7pPr>
            <a:lvl8pPr algn="r">
              <a:defRPr sz="825" b="0">
                <a:solidFill>
                  <a:srgbClr val="5B6873"/>
                </a:solidFill>
              </a:defRPr>
            </a:lvl8pPr>
            <a:lvl9pPr algn="r">
              <a:defRPr sz="825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5B6873"/>
                </a:solidFill>
              </a:defRPr>
            </a:pPr>
            <a:r>
              <a:rPr sz="825" b="0">
                <a:solidFill>
                  <a:srgbClr val="5B6873"/>
                </a:solidFill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59081183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A685A2-E97E-4211-8CF1-4259488F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05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8B1E2D"/>
                </a:solidFill>
              </a:defRPr>
            </a:defPPr>
            <a:lvl1pPr algn="l">
              <a:defRPr sz="1050" b="1">
                <a:solidFill>
                  <a:srgbClr val="8B1E2D"/>
                </a:solidFill>
              </a:defRPr>
            </a:lvl1pPr>
            <a:lvl2pPr algn="l">
              <a:defRPr sz="1050" b="1">
                <a:solidFill>
                  <a:srgbClr val="8B1E2D"/>
                </a:solidFill>
              </a:defRPr>
            </a:lvl2pPr>
            <a:lvl3pPr algn="l">
              <a:defRPr sz="1050" b="1">
                <a:solidFill>
                  <a:srgbClr val="8B1E2D"/>
                </a:solidFill>
              </a:defRPr>
            </a:lvl3pPr>
            <a:lvl4pPr algn="l">
              <a:defRPr sz="1050" b="1">
                <a:solidFill>
                  <a:srgbClr val="8B1E2D"/>
                </a:solidFill>
              </a:defRPr>
            </a:lvl4pPr>
            <a:lvl5pPr algn="l">
              <a:defRPr sz="1050" b="1">
                <a:solidFill>
                  <a:srgbClr val="8B1E2D"/>
                </a:solidFill>
              </a:defRPr>
            </a:lvl5pPr>
            <a:lvl6pPr algn="l">
              <a:defRPr sz="1050" b="1">
                <a:solidFill>
                  <a:srgbClr val="8B1E2D"/>
                </a:solidFill>
              </a:defRPr>
            </a:lvl6pPr>
            <a:lvl7pPr algn="l">
              <a:defRPr sz="1050" b="1">
                <a:solidFill>
                  <a:srgbClr val="8B1E2D"/>
                </a:solidFill>
              </a:defRPr>
            </a:lvl7pPr>
            <a:lvl8pPr algn="l">
              <a:defRPr sz="1050" b="1">
                <a:solidFill>
                  <a:srgbClr val="8B1E2D"/>
                </a:solidFill>
              </a:defRPr>
            </a:lvl8pPr>
            <a:lvl9pPr algn="l">
              <a:defRPr sz="1050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8B1E2D"/>
                </a:solidFill>
              </a:defRPr>
            </a:pPr>
            <a:r>
              <a:rPr sz="1050" b="1">
                <a:solidFill>
                  <a:srgbClr val="8B1E2D"/>
                </a:solidFill>
              </a:rPr>
              <a:t>MIE 402  |  REPORT BRIDGE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2E41B9-57E6-4296-BC03-4ECF8798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0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0">
                <a:solidFill>
                  <a:srgbClr val="5B6873"/>
                </a:solidFill>
              </a:defRPr>
            </a:defPPr>
            <a:lvl1pPr algn="r">
              <a:defRPr sz="975" b="0">
                <a:solidFill>
                  <a:srgbClr val="5B6873"/>
                </a:solidFill>
              </a:defRPr>
            </a:lvl1pPr>
            <a:lvl2pPr algn="r">
              <a:defRPr sz="975" b="0">
                <a:solidFill>
                  <a:srgbClr val="5B6873"/>
                </a:solidFill>
              </a:defRPr>
            </a:lvl2pPr>
            <a:lvl3pPr algn="r">
              <a:defRPr sz="975" b="0">
                <a:solidFill>
                  <a:srgbClr val="5B6873"/>
                </a:solidFill>
              </a:defRPr>
            </a:lvl3pPr>
            <a:lvl4pPr algn="r">
              <a:defRPr sz="975" b="0">
                <a:solidFill>
                  <a:srgbClr val="5B6873"/>
                </a:solidFill>
              </a:defRPr>
            </a:lvl4pPr>
            <a:lvl5pPr algn="r">
              <a:defRPr sz="975" b="0">
                <a:solidFill>
                  <a:srgbClr val="5B6873"/>
                </a:solidFill>
              </a:defRPr>
            </a:lvl5pPr>
            <a:lvl6pPr algn="r">
              <a:defRPr sz="975" b="0">
                <a:solidFill>
                  <a:srgbClr val="5B6873"/>
                </a:solidFill>
              </a:defRPr>
            </a:lvl6pPr>
            <a:lvl7pPr algn="r">
              <a:defRPr sz="975" b="0">
                <a:solidFill>
                  <a:srgbClr val="5B6873"/>
                </a:solidFill>
              </a:defRPr>
            </a:lvl7pPr>
            <a:lvl8pPr algn="r">
              <a:defRPr sz="975" b="0">
                <a:solidFill>
                  <a:srgbClr val="5B6873"/>
                </a:solidFill>
              </a:defRPr>
            </a:lvl8pPr>
            <a:lvl9pPr algn="r">
              <a:defRPr sz="975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r">
              <a:defRPr sz="975" b="0">
                <a:solidFill>
                  <a:srgbClr val="5B6873"/>
                </a:solidFill>
              </a:defRPr>
            </a:pPr>
            <a:r>
              <a:rPr sz="975" b="0">
                <a:solidFill>
                  <a:srgbClr val="5B6873"/>
                </a:solidFill>
              </a:rPr>
              <a:t>49–50 min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05D7C0-C682-4A3C-8577-CBB3A604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11287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11111"/>
                </a:solidFill>
              </a:defRPr>
            </a:defPPr>
            <a:lvl1pPr algn="l">
              <a:defRPr sz="2325" b="1">
                <a:solidFill>
                  <a:srgbClr val="111111"/>
                </a:solidFill>
              </a:defRPr>
            </a:lvl1pPr>
            <a:lvl2pPr algn="l">
              <a:defRPr sz="2325" b="1">
                <a:solidFill>
                  <a:srgbClr val="111111"/>
                </a:solidFill>
              </a:defRPr>
            </a:lvl2pPr>
            <a:lvl3pPr algn="l">
              <a:defRPr sz="2325" b="1">
                <a:solidFill>
                  <a:srgbClr val="111111"/>
                </a:solidFill>
              </a:defRPr>
            </a:lvl3pPr>
            <a:lvl4pPr algn="l">
              <a:defRPr sz="2325" b="1">
                <a:solidFill>
                  <a:srgbClr val="111111"/>
                </a:solidFill>
              </a:defRPr>
            </a:lvl4pPr>
            <a:lvl5pPr algn="l">
              <a:defRPr sz="2325" b="1">
                <a:solidFill>
                  <a:srgbClr val="111111"/>
                </a:solidFill>
              </a:defRPr>
            </a:lvl5pPr>
            <a:lvl6pPr algn="l">
              <a:defRPr sz="2325" b="1">
                <a:solidFill>
                  <a:srgbClr val="111111"/>
                </a:solidFill>
              </a:defRPr>
            </a:lvl6pPr>
            <a:lvl7pPr algn="l">
              <a:defRPr sz="2325" b="1">
                <a:solidFill>
                  <a:srgbClr val="111111"/>
                </a:solidFill>
              </a:defRPr>
            </a:lvl7pPr>
            <a:lvl8pPr algn="l">
              <a:defRPr sz="2325" b="1">
                <a:solidFill>
                  <a:srgbClr val="111111"/>
                </a:solidFill>
              </a:defRPr>
            </a:lvl8pPr>
            <a:lvl9pPr algn="l">
              <a:defRPr sz="2325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Lab 4 evidence feeds the combined Labs 4–5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E9E686-5ED6-48A5-8CC6-D62ED1EB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5730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DB2834-EEF4-4C79-9C2B-29097811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09750"/>
            <a:ext cx="2638425" cy="2762250"/>
          </a:xfrm>
          <a:prstGeom xmlns:a="http://schemas.openxmlformats.org/drawingml/2006/main" prst="roundRect">
            <a:avLst>
              <a:gd name="adj" fmla="val 4332"/>
            </a:avLst>
          </a:prstGeom>
          <a:solidFill xmlns:a="http://schemas.openxmlformats.org/drawingml/2006/main">
            <a:srgbClr val="F8F5F0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501D70-353F-47FA-B762-F5F092E2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2257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8B1E2D"/>
                </a:solidFill>
              </a:defRPr>
            </a:defPPr>
            <a:lvl1pPr algn="ctr">
              <a:defRPr sz="1650" b="1">
                <a:solidFill>
                  <a:srgbClr val="8B1E2D"/>
                </a:solidFill>
              </a:defRPr>
            </a:lvl1pPr>
            <a:lvl2pPr algn="ctr">
              <a:defRPr sz="1650" b="1">
                <a:solidFill>
                  <a:srgbClr val="8B1E2D"/>
                </a:solidFill>
              </a:defRPr>
            </a:lvl2pPr>
            <a:lvl3pPr algn="ctr">
              <a:defRPr sz="1650" b="1">
                <a:solidFill>
                  <a:srgbClr val="8B1E2D"/>
                </a:solidFill>
              </a:defRPr>
            </a:lvl3pPr>
            <a:lvl4pPr algn="ctr">
              <a:defRPr sz="1650" b="1">
                <a:solidFill>
                  <a:srgbClr val="8B1E2D"/>
                </a:solidFill>
              </a:defRPr>
            </a:lvl4pPr>
            <a:lvl5pPr algn="ctr">
              <a:defRPr sz="1650" b="1">
                <a:solidFill>
                  <a:srgbClr val="8B1E2D"/>
                </a:solidFill>
              </a:defRPr>
            </a:lvl5pPr>
            <a:lvl6pPr algn="ctr">
              <a:defRPr sz="1650" b="1">
                <a:solidFill>
                  <a:srgbClr val="8B1E2D"/>
                </a:solidFill>
              </a:defRPr>
            </a:lvl6pPr>
            <a:lvl7pPr algn="ctr">
              <a:defRPr sz="1650" b="1">
                <a:solidFill>
                  <a:srgbClr val="8B1E2D"/>
                </a:solidFill>
              </a:defRPr>
            </a:lvl7pPr>
            <a:lvl8pPr algn="ctr">
              <a:defRPr sz="1650" b="1">
                <a:solidFill>
                  <a:srgbClr val="8B1E2D"/>
                </a:solidFill>
              </a:defRPr>
            </a:lvl8pPr>
            <a:lvl9pPr algn="ctr">
              <a:defRPr sz="1650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8B1E2D"/>
                </a:solidFill>
              </a:defRPr>
            </a:pPr>
            <a:r>
              <a:rPr sz="1650" b="1">
                <a:solidFill>
                  <a:srgbClr val="8B1E2D"/>
                </a:solidFill>
              </a:rPr>
              <a:t>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5DE253-75D2-4EF8-B68E-532E1B8E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14625"/>
            <a:ext cx="21812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0">
                <a:solidFill>
                  <a:srgbClr val="11283F"/>
                </a:solidFill>
              </a:defRPr>
            </a:defPPr>
            <a:lvl1pPr algn="ctr">
              <a:defRPr sz="1425" b="0">
                <a:solidFill>
                  <a:srgbClr val="11283F"/>
                </a:solidFill>
              </a:defRPr>
            </a:lvl1pPr>
            <a:lvl2pPr algn="ctr">
              <a:defRPr sz="1425" b="0">
                <a:solidFill>
                  <a:srgbClr val="11283F"/>
                </a:solidFill>
              </a:defRPr>
            </a:lvl2pPr>
            <a:lvl3pPr algn="ctr">
              <a:defRPr sz="1425" b="0">
                <a:solidFill>
                  <a:srgbClr val="11283F"/>
                </a:solidFill>
              </a:defRPr>
            </a:lvl3pPr>
            <a:lvl4pPr algn="ctr">
              <a:defRPr sz="1425" b="0">
                <a:solidFill>
                  <a:srgbClr val="11283F"/>
                </a:solidFill>
              </a:defRPr>
            </a:lvl4pPr>
            <a:lvl5pPr algn="ctr">
              <a:defRPr sz="1425" b="0">
                <a:solidFill>
                  <a:srgbClr val="11283F"/>
                </a:solidFill>
              </a:defRPr>
            </a:lvl5pPr>
            <a:lvl6pPr algn="ctr">
              <a:defRPr sz="1425" b="0">
                <a:solidFill>
                  <a:srgbClr val="11283F"/>
                </a:solidFill>
              </a:defRPr>
            </a:lvl6pPr>
            <a:lvl7pPr algn="ctr">
              <a:defRPr sz="1425" b="0">
                <a:solidFill>
                  <a:srgbClr val="11283F"/>
                </a:solidFill>
              </a:defRPr>
            </a:lvl7pPr>
            <a:lvl8pPr algn="ctr">
              <a:defRPr sz="1425" b="0">
                <a:solidFill>
                  <a:srgbClr val="11283F"/>
                </a:solidFill>
              </a:defRPr>
            </a:lvl8pPr>
            <a:lvl9pPr algn="ctr">
              <a:defRPr sz="1425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11283F"/>
                </a:solidFill>
              </a:defRPr>
            </a:pPr>
            <a:r>
              <a:rPr sz="1425" b="0">
                <a:solidFill>
                  <a:srgbClr val="11283F"/>
                </a:solidFill>
              </a:rPr>
              <a:t>define m, k_eq, c, ωₙ, ζ, and assumptions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ED38DB-AD25-47BA-AF4C-4E573D7D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09750"/>
            <a:ext cx="2638425" cy="2762250"/>
          </a:xfrm>
          <a:prstGeom xmlns:a="http://schemas.openxmlformats.org/drawingml/2006/main" prst="roundRect">
            <a:avLst>
              <a:gd name="adj" fmla="val 4332"/>
            </a:avLst>
          </a:prstGeom>
          <a:solidFill xmlns:a="http://schemas.openxmlformats.org/drawingml/2006/main">
            <a:srgbClr val="F8F5F0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F857FE-9749-43F0-B064-FEF64644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19300"/>
            <a:ext cx="2257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8B1E2D"/>
                </a:solidFill>
              </a:defRPr>
            </a:defPPr>
            <a:lvl1pPr algn="ctr">
              <a:defRPr sz="1650" b="1">
                <a:solidFill>
                  <a:srgbClr val="8B1E2D"/>
                </a:solidFill>
              </a:defRPr>
            </a:lvl1pPr>
            <a:lvl2pPr algn="ctr">
              <a:defRPr sz="1650" b="1">
                <a:solidFill>
                  <a:srgbClr val="8B1E2D"/>
                </a:solidFill>
              </a:defRPr>
            </a:lvl2pPr>
            <a:lvl3pPr algn="ctr">
              <a:defRPr sz="1650" b="1">
                <a:solidFill>
                  <a:srgbClr val="8B1E2D"/>
                </a:solidFill>
              </a:defRPr>
            </a:lvl3pPr>
            <a:lvl4pPr algn="ctr">
              <a:defRPr sz="1650" b="1">
                <a:solidFill>
                  <a:srgbClr val="8B1E2D"/>
                </a:solidFill>
              </a:defRPr>
            </a:lvl4pPr>
            <a:lvl5pPr algn="ctr">
              <a:defRPr sz="1650" b="1">
                <a:solidFill>
                  <a:srgbClr val="8B1E2D"/>
                </a:solidFill>
              </a:defRPr>
            </a:lvl5pPr>
            <a:lvl6pPr algn="ctr">
              <a:defRPr sz="1650" b="1">
                <a:solidFill>
                  <a:srgbClr val="8B1E2D"/>
                </a:solidFill>
              </a:defRPr>
            </a:lvl6pPr>
            <a:lvl7pPr algn="ctr">
              <a:defRPr sz="1650" b="1">
                <a:solidFill>
                  <a:srgbClr val="8B1E2D"/>
                </a:solidFill>
              </a:defRPr>
            </a:lvl7pPr>
            <a:lvl8pPr algn="ctr">
              <a:defRPr sz="1650" b="1">
                <a:solidFill>
                  <a:srgbClr val="8B1E2D"/>
                </a:solidFill>
              </a:defRPr>
            </a:lvl8pPr>
            <a:lvl9pPr algn="ctr">
              <a:defRPr sz="1650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8B1E2D"/>
                </a:solidFill>
              </a:defRPr>
            </a:pPr>
            <a:r>
              <a:rPr sz="1650" b="1">
                <a:solidFill>
                  <a:srgbClr val="8B1E2D"/>
                </a:solidFill>
              </a:rPr>
              <a:t>Method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18B919-78A5-45EE-8D70-5793D7EC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14625"/>
            <a:ext cx="21812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0">
                <a:solidFill>
                  <a:srgbClr val="11283F"/>
                </a:solidFill>
              </a:defRPr>
            </a:defPPr>
            <a:lvl1pPr algn="ctr">
              <a:defRPr sz="1425" b="0">
                <a:solidFill>
                  <a:srgbClr val="11283F"/>
                </a:solidFill>
              </a:defRPr>
            </a:lvl1pPr>
            <a:lvl2pPr algn="ctr">
              <a:defRPr sz="1425" b="0">
                <a:solidFill>
                  <a:srgbClr val="11283F"/>
                </a:solidFill>
              </a:defRPr>
            </a:lvl2pPr>
            <a:lvl3pPr algn="ctr">
              <a:defRPr sz="1425" b="0">
                <a:solidFill>
                  <a:srgbClr val="11283F"/>
                </a:solidFill>
              </a:defRPr>
            </a:lvl3pPr>
            <a:lvl4pPr algn="ctr">
              <a:defRPr sz="1425" b="0">
                <a:solidFill>
                  <a:srgbClr val="11283F"/>
                </a:solidFill>
              </a:defRPr>
            </a:lvl4pPr>
            <a:lvl5pPr algn="ctr">
              <a:defRPr sz="1425" b="0">
                <a:solidFill>
                  <a:srgbClr val="11283F"/>
                </a:solidFill>
              </a:defRPr>
            </a:lvl5pPr>
            <a:lvl6pPr algn="ctr">
              <a:defRPr sz="1425" b="0">
                <a:solidFill>
                  <a:srgbClr val="11283F"/>
                </a:solidFill>
              </a:defRPr>
            </a:lvl6pPr>
            <a:lvl7pPr algn="ctr">
              <a:defRPr sz="1425" b="0">
                <a:solidFill>
                  <a:srgbClr val="11283F"/>
                </a:solidFill>
              </a:defRPr>
            </a:lvl7pPr>
            <a:lvl8pPr algn="ctr">
              <a:defRPr sz="1425" b="0">
                <a:solidFill>
                  <a:srgbClr val="11283F"/>
                </a:solidFill>
              </a:defRPr>
            </a:lvl8pPr>
            <a:lvl9pPr algn="ctr">
              <a:defRPr sz="1425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11283F"/>
                </a:solidFill>
              </a:defRPr>
            </a:pPr>
            <a:r>
              <a:rPr sz="1425" b="0">
                <a:solidFill>
                  <a:srgbClr val="11283F"/>
                </a:solidFill>
              </a:rPr>
              <a:t>describe calibration, cases, sampling, and release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C2C49D-03A3-4113-9222-06EF522D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2638425" cy="2762250"/>
          </a:xfrm>
          <a:prstGeom xmlns:a="http://schemas.openxmlformats.org/drawingml/2006/main" prst="roundRect">
            <a:avLst>
              <a:gd name="adj" fmla="val 4332"/>
            </a:avLst>
          </a:prstGeom>
          <a:solidFill xmlns:a="http://schemas.openxmlformats.org/drawingml/2006/main">
            <a:srgbClr val="F9ECEC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447D05-CED6-4572-8D0A-0AB2653C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19300"/>
            <a:ext cx="2257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8B1E2D"/>
                </a:solidFill>
              </a:defRPr>
            </a:defPPr>
            <a:lvl1pPr algn="ctr">
              <a:defRPr sz="1650" b="1">
                <a:solidFill>
                  <a:srgbClr val="8B1E2D"/>
                </a:solidFill>
              </a:defRPr>
            </a:lvl1pPr>
            <a:lvl2pPr algn="ctr">
              <a:defRPr sz="1650" b="1">
                <a:solidFill>
                  <a:srgbClr val="8B1E2D"/>
                </a:solidFill>
              </a:defRPr>
            </a:lvl2pPr>
            <a:lvl3pPr algn="ctr">
              <a:defRPr sz="1650" b="1">
                <a:solidFill>
                  <a:srgbClr val="8B1E2D"/>
                </a:solidFill>
              </a:defRPr>
            </a:lvl3pPr>
            <a:lvl4pPr algn="ctr">
              <a:defRPr sz="1650" b="1">
                <a:solidFill>
                  <a:srgbClr val="8B1E2D"/>
                </a:solidFill>
              </a:defRPr>
            </a:lvl4pPr>
            <a:lvl5pPr algn="ctr">
              <a:defRPr sz="1650" b="1">
                <a:solidFill>
                  <a:srgbClr val="8B1E2D"/>
                </a:solidFill>
              </a:defRPr>
            </a:lvl5pPr>
            <a:lvl6pPr algn="ctr">
              <a:defRPr sz="1650" b="1">
                <a:solidFill>
                  <a:srgbClr val="8B1E2D"/>
                </a:solidFill>
              </a:defRPr>
            </a:lvl6pPr>
            <a:lvl7pPr algn="ctr">
              <a:defRPr sz="1650" b="1">
                <a:solidFill>
                  <a:srgbClr val="8B1E2D"/>
                </a:solidFill>
              </a:defRPr>
            </a:lvl7pPr>
            <a:lvl8pPr algn="ctr">
              <a:defRPr sz="1650" b="1">
                <a:solidFill>
                  <a:srgbClr val="8B1E2D"/>
                </a:solidFill>
              </a:defRPr>
            </a:lvl8pPr>
            <a:lvl9pPr algn="ctr">
              <a:defRPr sz="1650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8B1E2D"/>
                </a:solidFill>
              </a:defRPr>
            </a:pPr>
            <a:r>
              <a:rPr sz="1650" b="1">
                <a:solidFill>
                  <a:srgbClr val="8B1E2D"/>
                </a:solidFill>
              </a:rPr>
              <a:t>Results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8E29D6-8AF3-4826-B2D6-70E9CB41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14625"/>
            <a:ext cx="21812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0">
                <a:solidFill>
                  <a:srgbClr val="11283F"/>
                </a:solidFill>
              </a:defRPr>
            </a:defPPr>
            <a:lvl1pPr algn="ctr">
              <a:defRPr sz="1425" b="0">
                <a:solidFill>
                  <a:srgbClr val="11283F"/>
                </a:solidFill>
              </a:defRPr>
            </a:lvl1pPr>
            <a:lvl2pPr algn="ctr">
              <a:defRPr sz="1425" b="0">
                <a:solidFill>
                  <a:srgbClr val="11283F"/>
                </a:solidFill>
              </a:defRPr>
            </a:lvl2pPr>
            <a:lvl3pPr algn="ctr">
              <a:defRPr sz="1425" b="0">
                <a:solidFill>
                  <a:srgbClr val="11283F"/>
                </a:solidFill>
              </a:defRPr>
            </a:lvl3pPr>
            <a:lvl4pPr algn="ctr">
              <a:defRPr sz="1425" b="0">
                <a:solidFill>
                  <a:srgbClr val="11283F"/>
                </a:solidFill>
              </a:defRPr>
            </a:lvl4pPr>
            <a:lvl5pPr algn="ctr">
              <a:defRPr sz="1425" b="0">
                <a:solidFill>
                  <a:srgbClr val="11283F"/>
                </a:solidFill>
              </a:defRPr>
            </a:lvl5pPr>
            <a:lvl6pPr algn="ctr">
              <a:defRPr sz="1425" b="0">
                <a:solidFill>
                  <a:srgbClr val="11283F"/>
                </a:solidFill>
              </a:defRPr>
            </a:lvl6pPr>
            <a:lvl7pPr algn="ctr">
              <a:defRPr sz="1425" b="0">
                <a:solidFill>
                  <a:srgbClr val="11283F"/>
                </a:solidFill>
              </a:defRPr>
            </a:lvl7pPr>
            <a:lvl8pPr algn="ctr">
              <a:defRPr sz="1425" b="0">
                <a:solidFill>
                  <a:srgbClr val="11283F"/>
                </a:solidFill>
              </a:defRPr>
            </a:lvl8pPr>
            <a:lvl9pPr algn="ctr">
              <a:defRPr sz="1425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11283F"/>
                </a:solidFill>
              </a:defRPr>
            </a:pPr>
            <a:r>
              <a:rPr sz="1425" b="0">
                <a:solidFill>
                  <a:srgbClr val="11283F"/>
                </a:solidFill>
              </a:rPr>
              <a:t>time traces, spectra, parameter table, uncertainties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DCB511-5179-441E-8040-5450DE8B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09750"/>
            <a:ext cx="2638425" cy="2762250"/>
          </a:xfrm>
          <a:prstGeom xmlns:a="http://schemas.openxmlformats.org/drawingml/2006/main" prst="roundRect">
            <a:avLst>
              <a:gd name="adj" fmla="val 4332"/>
            </a:avLst>
          </a:prstGeom>
          <a:solidFill xmlns:a="http://schemas.openxmlformats.org/drawingml/2006/main">
            <a:srgbClr val="F8F5F0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440FB2-7CC4-4E30-B2E2-BFB09179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19300"/>
            <a:ext cx="2257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8B1E2D"/>
                </a:solidFill>
              </a:defRPr>
            </a:defPPr>
            <a:lvl1pPr algn="ctr">
              <a:defRPr sz="1650" b="1">
                <a:solidFill>
                  <a:srgbClr val="8B1E2D"/>
                </a:solidFill>
              </a:defRPr>
            </a:lvl1pPr>
            <a:lvl2pPr algn="ctr">
              <a:defRPr sz="1650" b="1">
                <a:solidFill>
                  <a:srgbClr val="8B1E2D"/>
                </a:solidFill>
              </a:defRPr>
            </a:lvl2pPr>
            <a:lvl3pPr algn="ctr">
              <a:defRPr sz="1650" b="1">
                <a:solidFill>
                  <a:srgbClr val="8B1E2D"/>
                </a:solidFill>
              </a:defRPr>
            </a:lvl3pPr>
            <a:lvl4pPr algn="ctr">
              <a:defRPr sz="1650" b="1">
                <a:solidFill>
                  <a:srgbClr val="8B1E2D"/>
                </a:solidFill>
              </a:defRPr>
            </a:lvl4pPr>
            <a:lvl5pPr algn="ctr">
              <a:defRPr sz="1650" b="1">
                <a:solidFill>
                  <a:srgbClr val="8B1E2D"/>
                </a:solidFill>
              </a:defRPr>
            </a:lvl5pPr>
            <a:lvl6pPr algn="ctr">
              <a:defRPr sz="1650" b="1">
                <a:solidFill>
                  <a:srgbClr val="8B1E2D"/>
                </a:solidFill>
              </a:defRPr>
            </a:lvl6pPr>
            <a:lvl7pPr algn="ctr">
              <a:defRPr sz="1650" b="1">
                <a:solidFill>
                  <a:srgbClr val="8B1E2D"/>
                </a:solidFill>
              </a:defRPr>
            </a:lvl7pPr>
            <a:lvl8pPr algn="ctr">
              <a:defRPr sz="1650" b="1">
                <a:solidFill>
                  <a:srgbClr val="8B1E2D"/>
                </a:solidFill>
              </a:defRPr>
            </a:lvl8pPr>
            <a:lvl9pPr algn="ctr">
              <a:defRPr sz="1650" b="1">
                <a:solidFill>
                  <a:srgbClr val="8B1E2D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8B1E2D"/>
                </a:solidFill>
              </a:defRPr>
            </a:pPr>
            <a:r>
              <a:rPr sz="1650" b="1">
                <a:solidFill>
                  <a:srgbClr val="8B1E2D"/>
                </a:solidFill>
              </a:rPr>
              <a:t>Discussion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5FE76F-DC3A-44A8-A110-2A9B0239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14625"/>
            <a:ext cx="21812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0">
                <a:solidFill>
                  <a:srgbClr val="11283F"/>
                </a:solidFill>
              </a:defRPr>
            </a:defPPr>
            <a:lvl1pPr algn="ctr">
              <a:defRPr sz="1425" b="0">
                <a:solidFill>
                  <a:srgbClr val="11283F"/>
                </a:solidFill>
              </a:defRPr>
            </a:lvl1pPr>
            <a:lvl2pPr algn="ctr">
              <a:defRPr sz="1425" b="0">
                <a:solidFill>
                  <a:srgbClr val="11283F"/>
                </a:solidFill>
              </a:defRPr>
            </a:lvl2pPr>
            <a:lvl3pPr algn="ctr">
              <a:defRPr sz="1425" b="0">
                <a:solidFill>
                  <a:srgbClr val="11283F"/>
                </a:solidFill>
              </a:defRPr>
            </a:lvl3pPr>
            <a:lvl4pPr algn="ctr">
              <a:defRPr sz="1425" b="0">
                <a:solidFill>
                  <a:srgbClr val="11283F"/>
                </a:solidFill>
              </a:defRPr>
            </a:lvl4pPr>
            <a:lvl5pPr algn="ctr">
              <a:defRPr sz="1425" b="0">
                <a:solidFill>
                  <a:srgbClr val="11283F"/>
                </a:solidFill>
              </a:defRPr>
            </a:lvl5pPr>
            <a:lvl6pPr algn="ctr">
              <a:defRPr sz="1425" b="0">
                <a:solidFill>
                  <a:srgbClr val="11283F"/>
                </a:solidFill>
              </a:defRPr>
            </a:lvl6pPr>
            <a:lvl7pPr algn="ctr">
              <a:defRPr sz="1425" b="0">
                <a:solidFill>
                  <a:srgbClr val="11283F"/>
                </a:solidFill>
              </a:defRPr>
            </a:lvl7pPr>
            <a:lvl8pPr algn="ctr">
              <a:defRPr sz="1425" b="0">
                <a:solidFill>
                  <a:srgbClr val="11283F"/>
                </a:solidFill>
              </a:defRPr>
            </a:lvl8pPr>
            <a:lvl9pPr algn="ctr">
              <a:defRPr sz="1425" b="0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11283F"/>
                </a:solidFill>
              </a:defRPr>
            </a:pPr>
            <a:r>
              <a:rPr sz="1425" b="0">
                <a:solidFill>
                  <a:srgbClr val="11283F"/>
                </a:solidFill>
              </a:rPr>
              <a:t>compare trends with theory and diagnose deviations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01EE2-81B7-4DD5-B5AB-6627FBC9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95875"/>
            <a:ext cx="990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1283F"/>
                </a:solidFill>
              </a:defRPr>
            </a:defPPr>
            <a:lvl1pPr algn="ctr">
              <a:defRPr sz="1650" b="1">
                <a:solidFill>
                  <a:srgbClr val="11283F"/>
                </a:solidFill>
              </a:defRPr>
            </a:lvl1pPr>
            <a:lvl2pPr algn="ctr">
              <a:defRPr sz="1650" b="1">
                <a:solidFill>
                  <a:srgbClr val="11283F"/>
                </a:solidFill>
              </a:defRPr>
            </a:lvl2pPr>
            <a:lvl3pPr algn="ctr">
              <a:defRPr sz="1650" b="1">
                <a:solidFill>
                  <a:srgbClr val="11283F"/>
                </a:solidFill>
              </a:defRPr>
            </a:lvl3pPr>
            <a:lvl4pPr algn="ctr">
              <a:defRPr sz="1650" b="1">
                <a:solidFill>
                  <a:srgbClr val="11283F"/>
                </a:solidFill>
              </a:defRPr>
            </a:lvl4pPr>
            <a:lvl5pPr algn="ctr">
              <a:defRPr sz="1650" b="1">
                <a:solidFill>
                  <a:srgbClr val="11283F"/>
                </a:solidFill>
              </a:defRPr>
            </a:lvl5pPr>
            <a:lvl6pPr algn="ctr">
              <a:defRPr sz="1650" b="1">
                <a:solidFill>
                  <a:srgbClr val="11283F"/>
                </a:solidFill>
              </a:defRPr>
            </a:lvl6pPr>
            <a:lvl7pPr algn="ctr">
              <a:defRPr sz="1650" b="1">
                <a:solidFill>
                  <a:srgbClr val="11283F"/>
                </a:solidFill>
              </a:defRPr>
            </a:lvl7pPr>
            <a:lvl8pPr algn="ctr">
              <a:defRPr sz="1650" b="1">
                <a:solidFill>
                  <a:srgbClr val="11283F"/>
                </a:solidFill>
              </a:defRPr>
            </a:lvl8pPr>
            <a:lvl9pPr algn="ctr">
              <a:defRPr sz="1650" b="1">
                <a:solidFill>
                  <a:srgbClr val="11283F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1283F"/>
                </a:solidFill>
              </a:defRPr>
            </a:pPr>
            <a:r>
              <a:rPr sz="1650" b="1">
                <a:solidFill>
                  <a:srgbClr val="11283F"/>
                </a:solidFill>
              </a:rPr>
              <a:t>The central claim should answer: do the measured changes in natural frequency and damping follow the spring–mass–damper model?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190602-C596-4B00-B57D-C2D0591E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5B6873"/>
                </a:solidFill>
              </a:defRPr>
            </a:defPPr>
            <a:lvl1pPr algn="r">
              <a:defRPr sz="825" b="0">
                <a:solidFill>
                  <a:srgbClr val="5B6873"/>
                </a:solidFill>
              </a:defRPr>
            </a:lvl1pPr>
            <a:lvl2pPr algn="r">
              <a:defRPr sz="825" b="0">
                <a:solidFill>
                  <a:srgbClr val="5B6873"/>
                </a:solidFill>
              </a:defRPr>
            </a:lvl2pPr>
            <a:lvl3pPr algn="r">
              <a:defRPr sz="825" b="0">
                <a:solidFill>
                  <a:srgbClr val="5B6873"/>
                </a:solidFill>
              </a:defRPr>
            </a:lvl3pPr>
            <a:lvl4pPr algn="r">
              <a:defRPr sz="825" b="0">
                <a:solidFill>
                  <a:srgbClr val="5B6873"/>
                </a:solidFill>
              </a:defRPr>
            </a:lvl4pPr>
            <a:lvl5pPr algn="r">
              <a:defRPr sz="825" b="0">
                <a:solidFill>
                  <a:srgbClr val="5B6873"/>
                </a:solidFill>
              </a:defRPr>
            </a:lvl5pPr>
            <a:lvl6pPr algn="r">
              <a:defRPr sz="825" b="0">
                <a:solidFill>
                  <a:srgbClr val="5B6873"/>
                </a:solidFill>
              </a:defRPr>
            </a:lvl6pPr>
            <a:lvl7pPr algn="r">
              <a:defRPr sz="825" b="0">
                <a:solidFill>
                  <a:srgbClr val="5B6873"/>
                </a:solidFill>
              </a:defRPr>
            </a:lvl7pPr>
            <a:lvl8pPr algn="r">
              <a:defRPr sz="825" b="0">
                <a:solidFill>
                  <a:srgbClr val="5B6873"/>
                </a:solidFill>
              </a:defRPr>
            </a:lvl8pPr>
            <a:lvl9pPr algn="r">
              <a:defRPr sz="825" b="0">
                <a:solidFill>
                  <a:srgbClr val="5B6873"/>
                </a:solidFill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5B6873"/>
                </a:solidFill>
              </a:defRPr>
            </a:pPr>
            <a:r>
              <a:rPr sz="825" b="0">
                <a:solidFill>
                  <a:srgbClr val="5B6873"/>
                </a:solidFill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4608948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2026-10-18T14:24:42.2250000Z</dcterms:created>
  <dcterms:modified xsi:type="dcterms:W3CDTF">2026-10-18T14:24:42.2250000Z</dcterms:modified>
</coreProperties>
</file>